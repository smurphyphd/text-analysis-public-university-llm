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notesSlides/notesSlide10.xml" ContentType="application/vnd.openxmlformats-officedocument.presentationml.notesSlide+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78" r:id="rId4"/>
    <p:sldId id="265" r:id="rId5"/>
    <p:sldId id="269" r:id="rId6"/>
    <p:sldId id="276" r:id="rId7"/>
    <p:sldId id="281" r:id="rId8"/>
    <p:sldId id="282" r:id="rId9"/>
    <p:sldId id="279" r:id="rId10"/>
    <p:sldId id="275" r:id="rId11"/>
    <p:sldId id="285" r:id="rId12"/>
    <p:sldId id="283" r:id="rId13"/>
    <p:sldId id="286" r:id="rId14"/>
    <p:sldId id="287" r:id="rId15"/>
    <p:sldId id="288" r:id="rId16"/>
    <p:sldId id="284" r:id="rId17"/>
    <p:sldId id="290" r:id="rId18"/>
    <p:sldId id="296" r:id="rId19"/>
    <p:sldId id="291" r:id="rId20"/>
    <p:sldId id="297" r:id="rId21"/>
    <p:sldId id="292" r:id="rId22"/>
    <p:sldId id="298" r:id="rId23"/>
    <p:sldId id="299" r:id="rId24"/>
    <p:sldId id="300" r:id="rId25"/>
    <p:sldId id="289" r:id="rId26"/>
    <p:sldId id="294" r:id="rId27"/>
    <p:sldId id="293" r:id="rId28"/>
    <p:sldId id="29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1:55.23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1,'95'0,"-44"0,2 0,17 0,3 0,5 0,1 0,4 0,-1 0,-1 0,-2 0,-13 0,-4 0,-8 0,-4 0,21 0,-24 0,-17 0,-9 0,-3 0,-2 0,-1 0,1 0,3 0,2 0,-1 0,-5 0,-3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1:57.54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9,'88'-5,"-8"2,-3 3,5 0,-4 0,9 0,-8 0,-4 0,-5 0,-4 0,-6 0,-6 0,-5 0,-4 0,-6 0,-4 0,-7 0,-3 0,-4 0,-3 0,0 0,1 0,-1 0,0 0,-2 0,4 0,-5 0,2 0,0 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01.50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1 116,'72'0,"8"0,16 0,-41 0,2 0,13-2,1-1,0-2,-1 0,-1-3,-1-1,-2 1,-3 0,-7 1,-1 1,38-6,-19 4,-13 0,-14 2,-10 1,-9 3,-5-1,-3-1,-2 2,1 0,-1 0,2 2,1 0,0 0,-1 0,-2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03.41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42,'95'-5,"-18"2,0 3,6 0,5 0,-37 0,0 0,42 0,1 0,-2 0,0-6,-9 0,-8 0,-9-2,-12 6,-7-1,-8 1,-7 2,-6 0,-5 0,-3 0,-2 0,3 0,-4 0,2 0,-3 0,7 0,-9 0,5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08.23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44,'51'0,"0"0,34 0,-1 0,4 0,0 0,9 0,-16 0,-8-3,-4 0,-2-2,0-3,-3 2,-3-2,-4 3,-10 2,-9 1,-9 2,-9 0,-4 0,-3 0,3 0,2 0,0 0,-1 0,-1 0,1 1,0 1,-1 1,0-1,-1-2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10.16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28,'53'-2,"0"-1,32 0,0 3,3 0,4 0,-40 0,1 0,40 0,-10 0,-5 0,-4 0,-7 0,0 0,-3 0,-5 0,-4-2,-5-3,-11 0,-7 0,-6 2,-4 3,-1 0,0 0,-4 0,-1 0,-1 0,3 0,-5 0,9 0,-9 0,4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30.5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22,'99'0,"-48"0,1 0,47 0,-46 0,0 0,2 0,0 0,-1 0,1 0,0 0,-1 0,-2-1,-1 0,40-4,-11-1,-10 0,-13 3,-10 3,-11 0,-8 0,-5 0,-2 0,-3 0,-2 0,0 0,0 0,1 0,1 0,0 0,2 0,2 0,2 0,1 0,0 0,-2 0,-3 0,-9 0,-4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32.25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33,'90'-5,"-16"1,3 4,14 0,-38 0,3 0,11 0,2 0,-5 0,0 0,-3 0,-1 0,-7 0,-2 0,38 0,-15 0,-8 0,-3 0,-2-4,0-1,0-1,-3 2,-1 4,-5 0,-5 0,-4 0,-6 0,-4 0,-4 0,-6 0,-3 0,-6-2,-3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36.12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43,'90'0,"-20"0,1 0,3 0,25 0,-37 0,3 0,1 0,1 0,0 0,0 0,-8 0,-2 0,-4-1,-3 0,36-3,-14-4,-13 0,-8-1,-9 3,-6 3,-4 1,-3 2,-3 0,-2 0,-4 0,-1 0,-3 0,-1 0,1 0,-2 0,9 0,-2 0,11 0,2 0,7 0,2 0,-2 0,-9 0,-6 0,-14 0,-4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37.56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0,'59'0,"0"0,32 0,8 0,-39 0,2 0,1 0,3 0,18 0,3 0,-4 0,0 0,-6 0,-2 0,1 0,-2 0,-8 0,-2 0,-8 0,-2 0,31 0,-23 0,-19 0,-13 0,-9 0,-6 0,-4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39.69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0,'83'0,"-14"0,-5 0,20 0,10 0,-37 0,1 0,-5 0,0 0,-1 0,-1 0,0 0,0 0,41 0,-10 0,-14 0,-13 0,-13 0,-12 0,-8 0,-3 0,-4 0,3 0,0 0,0 0,3 0,-4 0,4 0,3 0,1 0,1 0,-3 0,-2 0,-1 0,-2 0,-1 0,-3 0,-2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41.46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9,'55'-3,"1"1,6 0,0 0,-3 2,1 0,6 0,0 0,-2 0,0 0,0 0,3 0,9 0,1 0,-10 0,-2 0,-2 0,-1 0,-9 0,-3 0,30 0,-19 0,-18 0,-12 0,-7 0,-9 0,-1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46.65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0,'91'0,"-42"0,2 0,11 0,2 0,1 0,-1 0,4 0,0 0,-5 0,-2 0,-7 0,-1 0,40 0,-19 0,-9 0,-8 0,-8 0,-4 0,-9 0,-2 0,-4 0,-4 0,-2 0,-2 0,0 0,0 0,-1 0,-5 0,-1 0,-3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48.3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0,'73'0,"0"0,2 0,3 0,7 0,4 0,-4 0,0 5,-6 1,-6 3,-6-1,-6-5,-4-1,-4-2,-3 0,-1 0,-5 0,-2 0,-5 0,-6 0,-4 0,-5 0,-3 0,-1 0,0 0,1 0,-1 0,0 0,0 0,0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51.93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1,'73'0,"0"0,-5 0,3 0,4 0,-1 0,-6 0,-6 0,-6 0,-4 0,-3 0,-4 0,-2 0,-4 0,-1 0,-3 0,-3 0,0 0,0 0,0 0,3 0,-1 0,-2 0,2 0,-1 0,-1 0,-4 0,-4 0,-6 0,-3 0,6 0,-6 0,8 0,-5 0,1 0,2 0,3 0,0 0,-1 0,-4 0,-2 0,-2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53.7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1,'56'0,"0"0,-1 0,-2 0,38 0,-1 0,6 0,-1 0,-3 0,-3 0,-13 0,-8 0,-8 0,-3 0,0 0,0 0,0 0,-4 0,-7 0,-6 0,-7 0,-8 0,-7 0,-3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55.4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1,'78'0,"4"0,16 0,-47 0,2 0,0 0,1 0,3 0,-1 0,1 0,-1 0,-2 0,-1 0,42 0,-16 0,-18 0,-14 0,-7 0,-8 0,-6 0,-3 0,-5 0,1 1,-3 1,0 2,-1 0,1 1,-1-1,0-2,2 5,-3-6,4 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1:01.67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26,'55'0,"0"0,2 0,-2 0,-4 0,0 0,3 0,1 0,1 0,0 0,-2 0,0 0,44 0,-15 0,-17 0,-11 0,-12 0,-8 0,-4 0,-2 0,-1 0,-2 0,0 0,-2-2,0 0,2-1,-1 1,-1 0,-4-1,-4 0,-1-1,-2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1:03.3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92,'93'0,"3"0,-45 0,1 0,5 0,1 0,1 0,1 0,4 0,1 0,-5 0,-1 0,-2 0,-1 0,-5 0,0 0,40 0,-5 0,-6-3,-7-2,0-1,-4-2,-4 2,-10-2,-10-1,-9-1,-6 2,-4 1,-5 1,-3 1,-8-1,-2 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08.05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64,'74'0,"-1"0,7 0,-8 0,-6 0,-6 0,-3 0,4 0,2 0,3 0,0 0,-2 0,-1 0,-3 0,-2-1,-2-1,-6-2,-4-1,-3-2,-2 1,-3-1,-2 2,-3 3,-5 0,-1 2,-1 0,-2 0,2 0,-2 0,0 0,-1-2,1-2,0-1,-3-2,-9 4,-3 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10.51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0,'80'0,"9"0,-36 0,1 0,6 0,2 0,1 0,0 0,1 0,0 0,-3 0,-1 0,-4 0,-2 0,45 0,-18 1,-16 2,-13 0,-11-1,-11 1,-5 0,-4 1,-4 0,-3 0,3 0,-3 1,2-1,-3 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12.15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0,'79'0,"18"0,-37 0,3 0,5 0,0 0,1 0,1 0,0 0,0 0,-4 0,-1 0,1 0,-1 0,-6 0,-1 0,-6 0,-1 0,38 0,-15 0,-11 0,-14 0,-10 0,-9 0,-6 0,-12 0,-4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13.80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1,'70'0,"0"0,1 0,-1 0,-5 0,0 0,4 0,1 0,0 0,1 0,-2 0,-1 0,-2 0,-2 0,-8 0,-1 0,36 1,-19 2,-20 3,-14-1,-10-2,-6-1,-2-2,-6 1,4 2,-2 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16.60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1,'76'0,"19"0,-35 0,4 0,6 0,1 0,5 0,0 0,-2 0,1 0,2 0,0 0,0 0,0 0,-1 0,-2 0,-4 0,-2 0,-8 0,-2 0,42 0,-14 0,-19 0,-16 0,-13 0,-12 0,-14 0,-4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18.76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0,'69'0,"0"0,5 0,1 0,6 0,2 0,2 0,1 0,-4 0,-2 0,-5 0,-3 0,-8 0,-3 0,37 0,-18 0,-16 0,-8 0,-2 0,0 0,-4 0,-3 0,-4 0,-6 0,-5 0,-15 0,-8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20.23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18,'79'-5,"15"1,-31 4,4 0,9 0,2 0,0 0,-1 0,0 0,-1 0,-10 0,-1 0,-6 0,-1 0,41 0,-19 0,-20 0,-13 0,-7 0,-8 0,-7 0,-5 0,-3-2,-2-1,-2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21.7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1,'82'0,"11"0,-36 0,3 0,1 0,2 0,4 0,1 0,-1 0,-1 0,-3 0,0 0,-4 0,-1 0,40 0,-16 0,-17 0,-11 0,-8 0,-7 0,-6 0,-3 0,-6 0,-2 0,-2 0,-1 0,-1 0,0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32.2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9,'62'-2,"1"-1,7 1,3 1,5 0,2 2,4-1,1 0,1 0,0 0,-3 0,-2 0,-3 0,-1 0,-1 0,-1 0,-8 0,-3 0,-4 0,-3 0,34 0,-26 0,-20 0,-19 0,-10 0,-3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33.66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1,'64'0,"0"0,4 0,2 0,3 0,1 0,7 0,2 0,-2 0,-1 0,-1 0,-3 0,-7 0,-3 0,-7 0,-2 0,-5 0,-2 0,35 0,-8 0,-13 0,-11 0,-16 0,-20 0,-8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38.1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4,'92'0,"-37"0,3 0,13 0,4 0,8 0,3 0,3 0,2 0,2 0,1 0,-3 0,-1 0,-5 0,-3 0,-10 0,-4 0,-14 0,-3 0,22 0,-30 0,-19 0,-10-2,-8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40.36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39,'52'-3,"-1"1,2 0,0 0,-2 2,1 0,4 0,1 0,3 0,0 0,-1 0,-2 0,-4 0,-2 0,37-2,-18-1,-12 0,-9-2,-10 3,-7-3,-8 0,-3 3,-3 0,0 2,-2 0,-1 0,2 0,2 0,11 0,2 0,3 0,-6 0,-5 0,-3 0,-3 0,1 0,-1 0,0 0,0 0,1 0,-1 0,-2 0,-1 0,-2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48.65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23,'86'0,"10"0,-36 0,3 0,8 0,2 0,-2 0,1 0,3 0,0 0,-6 0,-2 0,-5 0,-2 0,-1 1,-2-2,-5 1,-2-1,43-2,-7-1,-4 2,-6-2,-2 2,-7-1,-10 0,-8 3,-11 0,-9 0,-8 0,-11 0,-4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50.66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73,'75'0,"10"0,5 0,4 0,-3 0,-10 0,-4 0,-4 0,-4 0,-4 0,-8 0,-9 0,-5-5,-5-2,-3-1,-6-1,-5 4,-4 2,-4-1,-1 1,0 1,2 0,2-1,-3 1,1 0,-3-2,5 1,-4-2,1 2,-6 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53.5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38,'90'0,"2"0,-3 0,2 0,-1 0,-8 0,-3 0,-1 0,2 0,-4 0,-3 0,-10 0,-6-4,-7-2,-5 1,-6-1,-3 3,-7 1,-5 0,-3 0,-3-1,-2 1,0 0,3 2,-6 0,5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54.9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51,'50'-2,"0"0,2 0,1 0,5 2,1 0,6 0,1 0,3 0,0 0,2 0,-1 0,-4 0,-1 0,-5 0,-3-1,38-1,-16-4,-15-2,-9 1,-3 1,-2 2,-5 2,-7-1,-7 1,-7 1,-3 1,-5 0,-1 0,0 0,2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56.98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1,'97'0,"-40"0,2 0,10 0,2 0,7 0,1 0,3 0,0 0,1 0,-1 0,-7 0,-1 0,-4 0,-3 0,-10 0,-5 0,29 0,-22 0,-15 0,-13 0,-5 0,-6 0,-1 0,-2 0,-1 0,0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9:02.96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45,'92'0,"-38"0,3 0,16 0,3 0,2 0,1 0,3 0,0 0,-8 0,-2 0,-8 0,-3 0,-6 0,-3 0,28 0,-19 0,-19 0,-9 0,-5 0,-2 0,-2 0,-3 0,-5 0,-1 0,-10-20,2-5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1:25.60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1 129,'86'-5,"2"2,-4 3,11 0,-1 0,3 0,-8 0,-11 0,-9 0,-10-3,-7 0,-7 0,-4 0,-5 0,-3 1,-3-1,-2 0,-2 1,1-1,-2 1,1 0,0-1,-1-2,1 1,1 1,-3-1,-1 1,-3 1,-2 0,-2 0,-1-1,-6-13,-2 0,-5 0,-2 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1:27.66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78,'52'0,"1"0,0 0,-1 0,36 0,2 0,-4 0,-6 0,-7 0,-3 0,-6 0,0 0,-4-3,-2 1,-5-4,-3-1,-5 1,-4-1,-1 2,-4 0,0-1,-2 1,-5 1,-4 0,-5 0,-1 2,-1 0,0 2,0 0,0-2,-2-1,-1 1,-1 0,0 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44.45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0,'51'0,"0"0,2 0,0 0,39 0,-41 0,0 0,1 0,0 0,-1 0,0 0,47 0,-12 0,-10 0,-11 0,-10 0,-10 0,-9 0,-6 0,-4 0,-1 0,-1 0,-1 0,-2 0,2 0,-2 0,0 0,0 0,-3 0,-1 0,0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46.46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1,'84'0,"1"0,2 0,-5 0,-3 0,-8 0,-7 0,0 0,-4 0,-3 0,-4 0,0 0,-2 0,-2 0,-3 0,-3 0,-4 0,-4 0,-3 0,-1 0,1 0,1 0,-3 0,-1 0,-5 0,-2 0,-2 0,-4 0,0 0,3 0,-6 0,4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48.71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1,'93'0,"-6"0,-11 0,-1 0,3 0,3 0,-6 0,-1 0,-8 0,-7 0,-5 0,-5 0,1 0,-3 0,-3 0,-4 0,-5 0,-2 0,-2 0,-1 0,0 0,-1 0,1 0,-1 0,-2 0,-4 0,-3 0,-2 0,0 0,0 0,-3 0,3 0,-2 0,2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50.80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1,'70'0,"12"0,8 0,-40 0,2 0,3 0,0 0,2 0,-1 0,2 0,0 0,-1 0,-2 0,-3 0,-2 0,40 0,-15 0,-8 0,-6 0,-4 0,-4 0,-7 0,-4 0,-5 0,-3 0,-5 0,-3 0,-2 0,-3 0,-2 0,-3 0,-2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57.90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1,'51'0,"0"0,1 0,-2 0,30 0,1 0,-1 0,-4 0,-2 0,-7 0,-11 0,-6 0,-7 0,-5 0,-3 0,-3 0,-3 0,-2 0,-2 0,-2 0,0 0,-2 0,0 0,0 0,-5 0,0 0,3 0,-4 0,3 0,1 0,-6 0,6 0,-5 0,2 0,2 0,6 0,2 0,1 0,-1 0,-2 0,0 0,0 0,-3 0,0 0,-4 0,0 0,-3 0,-2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59.66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0,'96'0,"-44"0,2 0,12 0,1 0,2 0,0 0,-5 0,-1 0,-2 0,-1 0,-6 0,-2 0,42 0,-6 0,-10 0,-10 0,-11 0,-11 0,-9 0,-5 0,-6 0,-6 0,-4 0,-2 0,3 0,0 0,1 0,1 0,-6 0,3 0,0 0,1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03.38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9,'51'-2,"0"-1,47 0,-9 3,0 0,-2 0,0 0,-3 0,-7 0,-9 0,-8 0,-6 0,0 0,-3 0,-5 0,-5 0,-6 0,-4 0,-5 0,-3 0,-2 0,-3 0,0 0,1 0,-1 0,-2 0,2 0,-3 3,0 0,-1 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05.36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28,'61'-2,"-1"0,2-1,0 2,-5 1,0 0,-2 0,0 0,0 0,-3 0,41 0,-16 0,-8 0,-13 0,-7 0,-5 0,-5 0,-7 0,-5 0,-6 0,-3 0,-2 0,-1 0,3 0,-3 0,3 0,-4-5,1 0,-1 0,7 0,-8 5,4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07.1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1,'53'0,"1"0,-1 0,-2 0,40 0,4 0,3 0,0 0,-7 0,-9 0,-11 0,-10 0,-5 0,-4 0,-3 0,-3 0,-5 0,-8 0,-7 0,-5 0,-3 0,0 0,0 0,-1 0,-1 0,0 0,-2 0,9 0,-8 0,7 0,-9 0,1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09.05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18,'54'0,"-1"0,-1 0,0 0,42 0,4 0,-47 0,-1 0,46 0,-10 0,-10 0,-11 0,-9 0,-8 0,-8 0,-2 0,-3 0,0 0,-5 0,-5 0,-4 0,-3 0,1 0,-1 0,0 0,-2 0,-1 0,5 0,-3 0,6-1,-5-1,0-1,1 1,1-1,2 1,-1 0,-1-1,-4 3,0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10.7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1,'73'0,"1"0,2 0,10 0,12 0,-47 0,1 0,2 0,0 0,-2 0,0 0,46 0,-5 0,-10 0,-12 0,-9 0,-13 0,-10 0,-4 0,-8 0,-3 0,-4 0,-1 0,-1 0,0 0,0 0,0 0,1 0,-2 0,-1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12.60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26,'53'-2,"0"0,0 0,1 0,8 2,2 0,-2 0,0 0,-8 0,0 0,-2 0,-1 0,39 0,-14 0,-9 0,-11 0,-5 0,-7 0,-3 0,-3 0,-5 0,-2 0,-4 0,-4 0,-6 0,-5 0,4 0,-1-7,2 5,-1-6,2 8,-3-1,4 1,-7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24.0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1,'100'0,"-3"0,-12 0,-3 0,-2 0,-5 0,-6 0,-2 0,-3 0,0 0,2 0,0 0,-6 0,-7 0,-10 0,-12 0,-5 0,-6 0,-2 0,0 0,-2 0,0 0,1 0,-3 0,8 0,-11 0,7 0,-7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31.9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0,'56'0,"0"0,1 0,0 0,42 0,-46 0,0 0,-2 0,1 0,-2 0,0 0,44 0,-3 0,-8 0,-8 0,-8 0,-7 0,-3 0,-7 0,-6 0,-7 0,-7 0,-4 0,-2 0,-3 0,-3 0,-2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34.05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0,'81'0,"7"0,-35 0,3 0,-1 0,0 0,-2 0,-1 0,44 0,-21 0,-14 0,-15 0,-8 0,-6 0,-4 0,-3 0,-5 0,-1 0,-3 0,-2 0,5 0,-6 0,6 0,1 0,-5 0,7 0,-6 0,5 0,0 0,3 0,0 0,-3 0,-1 0,-1 0,-1 0,0 0,1 0,-2 0,1 0,-1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36.06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0,'89'0,"-3"0,-15 0,2 0,-2 0,1 0,2 0,-2 0,-4 0,-2 0,-8 0,-6 3,-5 2,-8 0,-4 3,-3-3,-5-2,-1 1,-2-1,-3 0,-1 1,-2-2,1 2,-1 1,-1-1,-1 0,-2-2,3 0,-1-1,1-1,0 4,-4 1,2 4,0-2,-1-1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38.58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0,'81'0,"1"0,-17 0,5 0,1 0,-5 0,-4 0,-7 0,-7 3,-5-1,-3 1,-1-1,-4-2,-3 0,0 0,0 0,2 0,1 0,1 0,-1 0,-1 0,-2 0,-2 0,-2 0,-3 0,-4 0,-2 0,-1 0,-1 2,-1 1,-2 0,5 2,-5-3,4 0,-1 0,-4 1,4-1,1 0,-7-2,3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40.51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9,'75'-5,"22"2,-41 2,2 2,8-1,2 0,0 0,-1 0,-1 0,-2 0,-3 0,-2 0,40 0,-19 0,-19 0,-11 0,-10 0,-8 2,-3 0,-6 1,-1 0,1-1,-2 1,0 1,-1 1,-2 0,2 0,2-1,-1-1,-1 1,-1 0,-1-1,1-1,-1-2,-1 1,-2 0,-3 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42.05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9,'82'0,"9"0,7 0,-45 0,0 0,4 0,-1 0,-3 0,-1 0,46 0,-17 0,-17 0,-11 0,-11 0,-4 0,-3 0,-1-1,-4-1,-1-1,-5 1,-3 1,-1 1,-2 0,0 0,-2 0,0 0,-1 0,-1 0,10 0,-6 0,5 0,-9 0,-2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51.80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1,'83'0,"8"0,-37 0,1 0,3 0,0 0,2 0,0 0,0 0,-1 0,-5 0,-2 0,46 0,-16 0,-8 0,-7 0,-5 0,-3 0,-3 0,-1 0,-5 0,-2 0,-4 0,-5 0,-6 0,-7 0,-5 0,-2 0,-1 0,-3 0,2 0,-3 0,2 0,-1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53.66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47,'60'0,"3"0,-7 0,2 0,40 0,-29 0,2 0,-18 0,-1 0,0 0,-1 0,43 0,-11 0,-12 0,-9 0,-9 0,-5-4,-7-4,-3 1,-5-2,-6 4,-4 1,-6-1,-2 3,10 0,-5 2,7 0,-4 0,-2 0,3 0,-1 0,-1 0,-2 0,-1 0,-1 0,0 0,-3 0,-1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56.41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89,'51'0,"0"0,0 0,2 0,7 0,2 0,1 0,0 0,-2 0,1 0,3 0,1 0,-4 0,0 0,-2 0,-1 0,-1 0,0 0,-4 0,-1 0,-2 0,-1 0,44 0,-9 0,-8 0,-10 0,-12-2,-11-1,-8-1,-7-1,-3 3,-5 0,-2 2,-4-2,-4-9,-39-3,16 1,-28 2,24 8,2 0,-1-2,-5 3,5 0,-4 1,5 1,-1 0,-4 0,4 0,-2-1,5-1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24.27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0,'73'0,"1"0,-5 0,2 0,-2 0,-1 0,-2 0,-1 0,0 0,-1 0,-6 0,-7 0,-7 0,-5 0,-4 0,-3 0,-5 0,-4 0,-2 0,-2 0,2 0,0 0,3 0,-2 0,2 0,0 2,-1 3,1 2,0 0,-1-1,-2-2,0-1,-3-1,1 0,-1 1,0-1,-2 0,3-2,-6 0,1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26.4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22,'53'0,"0"0,-1 0,-2 0,31 0,0 0,0 0,-6 0,-5 0,-8 0,-8 0,-5 0,-7 0,-5 0,-2 0,-2 0,-1 0,0 0,1 0,1 0,0 0,1 0,0 0,0 0,0 0,-3 0,-1 0,-5 0,-2 0,-1 0,-2-2,0 0,0-1,-3 1,0 2,0-2,-1 0,-3-1,3 1,-4 2,10 0,-11-1,4-1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A1CFBC-F58B-BF4F-9589-472B56B2A3AF}" type="datetimeFigureOut">
              <a:rPr lang="en-US" smtClean="0"/>
              <a:t>4/11/26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53BB39-699E-914A-9D5A-814C3089D602}" type="slidenum">
              <a:rPr lang="en-US" smtClean="0"/>
              <a:t>‹#›</a:t>
            </a:fld>
            <a:endParaRPr lang="en-US"/>
          </a:p>
        </p:txBody>
      </p:sp>
    </p:spTree>
    <p:extLst>
      <p:ext uri="{BB962C8B-B14F-4D97-AF65-F5344CB8AC3E}">
        <p14:creationId xmlns:p14="http://schemas.microsoft.com/office/powerpoint/2010/main" val="942127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queensjournal.ca/queens-university-faces-imminent-closure-if-cuts-not-made-faculty-and-staff-remain-skeptica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ouinfo.ca/universities"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www.ipb.uwo.ca/documents/2024_budget.pdf" TargetMode="External"/><Relationship Id="rId4" Type="http://schemas.openxmlformats.org/officeDocument/2006/relationships/hyperlink" Target="https://toronto.ctvnews.ca/ontario-freezes-post-secondary-tuition-for-3-more-years-adds-1-3b-in-funding-1.6783368"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effectLst/>
                <a:latin typeface="Times New Roman" panose="02020603050405020304" pitchFamily="18" charset="0"/>
                <a:ea typeface="Times New Roman" panose="02020603050405020304" pitchFamily="18" charset="0"/>
              </a:rPr>
              <a:t> </a:t>
            </a:r>
            <a:r>
              <a:rPr lang="en-CA" sz="1200" dirty="0" err="1">
                <a:effectLst/>
                <a:latin typeface="Times New Roman" panose="02020603050405020304" pitchFamily="18" charset="0"/>
                <a:ea typeface="Times New Roman" panose="02020603050405020304" pitchFamily="18" charset="0"/>
              </a:rPr>
              <a:t>Coppolino</a:t>
            </a:r>
            <a:r>
              <a:rPr lang="en-CA" sz="1200" dirty="0">
                <a:effectLst/>
                <a:latin typeface="Times New Roman" panose="02020603050405020304" pitchFamily="18" charset="0"/>
                <a:ea typeface="Times New Roman" panose="02020603050405020304" pitchFamily="18" charset="0"/>
              </a:rPr>
              <a:t>, S. (2024, January 9). </a:t>
            </a:r>
            <a:r>
              <a:rPr lang="en-CA" sz="1200" i="1" dirty="0">
                <a:effectLst/>
                <a:latin typeface="Times New Roman" panose="02020603050405020304" pitchFamily="18" charset="0"/>
                <a:ea typeface="Times New Roman" panose="02020603050405020304" pitchFamily="18" charset="0"/>
              </a:rPr>
              <a:t>“Queen’s could cease to exist if we don’t deal with this issue:” faculty and staff remain skeptical</a:t>
            </a:r>
            <a:r>
              <a:rPr lang="en-CA" sz="1200" dirty="0">
                <a:effectLst/>
                <a:latin typeface="Times New Roman" panose="02020603050405020304" pitchFamily="18" charset="0"/>
                <a:ea typeface="Times New Roman" panose="02020603050405020304" pitchFamily="18" charset="0"/>
              </a:rPr>
              <a:t>. The Queen’s Journal. </a:t>
            </a:r>
            <a:r>
              <a:rPr lang="en-CA" sz="1200" u="sng" dirty="0">
                <a:solidFill>
                  <a:srgbClr val="467886"/>
                </a:solidFill>
                <a:effectLst/>
                <a:latin typeface="Times New Roman" panose="02020603050405020304" pitchFamily="18" charset="0"/>
                <a:ea typeface="Times New Roman" panose="02020603050405020304" pitchFamily="18" charset="0"/>
                <a:hlinkClick r:id="rId3"/>
              </a:rPr>
              <a:t>https://www.queensjournal.ca/queens-university-faces-imminent-closure-if-cuts-not-made-faculty-and-staff-remain-skeptical/</a:t>
            </a:r>
            <a:r>
              <a:rPr lang="en-CA" sz="1200" dirty="0">
                <a:effectLst/>
                <a:latin typeface="Times New Roman" panose="02020603050405020304" pitchFamily="18" charset="0"/>
                <a:ea typeface="Times New Roman" panose="02020603050405020304" pitchFamily="18" charset="0"/>
              </a:rPr>
              <a:t> </a:t>
            </a:r>
          </a:p>
          <a:p>
            <a:endParaRPr lang="en-US" dirty="0"/>
          </a:p>
          <a:p>
            <a:r>
              <a:rPr lang="en-US" dirty="0"/>
              <a:t>`</a:t>
            </a:r>
          </a:p>
        </p:txBody>
      </p:sp>
      <p:sp>
        <p:nvSpPr>
          <p:cNvPr id="4" name="Slide Number Placeholder 3"/>
          <p:cNvSpPr>
            <a:spLocks noGrp="1"/>
          </p:cNvSpPr>
          <p:nvPr>
            <p:ph type="sldNum" sz="quarter" idx="5"/>
          </p:nvPr>
        </p:nvSpPr>
        <p:spPr/>
        <p:txBody>
          <a:bodyPr/>
          <a:lstStyle/>
          <a:p>
            <a:fld id="{566D0527-52BB-EF4D-8CFF-4E88408D3CEF}" type="slidenum">
              <a:rPr lang="en-US" smtClean="0"/>
              <a:t>4</a:t>
            </a:fld>
            <a:endParaRPr lang="en-US"/>
          </a:p>
        </p:txBody>
      </p:sp>
    </p:spTree>
    <p:extLst>
      <p:ext uri="{BB962C8B-B14F-4D97-AF65-F5344CB8AC3E}">
        <p14:creationId xmlns:p14="http://schemas.microsoft.com/office/powerpoint/2010/main" val="905961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6190D-68FF-12FA-0092-E81A58670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AB180-A699-3265-E7DA-3BE85E1929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A708B-A275-4F1F-FE28-633068B1C98B}"/>
              </a:ext>
            </a:extLst>
          </p:cNvPr>
          <p:cNvSpPr>
            <a:spLocks noGrp="1"/>
          </p:cNvSpPr>
          <p:nvPr>
            <p:ph type="body" idx="1"/>
          </p:nvPr>
        </p:nvSpPr>
        <p:spPr/>
        <p:txBody>
          <a:bodyPr/>
          <a:lstStyle/>
          <a:p>
            <a:r>
              <a:rPr lang="en-US" dirty="0"/>
              <a:t>https://</a:t>
            </a:r>
            <a:r>
              <a:rPr lang="en-US" dirty="0" err="1"/>
              <a:t>www.therecord.com</a:t>
            </a:r>
            <a:r>
              <a:rPr lang="en-US" dirty="0"/>
              <a:t>/news/waterloo-region/university-of-waterloo-sees-75m-deficit-ahead-proposes-hiring-limit/article_25a1bf10-0f48-5489-9d56-0524fda12dd6.html</a:t>
            </a:r>
          </a:p>
          <a:p>
            <a:r>
              <a:rPr lang="en-US" dirty="0"/>
              <a:t>https://</a:t>
            </a:r>
            <a:r>
              <a:rPr lang="en-US" dirty="0" err="1"/>
              <a:t>ontariosuniversities.ca</a:t>
            </a:r>
            <a:r>
              <a:rPr lang="en-US" dirty="0"/>
              <a:t>/news/cou-statement-ontarios-universities-call-for-support-in-upcoming-fall-economic-statement/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effectLst/>
                <a:latin typeface="Times New Roman" panose="02020603050405020304" pitchFamily="18" charset="0"/>
                <a:ea typeface="Times New Roman" panose="02020603050405020304" pitchFamily="18" charset="0"/>
              </a:rPr>
              <a:t>Ontario Universities. </a:t>
            </a:r>
            <a:r>
              <a:rPr lang="en-CA" sz="1200" i="1" dirty="0">
                <a:effectLst/>
                <a:latin typeface="Times New Roman" panose="02020603050405020304" pitchFamily="18" charset="0"/>
                <a:ea typeface="Times New Roman" panose="02020603050405020304" pitchFamily="18" charset="0"/>
              </a:rPr>
              <a:t>Get to Know Ontario’s Universities – </a:t>
            </a:r>
            <a:r>
              <a:rPr lang="en-CA" sz="1200" i="1" dirty="0" err="1">
                <a:effectLst/>
                <a:latin typeface="Times New Roman" panose="02020603050405020304" pitchFamily="18" charset="0"/>
                <a:ea typeface="Times New Roman" panose="02020603050405020304" pitchFamily="18" charset="0"/>
              </a:rPr>
              <a:t>OUInfo</a:t>
            </a:r>
            <a:r>
              <a:rPr lang="en-CA" sz="1200" dirty="0">
                <a:effectLst/>
                <a:latin typeface="Times New Roman" panose="02020603050405020304" pitchFamily="18" charset="0"/>
                <a:ea typeface="Times New Roman" panose="02020603050405020304" pitchFamily="18" charset="0"/>
              </a:rPr>
              <a:t>. </a:t>
            </a:r>
            <a:r>
              <a:rPr lang="fr-CA" sz="1200" dirty="0" err="1">
                <a:effectLst/>
                <a:latin typeface="Times New Roman" panose="02020603050405020304" pitchFamily="18" charset="0"/>
                <a:ea typeface="Times New Roman" panose="02020603050405020304" pitchFamily="18" charset="0"/>
              </a:rPr>
              <a:t>Ouinfo.ca</a:t>
            </a:r>
            <a:r>
              <a:rPr lang="fr-CA" sz="1200" dirty="0">
                <a:effectLst/>
                <a:latin typeface="Times New Roman" panose="02020603050405020304" pitchFamily="18" charset="0"/>
                <a:ea typeface="Times New Roman" panose="02020603050405020304" pitchFamily="18" charset="0"/>
              </a:rPr>
              <a:t>. </a:t>
            </a:r>
            <a:r>
              <a:rPr lang="fr-CA" sz="1200" u="sng" dirty="0">
                <a:solidFill>
                  <a:srgbClr val="467886"/>
                </a:solidFill>
                <a:effectLst/>
                <a:latin typeface="Times New Roman" panose="02020603050405020304" pitchFamily="18" charset="0"/>
                <a:ea typeface="Times New Roman" panose="02020603050405020304" pitchFamily="18" charset="0"/>
                <a:hlinkClick r:id="rId3"/>
              </a:rPr>
              <a:t>https://www.ouinfo.ca/universities</a:t>
            </a:r>
            <a:endParaRPr lang="fr-CA" sz="1200" u="sng" dirty="0">
              <a:solidFill>
                <a:srgbClr val="467886"/>
              </a:solidFill>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effectLst/>
                <a:latin typeface="Times New Roman" panose="02020603050405020304" pitchFamily="18" charset="0"/>
                <a:ea typeface="Times New Roman" panose="02020603050405020304" pitchFamily="18" charset="0"/>
              </a:rPr>
              <a:t>CTV News Toronto. (2024, February 26). </a:t>
            </a:r>
            <a:r>
              <a:rPr lang="en-CA" sz="1200" i="1" dirty="0">
                <a:effectLst/>
                <a:latin typeface="Times New Roman" panose="02020603050405020304" pitchFamily="18" charset="0"/>
                <a:ea typeface="Times New Roman" panose="02020603050405020304" pitchFamily="18" charset="0"/>
              </a:rPr>
              <a:t>Ontario freezes post-secondary tuition for 3 more years, adds $1.3B in funding</a:t>
            </a:r>
            <a:r>
              <a:rPr lang="en-CA" sz="1200" dirty="0">
                <a:effectLst/>
                <a:latin typeface="Times New Roman" panose="02020603050405020304" pitchFamily="18" charset="0"/>
                <a:ea typeface="Times New Roman" panose="02020603050405020304" pitchFamily="18" charset="0"/>
              </a:rPr>
              <a:t> [Review of </a:t>
            </a:r>
            <a:r>
              <a:rPr lang="en-CA" sz="1200" i="1" dirty="0">
                <a:effectLst/>
                <a:latin typeface="Times New Roman" panose="02020603050405020304" pitchFamily="18" charset="0"/>
                <a:ea typeface="Times New Roman" panose="02020603050405020304" pitchFamily="18" charset="0"/>
              </a:rPr>
              <a:t>Ontario freezes post-secondary tuition for 3 more years, adds $1.3B in funding</a:t>
            </a:r>
            <a:r>
              <a:rPr lang="en-CA" sz="1200" dirty="0">
                <a:effectLst/>
                <a:latin typeface="Times New Roman" panose="02020603050405020304" pitchFamily="18" charset="0"/>
                <a:ea typeface="Times New Roman" panose="02020603050405020304" pitchFamily="18" charset="0"/>
              </a:rPr>
              <a:t>]. CTV News Toronto; CTV News. </a:t>
            </a:r>
            <a:r>
              <a:rPr lang="en-CA" sz="1200" u="sng" dirty="0">
                <a:solidFill>
                  <a:srgbClr val="467886"/>
                </a:solidFill>
                <a:effectLst/>
                <a:latin typeface="Times New Roman" panose="02020603050405020304" pitchFamily="18" charset="0"/>
                <a:ea typeface="Times New Roman" panose="02020603050405020304" pitchFamily="18" charset="0"/>
                <a:hlinkClick r:id="rId4"/>
              </a:rPr>
              <a:t>https://toronto.ctvnews.ca/ontario-freezes-post-secondary-tuition-for-3-more-years-adds-1-3b-in-funding-1.6783368</a:t>
            </a:r>
            <a:endParaRPr lang="en-CA" sz="1200" dirty="0">
              <a:effectLst/>
              <a:latin typeface="Times New Roman" panose="02020603050405020304" pitchFamily="18" charset="0"/>
              <a:ea typeface="Times New Roman" panose="02020603050405020304" pitchFamily="18" charset="0"/>
            </a:endParaRPr>
          </a:p>
          <a:p>
            <a:r>
              <a:rPr lang="en-CA" sz="1200" b="0" i="0" u="none" strike="noStrike" dirty="0">
                <a:solidFill>
                  <a:srgbClr val="000000"/>
                </a:solidFill>
                <a:effectLst/>
                <a:latin typeface="Times New Roman" panose="02020603050405020304" pitchFamily="18" charset="0"/>
              </a:rPr>
              <a:t>U of T. </a:t>
            </a:r>
            <a:r>
              <a:rPr lang="en-CA" sz="1200" b="0" i="1" u="none" strike="noStrike" dirty="0">
                <a:solidFill>
                  <a:srgbClr val="000000"/>
                </a:solidFill>
                <a:effectLst/>
                <a:latin typeface="Times New Roman" panose="02020603050405020304" pitchFamily="18" charset="0"/>
              </a:rPr>
              <a:t>Budget Report 2023-2024</a:t>
            </a:r>
            <a:r>
              <a:rPr lang="en-CA" sz="1200" b="0" i="0" u="none" strike="noStrike" dirty="0">
                <a:solidFill>
                  <a:srgbClr val="000000"/>
                </a:solidFill>
                <a:effectLst/>
                <a:latin typeface="Times New Roman" panose="02020603050405020304" pitchFamily="18" charset="0"/>
              </a:rPr>
              <a:t>. Planning &amp; Budget Office, 2023.</a:t>
            </a:r>
          </a:p>
          <a:p>
            <a:r>
              <a:rPr lang="en-CA" sz="1200" i="1" dirty="0">
                <a:effectLst/>
                <a:latin typeface="Times New Roman" panose="02020603050405020304" pitchFamily="18" charset="0"/>
                <a:ea typeface="Times New Roman" panose="02020603050405020304" pitchFamily="18" charset="0"/>
              </a:rPr>
              <a:t>Western University: 2024-2025 Operating and Capital Budgets </a:t>
            </a:r>
            <a:r>
              <a:rPr lang="en-CA" sz="1200" dirty="0">
                <a:effectLst/>
                <a:latin typeface="Times New Roman" panose="02020603050405020304" pitchFamily="18" charset="0"/>
                <a:ea typeface="Times New Roman" panose="02020603050405020304" pitchFamily="18" charset="0"/>
              </a:rPr>
              <a:t>[Review of </a:t>
            </a:r>
            <a:r>
              <a:rPr lang="en-CA" sz="1200" i="1" dirty="0">
                <a:effectLst/>
                <a:latin typeface="Times New Roman" panose="02020603050405020304" pitchFamily="18" charset="0"/>
                <a:ea typeface="Times New Roman" panose="02020603050405020304" pitchFamily="18" charset="0"/>
              </a:rPr>
              <a:t>Western University: 2024-2025 Operating and Capital Budgets</a:t>
            </a:r>
            <a:r>
              <a:rPr lang="en-CA" sz="1200" dirty="0">
                <a:effectLst/>
                <a:latin typeface="Times New Roman" panose="02020603050405020304" pitchFamily="18" charset="0"/>
                <a:ea typeface="Times New Roman" panose="02020603050405020304" pitchFamily="18" charset="0"/>
              </a:rPr>
              <a:t>]. Western University. </a:t>
            </a:r>
            <a:r>
              <a:rPr lang="fr-CA" sz="1200" u="sng" dirty="0">
                <a:solidFill>
                  <a:srgbClr val="467886"/>
                </a:solidFill>
                <a:effectLst/>
                <a:latin typeface="Times New Roman" panose="02020603050405020304" pitchFamily="18" charset="0"/>
                <a:ea typeface="Times New Roman" panose="02020603050405020304" pitchFamily="18" charset="0"/>
                <a:hlinkClick r:id="rId5"/>
              </a:rPr>
              <a:t>https://www.ipb.uwo.ca/documents/2024_budget.pdf</a:t>
            </a:r>
            <a:endParaRPr lang="fr-CA" sz="1200" u="sng" dirty="0">
              <a:solidFill>
                <a:srgbClr val="467886"/>
              </a:solidFill>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b="0" i="0" u="none" strike="noStrike" dirty="0">
                <a:solidFill>
                  <a:srgbClr val="000000"/>
                </a:solidFill>
                <a:effectLst/>
                <a:latin typeface="Times New Roman" panose="02020603050405020304" pitchFamily="18" charset="0"/>
              </a:rPr>
              <a:t>McMaster University. </a:t>
            </a:r>
            <a:r>
              <a:rPr lang="en-CA" sz="1800" b="0" i="1" u="none" strike="noStrike" dirty="0">
                <a:solidFill>
                  <a:srgbClr val="000000"/>
                </a:solidFill>
                <a:effectLst/>
                <a:latin typeface="Times New Roman" panose="02020603050405020304" pitchFamily="18" charset="0"/>
              </a:rPr>
              <a:t>2024-2025 Consolidated Budget</a:t>
            </a:r>
            <a:r>
              <a:rPr lang="en-CA" sz="1800" b="0" i="0" u="none" strike="noStrike" dirty="0">
                <a:solidFill>
                  <a:srgbClr val="000000"/>
                </a:solidFill>
                <a:effectLst/>
                <a:latin typeface="Times New Roman" panose="02020603050405020304" pitchFamily="18" charset="0"/>
              </a:rPr>
              <a:t>. Board of Governors , 2024.</a:t>
            </a:r>
          </a:p>
          <a:p>
            <a:endParaRPr lang="en-CA" sz="12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A7744F08-BC0F-E810-0023-25EB92EB1D91}"/>
              </a:ext>
            </a:extLst>
          </p:cNvPr>
          <p:cNvSpPr>
            <a:spLocks noGrp="1"/>
          </p:cNvSpPr>
          <p:nvPr>
            <p:ph type="sldNum" sz="quarter" idx="5"/>
          </p:nvPr>
        </p:nvSpPr>
        <p:spPr/>
        <p:txBody>
          <a:bodyPr/>
          <a:lstStyle/>
          <a:p>
            <a:fld id="{566D0527-52BB-EF4D-8CFF-4E88408D3CEF}" type="slidenum">
              <a:rPr lang="en-US" smtClean="0"/>
              <a:t>5</a:t>
            </a:fld>
            <a:endParaRPr lang="en-US"/>
          </a:p>
        </p:txBody>
      </p:sp>
    </p:spTree>
    <p:extLst>
      <p:ext uri="{BB962C8B-B14F-4D97-AF65-F5344CB8AC3E}">
        <p14:creationId xmlns:p14="http://schemas.microsoft.com/office/powerpoint/2010/main" val="756907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53BB39-699E-914A-9D5A-814C3089D602}" type="slidenum">
              <a:rPr lang="en-US" smtClean="0"/>
              <a:t>8</a:t>
            </a:fld>
            <a:endParaRPr lang="en-US"/>
          </a:p>
        </p:txBody>
      </p:sp>
    </p:spTree>
    <p:extLst>
      <p:ext uri="{BB962C8B-B14F-4D97-AF65-F5344CB8AC3E}">
        <p14:creationId xmlns:p14="http://schemas.microsoft.com/office/powerpoint/2010/main" val="499991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0424C-7A54-C18E-24C8-1CFBC81E0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053AF-8BD9-6730-1BB7-D3BEE6A0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0B964-F305-EFCE-5315-82D2EBD963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6F8C89-8048-B851-E34F-673CDE0429FF}"/>
              </a:ext>
            </a:extLst>
          </p:cNvPr>
          <p:cNvSpPr>
            <a:spLocks noGrp="1"/>
          </p:cNvSpPr>
          <p:nvPr>
            <p:ph type="sldNum" sz="quarter" idx="5"/>
          </p:nvPr>
        </p:nvSpPr>
        <p:spPr/>
        <p:txBody>
          <a:bodyPr/>
          <a:lstStyle/>
          <a:p>
            <a:fld id="{6999A1B5-0720-9944-9CAB-A7BE67A59ED2}" type="slidenum">
              <a:rPr lang="en-US" smtClean="0"/>
              <a:t>10</a:t>
            </a:fld>
            <a:endParaRPr lang="en-US"/>
          </a:p>
        </p:txBody>
      </p:sp>
    </p:spTree>
    <p:extLst>
      <p:ext uri="{BB962C8B-B14F-4D97-AF65-F5344CB8AC3E}">
        <p14:creationId xmlns:p14="http://schemas.microsoft.com/office/powerpoint/2010/main" val="412991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53BB39-699E-914A-9D5A-814C3089D602}" type="slidenum">
              <a:rPr lang="en-US" smtClean="0"/>
              <a:t>16</a:t>
            </a:fld>
            <a:endParaRPr lang="en-US"/>
          </a:p>
        </p:txBody>
      </p:sp>
    </p:spTree>
    <p:extLst>
      <p:ext uri="{BB962C8B-B14F-4D97-AF65-F5344CB8AC3E}">
        <p14:creationId xmlns:p14="http://schemas.microsoft.com/office/powerpoint/2010/main" val="3398335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9AC42-C4B6-DAE0-7155-5637185A5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F36116-EFF6-857B-714D-58BFD5DBA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E7D8AC-3DBF-218E-BF38-411A4B14D4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88E063-9512-2452-A989-2C0BB2421E3D}"/>
              </a:ext>
            </a:extLst>
          </p:cNvPr>
          <p:cNvSpPr>
            <a:spLocks noGrp="1"/>
          </p:cNvSpPr>
          <p:nvPr>
            <p:ph type="sldNum" sz="quarter" idx="5"/>
          </p:nvPr>
        </p:nvSpPr>
        <p:spPr/>
        <p:txBody>
          <a:bodyPr/>
          <a:lstStyle/>
          <a:p>
            <a:fld id="{3D53BB39-699E-914A-9D5A-814C3089D602}" type="slidenum">
              <a:rPr lang="en-US" smtClean="0"/>
              <a:t>17</a:t>
            </a:fld>
            <a:endParaRPr lang="en-US"/>
          </a:p>
        </p:txBody>
      </p:sp>
    </p:spTree>
    <p:extLst>
      <p:ext uri="{BB962C8B-B14F-4D97-AF65-F5344CB8AC3E}">
        <p14:creationId xmlns:p14="http://schemas.microsoft.com/office/powerpoint/2010/main" val="4207418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DE14-C6B4-DF24-5D48-4F7FBD543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AB88A-7451-B306-3BD0-26DBCF77C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F2A09-D804-4ADF-2A32-69E203FCFF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723A52-64E2-C89F-DA16-EECC56954E4F}"/>
              </a:ext>
            </a:extLst>
          </p:cNvPr>
          <p:cNvSpPr>
            <a:spLocks noGrp="1"/>
          </p:cNvSpPr>
          <p:nvPr>
            <p:ph type="sldNum" sz="quarter" idx="5"/>
          </p:nvPr>
        </p:nvSpPr>
        <p:spPr/>
        <p:txBody>
          <a:bodyPr/>
          <a:lstStyle/>
          <a:p>
            <a:fld id="{3D53BB39-699E-914A-9D5A-814C3089D602}" type="slidenum">
              <a:rPr lang="en-US" smtClean="0"/>
              <a:t>18</a:t>
            </a:fld>
            <a:endParaRPr lang="en-US"/>
          </a:p>
        </p:txBody>
      </p:sp>
    </p:spTree>
    <p:extLst>
      <p:ext uri="{BB962C8B-B14F-4D97-AF65-F5344CB8AC3E}">
        <p14:creationId xmlns:p14="http://schemas.microsoft.com/office/powerpoint/2010/main" val="926404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45A73-546F-5342-22A5-01D694D65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F418D-9A77-F9C6-10F3-167B30452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6EBE6F-C32E-35C9-C01B-EB0B6A334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AB2B18-BC28-B43E-1C5C-6431CE0D06B2}"/>
              </a:ext>
            </a:extLst>
          </p:cNvPr>
          <p:cNvSpPr>
            <a:spLocks noGrp="1"/>
          </p:cNvSpPr>
          <p:nvPr>
            <p:ph type="sldNum" sz="quarter" idx="5"/>
          </p:nvPr>
        </p:nvSpPr>
        <p:spPr/>
        <p:txBody>
          <a:bodyPr/>
          <a:lstStyle/>
          <a:p>
            <a:fld id="{3D53BB39-699E-914A-9D5A-814C3089D602}" type="slidenum">
              <a:rPr lang="en-US" smtClean="0"/>
              <a:t>19</a:t>
            </a:fld>
            <a:endParaRPr lang="en-US"/>
          </a:p>
        </p:txBody>
      </p:sp>
    </p:spTree>
    <p:extLst>
      <p:ext uri="{BB962C8B-B14F-4D97-AF65-F5344CB8AC3E}">
        <p14:creationId xmlns:p14="http://schemas.microsoft.com/office/powerpoint/2010/main" val="412906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2AE5-EABB-5718-2BFF-602F6F13A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A4FB3-D170-6544-1E25-47ECB910D3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AF26A-41B1-410E-D3FD-573913526B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745050-781A-7053-5EE9-063EB3EF50EE}"/>
              </a:ext>
            </a:extLst>
          </p:cNvPr>
          <p:cNvSpPr>
            <a:spLocks noGrp="1"/>
          </p:cNvSpPr>
          <p:nvPr>
            <p:ph type="sldNum" sz="quarter" idx="5"/>
          </p:nvPr>
        </p:nvSpPr>
        <p:spPr/>
        <p:txBody>
          <a:bodyPr/>
          <a:lstStyle/>
          <a:p>
            <a:fld id="{3D53BB39-699E-914A-9D5A-814C3089D602}" type="slidenum">
              <a:rPr lang="en-US" smtClean="0"/>
              <a:t>20</a:t>
            </a:fld>
            <a:endParaRPr lang="en-US"/>
          </a:p>
        </p:txBody>
      </p:sp>
    </p:spTree>
    <p:extLst>
      <p:ext uri="{BB962C8B-B14F-4D97-AF65-F5344CB8AC3E}">
        <p14:creationId xmlns:p14="http://schemas.microsoft.com/office/powerpoint/2010/main" val="3939351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713B6-5C36-36BA-43BA-EBC6B3055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1652D-FF9E-AB32-8987-0D4A72515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CD6F2F-38AF-528A-7D39-7CC78716B7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F51E49-714C-283B-E3EA-9E886B260CE2}"/>
              </a:ext>
            </a:extLst>
          </p:cNvPr>
          <p:cNvSpPr>
            <a:spLocks noGrp="1"/>
          </p:cNvSpPr>
          <p:nvPr>
            <p:ph type="sldNum" sz="quarter" idx="5"/>
          </p:nvPr>
        </p:nvSpPr>
        <p:spPr/>
        <p:txBody>
          <a:bodyPr/>
          <a:lstStyle/>
          <a:p>
            <a:fld id="{3D53BB39-699E-914A-9D5A-814C3089D602}" type="slidenum">
              <a:rPr lang="en-US" smtClean="0"/>
              <a:t>21</a:t>
            </a:fld>
            <a:endParaRPr lang="en-US"/>
          </a:p>
        </p:txBody>
      </p:sp>
    </p:spTree>
    <p:extLst>
      <p:ext uri="{BB962C8B-B14F-4D97-AF65-F5344CB8AC3E}">
        <p14:creationId xmlns:p14="http://schemas.microsoft.com/office/powerpoint/2010/main" val="3292048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623FE-1872-6529-2281-AFA9398A1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322D3B-9765-8A96-EB69-B5A794E8E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E4B49-CD83-1A18-B8DD-A99D2C51FD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577163-663D-CBD3-B26F-09461CE606BE}"/>
              </a:ext>
            </a:extLst>
          </p:cNvPr>
          <p:cNvSpPr>
            <a:spLocks noGrp="1"/>
          </p:cNvSpPr>
          <p:nvPr>
            <p:ph type="sldNum" sz="quarter" idx="5"/>
          </p:nvPr>
        </p:nvSpPr>
        <p:spPr/>
        <p:txBody>
          <a:bodyPr/>
          <a:lstStyle/>
          <a:p>
            <a:fld id="{3D53BB39-699E-914A-9D5A-814C3089D602}" type="slidenum">
              <a:rPr lang="en-US" smtClean="0"/>
              <a:t>23</a:t>
            </a:fld>
            <a:endParaRPr lang="en-US"/>
          </a:p>
        </p:txBody>
      </p:sp>
    </p:spTree>
    <p:extLst>
      <p:ext uri="{BB962C8B-B14F-4D97-AF65-F5344CB8AC3E}">
        <p14:creationId xmlns:p14="http://schemas.microsoft.com/office/powerpoint/2010/main" val="2934544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92C4B-2B5D-1561-5CBA-427A8E6D5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387D4-E43F-1853-1D4A-C0F35342E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DBC1A-73E0-A0A2-B485-C80BEDC4E5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9B4B27-7E06-D67D-7880-3AF44ECCF58D}"/>
              </a:ext>
            </a:extLst>
          </p:cNvPr>
          <p:cNvSpPr>
            <a:spLocks noGrp="1"/>
          </p:cNvSpPr>
          <p:nvPr>
            <p:ph type="sldNum" sz="quarter" idx="5"/>
          </p:nvPr>
        </p:nvSpPr>
        <p:spPr/>
        <p:txBody>
          <a:bodyPr/>
          <a:lstStyle/>
          <a:p>
            <a:fld id="{3D53BB39-699E-914A-9D5A-814C3089D602}" type="slidenum">
              <a:rPr lang="en-US" smtClean="0"/>
              <a:t>25</a:t>
            </a:fld>
            <a:endParaRPr lang="en-US"/>
          </a:p>
        </p:txBody>
      </p:sp>
    </p:spTree>
    <p:extLst>
      <p:ext uri="{BB962C8B-B14F-4D97-AF65-F5344CB8AC3E}">
        <p14:creationId xmlns:p14="http://schemas.microsoft.com/office/powerpoint/2010/main" val="713466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9940-8E97-5880-BD47-047D201CE6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F2A9AD-B602-5189-20D7-EA98B3B58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8AE20B8-26BB-9AF2-8944-4E88581AF46C}"/>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5" name="Footer Placeholder 4">
            <a:extLst>
              <a:ext uri="{FF2B5EF4-FFF2-40B4-BE49-F238E27FC236}">
                <a16:creationId xmlns:a16="http://schemas.microsoft.com/office/drawing/2014/main" id="{141A45D9-3A9E-F33C-0D2B-C245E09985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7FD7B-8603-9515-7A28-0F72B02CB03E}"/>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314022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6467C-FBAF-FBAB-0708-052A22DADA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985B4C-D0FC-9F62-1449-C16BA95A7E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34E1D-7FE1-89FF-78D6-E4EA0CDE6E09}"/>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5" name="Footer Placeholder 4">
            <a:extLst>
              <a:ext uri="{FF2B5EF4-FFF2-40B4-BE49-F238E27FC236}">
                <a16:creationId xmlns:a16="http://schemas.microsoft.com/office/drawing/2014/main" id="{76B3A1B1-F50F-900D-40D4-F9AD9BBB11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1491F1-9891-D458-BF57-D0428E4C993C}"/>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3188950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8E943-8BF5-1E43-B6CC-8DB3B557D3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BC1E98-2FC4-2DC6-296B-7D1688BBEC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4CBC4E-3C00-DBC2-77DD-421F66424808}"/>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5" name="Footer Placeholder 4">
            <a:extLst>
              <a:ext uri="{FF2B5EF4-FFF2-40B4-BE49-F238E27FC236}">
                <a16:creationId xmlns:a16="http://schemas.microsoft.com/office/drawing/2014/main" id="{8F8702C1-B626-37D9-E616-7D536ABEA6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420A25-DB13-4773-A898-421F55209446}"/>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861046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AA54-785D-0565-0239-A8EE3F2973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02678C-E9EC-DCDC-8555-4CA3BD4CF9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10345B-CAE4-5C91-EE67-9C4097E558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D1836F-2995-F263-F470-37A71AA68DBA}"/>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6" name="Footer Placeholder 5">
            <a:extLst>
              <a:ext uri="{FF2B5EF4-FFF2-40B4-BE49-F238E27FC236}">
                <a16:creationId xmlns:a16="http://schemas.microsoft.com/office/drawing/2014/main" id="{FE9A9074-C508-548B-AAFA-13111A9019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051193-D663-F875-8157-17A486F3A318}"/>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1708564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931F-3E01-651D-820F-8E6DC65E04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7EDEE2-EAA6-C868-80BF-8BFF2BDC8B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4C0FC2-4E37-9EB9-2027-A2355A3E8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87CE7A-4D6C-E9C1-202F-6988CDBEAA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79FA76-BA7D-2BC2-0F70-24F74AEA12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4D888E-53EC-B2DA-A374-54E75C92D2F5}"/>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8" name="Footer Placeholder 7">
            <a:extLst>
              <a:ext uri="{FF2B5EF4-FFF2-40B4-BE49-F238E27FC236}">
                <a16:creationId xmlns:a16="http://schemas.microsoft.com/office/drawing/2014/main" id="{772F3A9C-772C-8802-1485-24759BAB41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136F54-8520-FAD8-2335-DE17202CCF4D}"/>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2019890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92D2E-66F5-761E-91CD-BF1C1BE931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DD0A46-17CB-EE61-82CF-B86794DF58E6}"/>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4" name="Footer Placeholder 3">
            <a:extLst>
              <a:ext uri="{FF2B5EF4-FFF2-40B4-BE49-F238E27FC236}">
                <a16:creationId xmlns:a16="http://schemas.microsoft.com/office/drawing/2014/main" id="{D14E97B4-D997-D0B4-BC56-547449F91E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8E2FFB-2D22-8785-30B5-885BD9FAC7E1}"/>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3261648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A6E6F1-8C39-C03D-EB56-B52DA61699DB}"/>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3" name="Footer Placeholder 2">
            <a:extLst>
              <a:ext uri="{FF2B5EF4-FFF2-40B4-BE49-F238E27FC236}">
                <a16:creationId xmlns:a16="http://schemas.microsoft.com/office/drawing/2014/main" id="{C819CBB7-45B8-A346-0638-220CB2B5CD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734905-3364-A250-8F35-D7EDEDB33C62}"/>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2825159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9E1A1-1A3F-8C9C-F4AB-6F3209182A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5798E7-38DF-05B3-3E64-1ECBF2BFA7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1E2DE7-2F74-EBA3-3CCE-4C32B7FACE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408C88-ECFE-CA5F-DEF6-2C17817836F6}"/>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6" name="Footer Placeholder 5">
            <a:extLst>
              <a:ext uri="{FF2B5EF4-FFF2-40B4-BE49-F238E27FC236}">
                <a16:creationId xmlns:a16="http://schemas.microsoft.com/office/drawing/2014/main" id="{227EA793-DD53-B9B5-5A15-577C258966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E9FED-1629-E840-44DD-691F47392F88}"/>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1805934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68CFC-8DC6-84F8-0D3B-32C977768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A7962C-9CCA-F244-50A7-0BB23DC34C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E7CDB2-4DC4-04A2-4E8E-547B04E7EB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C3725A-1552-54EC-EB9D-654D084716AA}"/>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6" name="Footer Placeholder 5">
            <a:extLst>
              <a:ext uri="{FF2B5EF4-FFF2-40B4-BE49-F238E27FC236}">
                <a16:creationId xmlns:a16="http://schemas.microsoft.com/office/drawing/2014/main" id="{BE5EE36C-426C-14DF-6369-56025DE80E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A50433-105D-B551-21D4-9BDE08D07141}"/>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2675848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E60AB-6169-D1EC-8C83-1D40DBAC54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977BB4-9656-ADC6-FCDC-6D4CC02AE2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5CAAF-F013-27A9-03BB-C7719CDF8619}"/>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5" name="Footer Placeholder 4">
            <a:extLst>
              <a:ext uri="{FF2B5EF4-FFF2-40B4-BE49-F238E27FC236}">
                <a16:creationId xmlns:a16="http://schemas.microsoft.com/office/drawing/2014/main" id="{0B44C41C-9D05-A67A-0D4F-8ACD881311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3E17F-F865-52BC-E72D-60247D2CD40C}"/>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2924948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1867F5-98C6-E57E-5B75-533D7CB42B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3E5E9F-0F08-B152-054E-84AE35E28E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A9223F-A73F-6A5C-3964-1ABBD1524B69}"/>
              </a:ext>
            </a:extLst>
          </p:cNvPr>
          <p:cNvSpPr>
            <a:spLocks noGrp="1"/>
          </p:cNvSpPr>
          <p:nvPr>
            <p:ph type="dt" sz="half" idx="10"/>
          </p:nvPr>
        </p:nvSpPr>
        <p:spPr/>
        <p:txBody>
          <a:bodyPr/>
          <a:lstStyle/>
          <a:p>
            <a:fld id="{902DE859-6522-9048-B9B4-EDB2D22591C2}" type="datetimeFigureOut">
              <a:rPr lang="en-US" smtClean="0"/>
              <a:t>4/11/26</a:t>
            </a:fld>
            <a:endParaRPr lang="en-US"/>
          </a:p>
        </p:txBody>
      </p:sp>
      <p:sp>
        <p:nvSpPr>
          <p:cNvPr id="5" name="Footer Placeholder 4">
            <a:extLst>
              <a:ext uri="{FF2B5EF4-FFF2-40B4-BE49-F238E27FC236}">
                <a16:creationId xmlns:a16="http://schemas.microsoft.com/office/drawing/2014/main" id="{C5A82DEC-782F-33B6-4D63-989D12AA7E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D9B84-89DD-F83C-2787-3EAFABD74896}"/>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1716009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4016E0-604A-DF56-314E-6CF0DA875E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D64FDC-2538-4ED6-8A12-140EAEBDF4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7CFD7C-B96B-4646-2D9B-0EC96165B4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2DE859-6522-9048-B9B4-EDB2D22591C2}" type="datetimeFigureOut">
              <a:rPr lang="en-US" smtClean="0"/>
              <a:t>4/11/26</a:t>
            </a:fld>
            <a:endParaRPr lang="en-US"/>
          </a:p>
        </p:txBody>
      </p:sp>
      <p:sp>
        <p:nvSpPr>
          <p:cNvPr id="5" name="Footer Placeholder 4">
            <a:extLst>
              <a:ext uri="{FF2B5EF4-FFF2-40B4-BE49-F238E27FC236}">
                <a16:creationId xmlns:a16="http://schemas.microsoft.com/office/drawing/2014/main" id="{010DDF43-327E-18C9-301B-B5B032123C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0AD67B-5A7B-27D5-C46F-774BF57B1C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B925E2-E8C9-4143-BCD5-4CDDC2142BEC}" type="slidenum">
              <a:rPr lang="en-US" smtClean="0"/>
              <a:t>‹#›</a:t>
            </a:fld>
            <a:endParaRPr lang="en-US"/>
          </a:p>
        </p:txBody>
      </p:sp>
    </p:spTree>
    <p:extLst>
      <p:ext uri="{BB962C8B-B14F-4D97-AF65-F5344CB8AC3E}">
        <p14:creationId xmlns:p14="http://schemas.microsoft.com/office/powerpoint/2010/main" val="1660425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20.png"/><Relationship Id="rId26" Type="http://schemas.openxmlformats.org/officeDocument/2006/relationships/image" Target="../media/image24.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28.png"/><Relationship Id="rId7" Type="http://schemas.openxmlformats.org/officeDocument/2006/relationships/customXml" Target="../ink/ink3.xml"/><Relationship Id="rId12" Type="http://schemas.openxmlformats.org/officeDocument/2006/relationships/image" Target="../media/image17.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30.png"/><Relationship Id="rId2" Type="http://schemas.openxmlformats.org/officeDocument/2006/relationships/notesSlide" Target="../notesSlides/notesSlide7.xml"/><Relationship Id="rId16" Type="http://schemas.openxmlformats.org/officeDocument/2006/relationships/image" Target="../media/image19.png"/><Relationship Id="rId20" Type="http://schemas.openxmlformats.org/officeDocument/2006/relationships/image" Target="../media/image21.png"/><Relationship Id="rId29"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customXml" Target="../ink/ink5.xml"/><Relationship Id="rId24" Type="http://schemas.openxmlformats.org/officeDocument/2006/relationships/image" Target="../media/image23.png"/><Relationship Id="rId32" Type="http://schemas.openxmlformats.org/officeDocument/2006/relationships/image" Target="../media/image27.png"/><Relationship Id="rId37" Type="http://schemas.openxmlformats.org/officeDocument/2006/relationships/customXml" Target="../ink/ink18.xml"/><Relationship Id="rId40" Type="http://schemas.openxmlformats.org/officeDocument/2006/relationships/image" Target="../media/image31.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25.png"/><Relationship Id="rId36"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customXml" Target="../ink/ink9.xml"/><Relationship Id="rId31" Type="http://schemas.openxmlformats.org/officeDocument/2006/relationships/customXml" Target="../ink/ink15.xml"/><Relationship Id="rId4" Type="http://schemas.openxmlformats.org/officeDocument/2006/relationships/image" Target="../media/image13.png"/><Relationship Id="rId9" Type="http://schemas.openxmlformats.org/officeDocument/2006/relationships/customXml" Target="../ink/ink4.xml"/><Relationship Id="rId14" Type="http://schemas.openxmlformats.org/officeDocument/2006/relationships/image" Target="../media/image18.png"/><Relationship Id="rId22" Type="http://schemas.openxmlformats.org/officeDocument/2006/relationships/image" Target="../media/image22.png"/><Relationship Id="rId27" Type="http://schemas.openxmlformats.org/officeDocument/2006/relationships/customXml" Target="../ink/ink13.xml"/><Relationship Id="rId30" Type="http://schemas.openxmlformats.org/officeDocument/2006/relationships/image" Target="../media/image26.png"/><Relationship Id="rId35" Type="http://schemas.openxmlformats.org/officeDocument/2006/relationships/customXml" Target="../ink/ink17.xml"/><Relationship Id="rId8" Type="http://schemas.openxmlformats.org/officeDocument/2006/relationships/image" Target="../media/image15.png"/><Relationship Id="rId3" Type="http://schemas.openxmlformats.org/officeDocument/2006/relationships/customXml" Target="../ink/ink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3" Type="http://schemas.openxmlformats.org/officeDocument/2006/relationships/customXml" Target="../ink/ink25.xml"/><Relationship Id="rId18" Type="http://schemas.openxmlformats.org/officeDocument/2006/relationships/image" Target="../media/image40.png"/><Relationship Id="rId26" Type="http://schemas.openxmlformats.org/officeDocument/2006/relationships/image" Target="../media/image44.png"/><Relationship Id="rId39" Type="http://schemas.openxmlformats.org/officeDocument/2006/relationships/customXml" Target="../ink/ink38.xml"/><Relationship Id="rId21" Type="http://schemas.openxmlformats.org/officeDocument/2006/relationships/customXml" Target="../ink/ink29.xml"/><Relationship Id="rId34" Type="http://schemas.openxmlformats.org/officeDocument/2006/relationships/image" Target="../media/image48.png"/><Relationship Id="rId42" Type="http://schemas.openxmlformats.org/officeDocument/2006/relationships/image" Target="../media/image52.png"/><Relationship Id="rId7" Type="http://schemas.openxmlformats.org/officeDocument/2006/relationships/customXml" Target="../ink/ink22.xml"/><Relationship Id="rId2" Type="http://schemas.openxmlformats.org/officeDocument/2006/relationships/notesSlide" Target="../notesSlides/notesSlide9.xml"/><Relationship Id="rId16" Type="http://schemas.openxmlformats.org/officeDocument/2006/relationships/image" Target="../media/image39.png"/><Relationship Id="rId20" Type="http://schemas.openxmlformats.org/officeDocument/2006/relationships/image" Target="../media/image41.png"/><Relationship Id="rId29" Type="http://schemas.openxmlformats.org/officeDocument/2006/relationships/customXml" Target="../ink/ink33.xml"/><Relationship Id="rId41" Type="http://schemas.openxmlformats.org/officeDocument/2006/relationships/customXml" Target="../ink/ink39.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customXml" Target="../ink/ink24.xml"/><Relationship Id="rId24" Type="http://schemas.openxmlformats.org/officeDocument/2006/relationships/image" Target="../media/image43.png"/><Relationship Id="rId32" Type="http://schemas.openxmlformats.org/officeDocument/2006/relationships/image" Target="../media/image47.png"/><Relationship Id="rId37" Type="http://schemas.openxmlformats.org/officeDocument/2006/relationships/customXml" Target="../ink/ink37.xml"/><Relationship Id="rId40" Type="http://schemas.openxmlformats.org/officeDocument/2006/relationships/image" Target="../media/image51.png"/><Relationship Id="rId5" Type="http://schemas.openxmlformats.org/officeDocument/2006/relationships/customXml" Target="../ink/ink21.xml"/><Relationship Id="rId15" Type="http://schemas.openxmlformats.org/officeDocument/2006/relationships/customXml" Target="../ink/ink26.xml"/><Relationship Id="rId23" Type="http://schemas.openxmlformats.org/officeDocument/2006/relationships/customXml" Target="../ink/ink30.xml"/><Relationship Id="rId28" Type="http://schemas.openxmlformats.org/officeDocument/2006/relationships/image" Target="../media/image45.png"/><Relationship Id="rId36" Type="http://schemas.openxmlformats.org/officeDocument/2006/relationships/image" Target="../media/image49.png"/><Relationship Id="rId10" Type="http://schemas.openxmlformats.org/officeDocument/2006/relationships/image" Target="../media/image36.png"/><Relationship Id="rId19" Type="http://schemas.openxmlformats.org/officeDocument/2006/relationships/customXml" Target="../ink/ink28.xml"/><Relationship Id="rId31" Type="http://schemas.openxmlformats.org/officeDocument/2006/relationships/customXml" Target="../ink/ink34.xml"/><Relationship Id="rId4" Type="http://schemas.openxmlformats.org/officeDocument/2006/relationships/image" Target="../media/image33.png"/><Relationship Id="rId9" Type="http://schemas.openxmlformats.org/officeDocument/2006/relationships/customXml" Target="../ink/ink23.xml"/><Relationship Id="rId14" Type="http://schemas.openxmlformats.org/officeDocument/2006/relationships/image" Target="../media/image38.png"/><Relationship Id="rId22" Type="http://schemas.openxmlformats.org/officeDocument/2006/relationships/image" Target="../media/image42.png"/><Relationship Id="rId27" Type="http://schemas.openxmlformats.org/officeDocument/2006/relationships/customXml" Target="../ink/ink32.xml"/><Relationship Id="rId30" Type="http://schemas.openxmlformats.org/officeDocument/2006/relationships/image" Target="../media/image46.png"/><Relationship Id="rId35" Type="http://schemas.openxmlformats.org/officeDocument/2006/relationships/customXml" Target="../ink/ink36.xml"/><Relationship Id="rId8" Type="http://schemas.openxmlformats.org/officeDocument/2006/relationships/image" Target="../media/image35.png"/><Relationship Id="rId3" Type="http://schemas.openxmlformats.org/officeDocument/2006/relationships/customXml" Target="../ink/ink20.xml"/><Relationship Id="rId12" Type="http://schemas.openxmlformats.org/officeDocument/2006/relationships/image" Target="../media/image37.png"/><Relationship Id="rId17" Type="http://schemas.openxmlformats.org/officeDocument/2006/relationships/customXml" Target="../ink/ink27.xml"/><Relationship Id="rId25" Type="http://schemas.openxmlformats.org/officeDocument/2006/relationships/customXml" Target="../ink/ink31.xml"/><Relationship Id="rId33" Type="http://schemas.openxmlformats.org/officeDocument/2006/relationships/customXml" Target="../ink/ink35.xml"/><Relationship Id="rId38"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customXml" Target="../ink/ink48.xml"/><Relationship Id="rId26" Type="http://schemas.openxmlformats.org/officeDocument/2006/relationships/customXml" Target="../ink/ink52.xml"/><Relationship Id="rId39" Type="http://schemas.openxmlformats.org/officeDocument/2006/relationships/image" Target="../media/image72.png"/><Relationship Id="rId21" Type="http://schemas.openxmlformats.org/officeDocument/2006/relationships/image" Target="../media/image63.png"/><Relationship Id="rId34" Type="http://schemas.openxmlformats.org/officeDocument/2006/relationships/customXml" Target="../ink/ink56.xml"/><Relationship Id="rId42" Type="http://schemas.openxmlformats.org/officeDocument/2006/relationships/customXml" Target="../ink/ink60.xml"/><Relationship Id="rId47" Type="http://schemas.openxmlformats.org/officeDocument/2006/relationships/image" Target="../media/image76.png"/><Relationship Id="rId7" Type="http://schemas.openxmlformats.org/officeDocument/2006/relationships/image" Target="../media/image56.png"/><Relationship Id="rId2" Type="http://schemas.openxmlformats.org/officeDocument/2006/relationships/customXml" Target="../ink/ink40.xml"/><Relationship Id="rId16" Type="http://schemas.openxmlformats.org/officeDocument/2006/relationships/customXml" Target="../ink/ink47.xml"/><Relationship Id="rId29" Type="http://schemas.openxmlformats.org/officeDocument/2006/relationships/image" Target="../media/image67.png"/><Relationship Id="rId11" Type="http://schemas.openxmlformats.org/officeDocument/2006/relationships/image" Target="../media/image58.png"/><Relationship Id="rId24" Type="http://schemas.openxmlformats.org/officeDocument/2006/relationships/customXml" Target="../ink/ink51.xml"/><Relationship Id="rId32" Type="http://schemas.openxmlformats.org/officeDocument/2006/relationships/customXml" Target="../ink/ink55.xml"/><Relationship Id="rId37" Type="http://schemas.openxmlformats.org/officeDocument/2006/relationships/image" Target="../media/image71.png"/><Relationship Id="rId40" Type="http://schemas.openxmlformats.org/officeDocument/2006/relationships/customXml" Target="../ink/ink59.xml"/><Relationship Id="rId45" Type="http://schemas.openxmlformats.org/officeDocument/2006/relationships/image" Target="../media/image75.png"/><Relationship Id="rId5" Type="http://schemas.openxmlformats.org/officeDocument/2006/relationships/image" Target="../media/image55.png"/><Relationship Id="rId15" Type="http://schemas.openxmlformats.org/officeDocument/2006/relationships/image" Target="../media/image60.png"/><Relationship Id="rId23" Type="http://schemas.openxmlformats.org/officeDocument/2006/relationships/image" Target="../media/image64.png"/><Relationship Id="rId28" Type="http://schemas.openxmlformats.org/officeDocument/2006/relationships/customXml" Target="../ink/ink53.xml"/><Relationship Id="rId36" Type="http://schemas.openxmlformats.org/officeDocument/2006/relationships/customXml" Target="../ink/ink57.xml"/><Relationship Id="rId49" Type="http://schemas.openxmlformats.org/officeDocument/2006/relationships/image" Target="../media/image77.png"/><Relationship Id="rId10" Type="http://schemas.openxmlformats.org/officeDocument/2006/relationships/customXml" Target="../ink/ink44.xml"/><Relationship Id="rId19" Type="http://schemas.openxmlformats.org/officeDocument/2006/relationships/image" Target="../media/image62.png"/><Relationship Id="rId31" Type="http://schemas.openxmlformats.org/officeDocument/2006/relationships/image" Target="../media/image68.png"/><Relationship Id="rId44" Type="http://schemas.openxmlformats.org/officeDocument/2006/relationships/customXml" Target="../ink/ink61.xml"/><Relationship Id="rId4" Type="http://schemas.openxmlformats.org/officeDocument/2006/relationships/customXml" Target="../ink/ink41.xml"/><Relationship Id="rId9" Type="http://schemas.openxmlformats.org/officeDocument/2006/relationships/image" Target="../media/image57.png"/><Relationship Id="rId14" Type="http://schemas.openxmlformats.org/officeDocument/2006/relationships/customXml" Target="../ink/ink46.xml"/><Relationship Id="rId22" Type="http://schemas.openxmlformats.org/officeDocument/2006/relationships/customXml" Target="../ink/ink50.xml"/><Relationship Id="rId27" Type="http://schemas.openxmlformats.org/officeDocument/2006/relationships/image" Target="../media/image66.png"/><Relationship Id="rId30" Type="http://schemas.openxmlformats.org/officeDocument/2006/relationships/customXml" Target="../ink/ink54.xml"/><Relationship Id="rId35" Type="http://schemas.openxmlformats.org/officeDocument/2006/relationships/image" Target="../media/image70.png"/><Relationship Id="rId43" Type="http://schemas.openxmlformats.org/officeDocument/2006/relationships/image" Target="../media/image74.png"/><Relationship Id="rId48" Type="http://schemas.openxmlformats.org/officeDocument/2006/relationships/customXml" Target="../ink/ink63.xml"/><Relationship Id="rId8" Type="http://schemas.openxmlformats.org/officeDocument/2006/relationships/customXml" Target="../ink/ink43.xml"/><Relationship Id="rId3" Type="http://schemas.openxmlformats.org/officeDocument/2006/relationships/image" Target="../media/image54.png"/><Relationship Id="rId12" Type="http://schemas.openxmlformats.org/officeDocument/2006/relationships/customXml" Target="../ink/ink45.xml"/><Relationship Id="rId17" Type="http://schemas.openxmlformats.org/officeDocument/2006/relationships/image" Target="../media/image61.png"/><Relationship Id="rId25" Type="http://schemas.openxmlformats.org/officeDocument/2006/relationships/image" Target="../media/image65.png"/><Relationship Id="rId33" Type="http://schemas.openxmlformats.org/officeDocument/2006/relationships/image" Target="../media/image69.png"/><Relationship Id="rId38" Type="http://schemas.openxmlformats.org/officeDocument/2006/relationships/customXml" Target="../ink/ink58.xml"/><Relationship Id="rId46" Type="http://schemas.openxmlformats.org/officeDocument/2006/relationships/customXml" Target="../ink/ink62.xml"/><Relationship Id="rId20" Type="http://schemas.openxmlformats.org/officeDocument/2006/relationships/customXml" Target="../ink/ink49.xml"/><Relationship Id="rId41"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customXml" Target="../ink/ink4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2F129-65EF-33B4-F754-1F6D352BD090}"/>
              </a:ext>
            </a:extLst>
          </p:cNvPr>
          <p:cNvSpPr>
            <a:spLocks noGrp="1"/>
          </p:cNvSpPr>
          <p:nvPr>
            <p:ph type="ctrTitle"/>
          </p:nvPr>
        </p:nvSpPr>
        <p:spPr>
          <a:xfrm>
            <a:off x="1524000" y="1600200"/>
            <a:ext cx="9658865" cy="2387600"/>
          </a:xfrm>
          <a:ln w="34925">
            <a:solidFill>
              <a:schemeClr val="tx1"/>
            </a:solidFill>
          </a:ln>
        </p:spPr>
        <p:txBody>
          <a:bodyPr>
            <a:normAutofit fontScale="90000"/>
          </a:bodyPr>
          <a:lstStyle/>
          <a:p>
            <a:r>
              <a:rPr lang="en-US" b="1" dirty="0"/>
              <a:t>Perceived “Resource Dependence” and Canadian Public Universities</a:t>
            </a:r>
          </a:p>
        </p:txBody>
      </p:sp>
      <p:sp>
        <p:nvSpPr>
          <p:cNvPr id="3" name="Subtitle 2">
            <a:extLst>
              <a:ext uri="{FF2B5EF4-FFF2-40B4-BE49-F238E27FC236}">
                <a16:creationId xmlns:a16="http://schemas.microsoft.com/office/drawing/2014/main" id="{BF51FEBC-E9A4-A830-2A83-EF6400CEF272}"/>
              </a:ext>
            </a:extLst>
          </p:cNvPr>
          <p:cNvSpPr>
            <a:spLocks noGrp="1"/>
          </p:cNvSpPr>
          <p:nvPr>
            <p:ph type="subTitle" idx="1"/>
          </p:nvPr>
        </p:nvSpPr>
        <p:spPr>
          <a:xfrm>
            <a:off x="1524000" y="4499230"/>
            <a:ext cx="9144000" cy="543696"/>
          </a:xfrm>
        </p:spPr>
        <p:txBody>
          <a:bodyPr/>
          <a:lstStyle/>
          <a:p>
            <a:r>
              <a:rPr lang="en-US" dirty="0"/>
              <a:t>(My Attempt at) Building a Fine Tuned Classifier LLM</a:t>
            </a:r>
          </a:p>
        </p:txBody>
      </p:sp>
      <p:sp>
        <p:nvSpPr>
          <p:cNvPr id="4" name="TextBox 3">
            <a:extLst>
              <a:ext uri="{FF2B5EF4-FFF2-40B4-BE49-F238E27FC236}">
                <a16:creationId xmlns:a16="http://schemas.microsoft.com/office/drawing/2014/main" id="{4BCC4798-22C0-4B17-2A97-C593D1E38BE7}"/>
              </a:ext>
            </a:extLst>
          </p:cNvPr>
          <p:cNvSpPr txBox="1"/>
          <p:nvPr/>
        </p:nvSpPr>
        <p:spPr>
          <a:xfrm>
            <a:off x="234777" y="6363730"/>
            <a:ext cx="6388445" cy="369332"/>
          </a:xfrm>
          <a:prstGeom prst="rect">
            <a:avLst/>
          </a:prstGeom>
          <a:noFill/>
        </p:spPr>
        <p:txBody>
          <a:bodyPr wrap="square" rtlCol="0">
            <a:spAutoFit/>
          </a:bodyPr>
          <a:lstStyle/>
          <a:p>
            <a:r>
              <a:rPr lang="en-US" dirty="0"/>
              <a:t>Sara Murphy, Computational Text Analysis, April 13, 2026 </a:t>
            </a:r>
          </a:p>
        </p:txBody>
      </p:sp>
    </p:spTree>
    <p:extLst>
      <p:ext uri="{BB962C8B-B14F-4D97-AF65-F5344CB8AC3E}">
        <p14:creationId xmlns:p14="http://schemas.microsoft.com/office/powerpoint/2010/main" val="2887735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33282-A689-C2EE-F0D8-F006818150B4}"/>
              </a:ext>
            </a:extLst>
          </p:cNvPr>
          <p:cNvSpPr>
            <a:spLocks noGrp="1"/>
          </p:cNvSpPr>
          <p:nvPr>
            <p:ph type="title"/>
          </p:nvPr>
        </p:nvSpPr>
        <p:spPr>
          <a:xfrm>
            <a:off x="838200" y="204537"/>
            <a:ext cx="10515600" cy="746983"/>
          </a:xfrm>
        </p:spPr>
        <p:txBody>
          <a:bodyPr/>
          <a:lstStyle/>
          <a:p>
            <a:r>
              <a:rPr lang="en-US" dirty="0"/>
              <a:t>Overview</a:t>
            </a:r>
          </a:p>
        </p:txBody>
      </p:sp>
      <p:sp>
        <p:nvSpPr>
          <p:cNvPr id="3" name="Content Placeholder 2">
            <a:extLst>
              <a:ext uri="{FF2B5EF4-FFF2-40B4-BE49-F238E27FC236}">
                <a16:creationId xmlns:a16="http://schemas.microsoft.com/office/drawing/2014/main" id="{6CA23F02-18A8-3C2E-E9A7-48862A85200F}"/>
              </a:ext>
            </a:extLst>
          </p:cNvPr>
          <p:cNvSpPr>
            <a:spLocks noGrp="1"/>
          </p:cNvSpPr>
          <p:nvPr>
            <p:ph idx="1"/>
          </p:nvPr>
        </p:nvSpPr>
        <p:spPr>
          <a:xfrm>
            <a:off x="838200" y="1228923"/>
            <a:ext cx="10515600" cy="5424539"/>
          </a:xfrm>
        </p:spPr>
        <p:txBody>
          <a:bodyPr>
            <a:normAutofit fontScale="92500" lnSpcReduction="20000"/>
          </a:bodyPr>
          <a:lstStyle/>
          <a:p>
            <a:r>
              <a:rPr lang="en-US" sz="2400" b="1" dirty="0"/>
              <a:t>Goal:</a:t>
            </a:r>
          </a:p>
          <a:p>
            <a:pPr lvl="1"/>
            <a:r>
              <a:rPr lang="en-US" sz="1800" dirty="0"/>
              <a:t>Detect presence of “resource dependence” language</a:t>
            </a:r>
          </a:p>
          <a:p>
            <a:pPr lvl="1"/>
            <a:r>
              <a:rPr lang="en-US" sz="1800" dirty="0"/>
              <a:t>Detect intensity of “resource dependence” language – low vs high </a:t>
            </a:r>
          </a:p>
          <a:p>
            <a:pPr lvl="1"/>
            <a:endParaRPr lang="en-US" sz="1800" dirty="0"/>
          </a:p>
          <a:p>
            <a:r>
              <a:rPr lang="en-US" sz="2400" b="1" dirty="0"/>
              <a:t>Methods:</a:t>
            </a:r>
          </a:p>
          <a:p>
            <a:pPr lvl="1"/>
            <a:r>
              <a:rPr lang="en-US" sz="1800" dirty="0"/>
              <a:t>Built Fine Tuned </a:t>
            </a:r>
            <a:r>
              <a:rPr lang="en-US" sz="1800" dirty="0" err="1"/>
              <a:t>Classifer</a:t>
            </a:r>
            <a:r>
              <a:rPr lang="en-US" sz="1800" dirty="0"/>
              <a:t> LLM (0,1) – perceived resource dependence (no or yes)</a:t>
            </a:r>
          </a:p>
          <a:p>
            <a:pPr lvl="1"/>
            <a:r>
              <a:rPr lang="en-US" sz="1800" dirty="0"/>
              <a:t>Built Fine Tuned </a:t>
            </a:r>
            <a:r>
              <a:rPr lang="en-US" sz="1800" dirty="0" err="1"/>
              <a:t>Classifer</a:t>
            </a:r>
            <a:r>
              <a:rPr lang="en-US" sz="1800" dirty="0"/>
              <a:t> LLM (0,1) – intensity of perceived resource dependence (low or high)</a:t>
            </a:r>
          </a:p>
          <a:p>
            <a:pPr marL="457200" lvl="1" indent="0">
              <a:buNone/>
            </a:pPr>
            <a:endParaRPr lang="en-US" sz="1800" dirty="0"/>
          </a:p>
          <a:p>
            <a:r>
              <a:rPr lang="en-US" sz="2400" b="1" dirty="0"/>
              <a:t>Future Application: </a:t>
            </a:r>
          </a:p>
          <a:p>
            <a:pPr lvl="1"/>
            <a:r>
              <a:rPr lang="en-US" sz="2000" dirty="0"/>
              <a:t>Relationship between perceived resource dependence and financial performance (presence, intensity)</a:t>
            </a:r>
          </a:p>
          <a:p>
            <a:pPr lvl="1"/>
            <a:r>
              <a:rPr lang="en-US" sz="2000" dirty="0"/>
              <a:t>Predict financial performance in provinces outside Ontario (e.g. Nova Scotia)</a:t>
            </a:r>
          </a:p>
          <a:p>
            <a:pPr lvl="1"/>
            <a:r>
              <a:rPr lang="en-US" sz="2000" dirty="0"/>
              <a:t>Link perceived resource dependence to leadership background and frequency of change</a:t>
            </a:r>
          </a:p>
          <a:p>
            <a:pPr marL="457200" lvl="1" indent="0">
              <a:buNone/>
            </a:pPr>
            <a:endParaRPr lang="en-US" sz="2000" dirty="0"/>
          </a:p>
          <a:p>
            <a:r>
              <a:rPr lang="en-US" sz="2400" b="1" dirty="0"/>
              <a:t>Challenges/Limitations: </a:t>
            </a:r>
          </a:p>
          <a:p>
            <a:pPr lvl="1"/>
            <a:r>
              <a:rPr lang="en-US" sz="1800" dirty="0"/>
              <a:t>Sample size</a:t>
            </a:r>
          </a:p>
          <a:p>
            <a:pPr lvl="1"/>
            <a:r>
              <a:rPr lang="en-US" sz="1800" dirty="0"/>
              <a:t>Variation in documents across universities</a:t>
            </a:r>
          </a:p>
          <a:p>
            <a:pPr lvl="1"/>
            <a:r>
              <a:rPr lang="en-US" sz="1800" dirty="0"/>
              <a:t>Conceptual ambiguity and human validation </a:t>
            </a:r>
          </a:p>
          <a:p>
            <a:pPr lvl="1"/>
            <a:r>
              <a:rPr lang="en-US" sz="1800" dirty="0"/>
              <a:t>Moving to application stage</a:t>
            </a:r>
          </a:p>
        </p:txBody>
      </p:sp>
    </p:spTree>
    <p:extLst>
      <p:ext uri="{BB962C8B-B14F-4D97-AF65-F5344CB8AC3E}">
        <p14:creationId xmlns:p14="http://schemas.microsoft.com/office/powerpoint/2010/main" val="2062831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3AE1E7-001B-8023-79FC-D32CC230CAA3}"/>
              </a:ext>
            </a:extLst>
          </p:cNvPr>
          <p:cNvSpPr>
            <a:spLocks noGrp="1"/>
          </p:cNvSpPr>
          <p:nvPr>
            <p:ph type="title"/>
          </p:nvPr>
        </p:nvSpPr>
        <p:spPr/>
        <p:txBody>
          <a:bodyPr/>
          <a:lstStyle/>
          <a:p>
            <a:r>
              <a:rPr lang="en-US" dirty="0"/>
              <a:t>Context:</a:t>
            </a:r>
          </a:p>
        </p:txBody>
      </p:sp>
      <p:sp>
        <p:nvSpPr>
          <p:cNvPr id="5" name="Text Placeholder 4">
            <a:extLst>
              <a:ext uri="{FF2B5EF4-FFF2-40B4-BE49-F238E27FC236}">
                <a16:creationId xmlns:a16="http://schemas.microsoft.com/office/drawing/2014/main" id="{73FA6350-5CA0-BBC5-B1B1-6B11D9D28FF3}"/>
              </a:ext>
            </a:extLst>
          </p:cNvPr>
          <p:cNvSpPr>
            <a:spLocks noGrp="1"/>
          </p:cNvSpPr>
          <p:nvPr>
            <p:ph type="body" idx="1"/>
          </p:nvPr>
        </p:nvSpPr>
        <p:spPr>
          <a:xfrm>
            <a:off x="831850" y="4923095"/>
            <a:ext cx="10515600" cy="1500187"/>
          </a:xfrm>
        </p:spPr>
        <p:txBody>
          <a:bodyPr>
            <a:normAutofit/>
          </a:bodyPr>
          <a:lstStyle/>
          <a:p>
            <a:r>
              <a:rPr lang="en-US" sz="3200" b="1" dirty="0">
                <a:solidFill>
                  <a:schemeClr val="tx1"/>
                </a:solidFill>
              </a:rPr>
              <a:t>Public Universities in Ontario (Post 2019)</a:t>
            </a:r>
          </a:p>
        </p:txBody>
      </p:sp>
    </p:spTree>
    <p:extLst>
      <p:ext uri="{BB962C8B-B14F-4D97-AF65-F5344CB8AC3E}">
        <p14:creationId xmlns:p14="http://schemas.microsoft.com/office/powerpoint/2010/main" val="2726126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Queen's University in Kingston makes COVID-19 vaccines mandatory for  students, staff this fall | CTV News">
            <a:extLst>
              <a:ext uri="{FF2B5EF4-FFF2-40B4-BE49-F238E27FC236}">
                <a16:creationId xmlns:a16="http://schemas.microsoft.com/office/drawing/2014/main" id="{C51861F9-62EA-CCFE-213B-C8D19DE84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C24231D-EADE-B1FF-0544-4E8DD1BA23A1}"/>
              </a:ext>
            </a:extLst>
          </p:cNvPr>
          <p:cNvSpPr txBox="1"/>
          <p:nvPr/>
        </p:nvSpPr>
        <p:spPr>
          <a:xfrm>
            <a:off x="7957630" y="1364563"/>
            <a:ext cx="3608680" cy="1569660"/>
          </a:xfrm>
          <a:prstGeom prst="rect">
            <a:avLst/>
          </a:prstGeom>
          <a:noFill/>
        </p:spPr>
        <p:txBody>
          <a:bodyPr wrap="none" rtlCol="0">
            <a:spAutoFit/>
          </a:bodyPr>
          <a:lstStyle/>
          <a:p>
            <a:pPr algn="ctr"/>
            <a:r>
              <a:rPr lang="en-US" sz="4800" b="1" dirty="0">
                <a:solidFill>
                  <a:srgbClr val="C00000"/>
                </a:solidFill>
              </a:rPr>
              <a:t>($63 million)</a:t>
            </a:r>
          </a:p>
          <a:p>
            <a:pPr algn="ctr"/>
            <a:r>
              <a:rPr lang="en-US" sz="4800" b="1" dirty="0">
                <a:solidFill>
                  <a:srgbClr val="C00000"/>
                </a:solidFill>
              </a:rPr>
              <a:t>-9%</a:t>
            </a:r>
          </a:p>
        </p:txBody>
      </p:sp>
      <p:sp>
        <p:nvSpPr>
          <p:cNvPr id="6" name="TextBox 5">
            <a:extLst>
              <a:ext uri="{FF2B5EF4-FFF2-40B4-BE49-F238E27FC236}">
                <a16:creationId xmlns:a16="http://schemas.microsoft.com/office/drawing/2014/main" id="{7B1D13E3-65F5-2B77-CF35-D7E5254EC01F}"/>
              </a:ext>
            </a:extLst>
          </p:cNvPr>
          <p:cNvSpPr txBox="1"/>
          <p:nvPr/>
        </p:nvSpPr>
        <p:spPr>
          <a:xfrm>
            <a:off x="2000904" y="3834282"/>
            <a:ext cx="9080939" cy="707886"/>
          </a:xfrm>
          <a:prstGeom prst="rect">
            <a:avLst/>
          </a:prstGeom>
          <a:solidFill>
            <a:schemeClr val="bg1"/>
          </a:solidFill>
          <a:ln w="41275">
            <a:solidFill>
              <a:schemeClr val="tx1"/>
            </a:solidFill>
          </a:ln>
        </p:spPr>
        <p:txBody>
          <a:bodyPr wrap="square">
            <a:spAutoFit/>
          </a:bodyPr>
          <a:lstStyle/>
          <a:p>
            <a:pPr algn="ctr">
              <a:spcBef>
                <a:spcPts val="1500"/>
              </a:spcBef>
            </a:pPr>
            <a:r>
              <a:rPr lang="en-CA" sz="4000" b="1" i="0" u="none" strike="noStrike" dirty="0">
                <a:effectLst/>
              </a:rPr>
              <a:t>“Queen’s could cease to exist”</a:t>
            </a:r>
          </a:p>
        </p:txBody>
      </p:sp>
      <p:sp>
        <p:nvSpPr>
          <p:cNvPr id="3" name="Slide Number Placeholder 2">
            <a:extLst>
              <a:ext uri="{FF2B5EF4-FFF2-40B4-BE49-F238E27FC236}">
                <a16:creationId xmlns:a16="http://schemas.microsoft.com/office/drawing/2014/main" id="{95B256E7-6298-EF20-CF9E-96965846CF6A}"/>
              </a:ext>
            </a:extLst>
          </p:cNvPr>
          <p:cNvSpPr>
            <a:spLocks noGrp="1"/>
          </p:cNvSpPr>
          <p:nvPr>
            <p:ph type="sldNum" sz="quarter" idx="12"/>
          </p:nvPr>
        </p:nvSpPr>
        <p:spPr/>
        <p:txBody>
          <a:bodyPr/>
          <a:lstStyle/>
          <a:p>
            <a:fld id="{45729900-2117-C246-95B5-6AA4C8CF0A55}" type="slidenum">
              <a:rPr lang="en-US" smtClean="0"/>
              <a:t>4</a:t>
            </a:fld>
            <a:endParaRPr lang="en-US"/>
          </a:p>
        </p:txBody>
      </p:sp>
    </p:spTree>
    <p:extLst>
      <p:ext uri="{BB962C8B-B14F-4D97-AF65-F5344CB8AC3E}">
        <p14:creationId xmlns:p14="http://schemas.microsoft.com/office/powerpoint/2010/main" val="1527743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8A91-B8A3-0CAB-9368-58F1707EA9F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723D33A-3431-DA51-AA48-2F64A20D8196}"/>
              </a:ext>
            </a:extLst>
          </p:cNvPr>
          <p:cNvSpPr txBox="1"/>
          <p:nvPr/>
        </p:nvSpPr>
        <p:spPr>
          <a:xfrm>
            <a:off x="4563207" y="318597"/>
            <a:ext cx="3556000" cy="2215991"/>
          </a:xfrm>
          <a:prstGeom prst="rect">
            <a:avLst/>
          </a:prstGeom>
          <a:noFill/>
        </p:spPr>
        <p:txBody>
          <a:bodyPr wrap="square" rtlCol="0">
            <a:spAutoFit/>
          </a:bodyPr>
          <a:lstStyle/>
          <a:p>
            <a:r>
              <a:rPr lang="en-US" sz="13800" dirty="0"/>
              <a:t>1/2</a:t>
            </a:r>
          </a:p>
        </p:txBody>
      </p:sp>
      <p:sp>
        <p:nvSpPr>
          <p:cNvPr id="6" name="TextBox 5">
            <a:extLst>
              <a:ext uri="{FF2B5EF4-FFF2-40B4-BE49-F238E27FC236}">
                <a16:creationId xmlns:a16="http://schemas.microsoft.com/office/drawing/2014/main" id="{8F65069C-C68C-64BF-C25C-208766FEB589}"/>
              </a:ext>
            </a:extLst>
          </p:cNvPr>
          <p:cNvSpPr txBox="1"/>
          <p:nvPr/>
        </p:nvSpPr>
        <p:spPr>
          <a:xfrm>
            <a:off x="1136650" y="2782669"/>
            <a:ext cx="2743200" cy="646331"/>
          </a:xfrm>
          <a:prstGeom prst="rect">
            <a:avLst/>
          </a:prstGeom>
          <a:noFill/>
        </p:spPr>
        <p:txBody>
          <a:bodyPr wrap="square" rtlCol="0">
            <a:spAutoFit/>
          </a:bodyPr>
          <a:lstStyle/>
          <a:p>
            <a:r>
              <a:rPr lang="en-US" sz="3600" dirty="0">
                <a:solidFill>
                  <a:srgbClr val="C00000"/>
                </a:solidFill>
              </a:rPr>
              <a:t>(~$300M)</a:t>
            </a:r>
          </a:p>
        </p:txBody>
      </p:sp>
      <p:sp>
        <p:nvSpPr>
          <p:cNvPr id="7" name="TextBox 6">
            <a:extLst>
              <a:ext uri="{FF2B5EF4-FFF2-40B4-BE49-F238E27FC236}">
                <a16:creationId xmlns:a16="http://schemas.microsoft.com/office/drawing/2014/main" id="{DEB33B26-44A3-F9D2-5D2C-91171A0D56F8}"/>
              </a:ext>
            </a:extLst>
          </p:cNvPr>
          <p:cNvSpPr txBox="1"/>
          <p:nvPr/>
        </p:nvSpPr>
        <p:spPr>
          <a:xfrm>
            <a:off x="8892926" y="2850837"/>
            <a:ext cx="2743200" cy="646331"/>
          </a:xfrm>
          <a:prstGeom prst="rect">
            <a:avLst/>
          </a:prstGeom>
          <a:noFill/>
        </p:spPr>
        <p:txBody>
          <a:bodyPr wrap="square" rtlCol="0">
            <a:spAutoFit/>
          </a:bodyPr>
          <a:lstStyle/>
          <a:p>
            <a:r>
              <a:rPr lang="en-US" sz="3600" dirty="0">
                <a:solidFill>
                  <a:srgbClr val="C00000"/>
                </a:solidFill>
              </a:rPr>
              <a:t>(~$600M)</a:t>
            </a:r>
          </a:p>
        </p:txBody>
      </p:sp>
      <p:sp>
        <p:nvSpPr>
          <p:cNvPr id="8" name="Right Arrow 7">
            <a:extLst>
              <a:ext uri="{FF2B5EF4-FFF2-40B4-BE49-F238E27FC236}">
                <a16:creationId xmlns:a16="http://schemas.microsoft.com/office/drawing/2014/main" id="{04B40D44-90F2-BD3F-778E-3741F2BC6E26}"/>
              </a:ext>
            </a:extLst>
          </p:cNvPr>
          <p:cNvSpPr/>
          <p:nvPr/>
        </p:nvSpPr>
        <p:spPr>
          <a:xfrm>
            <a:off x="4210050" y="2726375"/>
            <a:ext cx="3492500" cy="693748"/>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Queen's University | World University Rankings | THE">
            <a:extLst>
              <a:ext uri="{FF2B5EF4-FFF2-40B4-BE49-F238E27FC236}">
                <a16:creationId xmlns:a16="http://schemas.microsoft.com/office/drawing/2014/main" id="{21A049EB-5E46-B470-44F3-60FFE0486B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718" y="3808598"/>
            <a:ext cx="2746632" cy="274663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University of Guelph | World University Rankings | THE">
            <a:extLst>
              <a:ext uri="{FF2B5EF4-FFF2-40B4-BE49-F238E27FC236}">
                <a16:creationId xmlns:a16="http://schemas.microsoft.com/office/drawing/2014/main" id="{54BDCABD-A073-B493-2169-ADFAF59592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0703" y="3911914"/>
            <a:ext cx="25400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York University | Toronto ON">
            <a:extLst>
              <a:ext uri="{FF2B5EF4-FFF2-40B4-BE49-F238E27FC236}">
                <a16:creationId xmlns:a16="http://schemas.microsoft.com/office/drawing/2014/main" id="{56FF7A6E-A274-193F-C2BD-A604FB2565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9607" y="4117556"/>
            <a:ext cx="2128715" cy="2128715"/>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University of Waterloo - Wikipedia">
            <a:extLst>
              <a:ext uri="{FF2B5EF4-FFF2-40B4-BE49-F238E27FC236}">
                <a16:creationId xmlns:a16="http://schemas.microsoft.com/office/drawing/2014/main" id="{32EF9B9E-69D2-A510-FADA-2FAF5521E1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89776" y="4007163"/>
            <a:ext cx="2349500" cy="234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338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ow to Use 'Negative Motivation' to Accomplish Your Goals">
            <a:extLst>
              <a:ext uri="{FF2B5EF4-FFF2-40B4-BE49-F238E27FC236}">
                <a16:creationId xmlns:a16="http://schemas.microsoft.com/office/drawing/2014/main" id="{E549B0E1-D58A-697D-BFA6-E5FF61A766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841" r="18603"/>
          <a:stretch/>
        </p:blipFill>
        <p:spPr bwMode="auto">
          <a:xfrm>
            <a:off x="6096020" y="10"/>
            <a:ext cx="6095980" cy="685799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uy Canada Flag Online in Nylite 200D - Canadiana 36&quot; x 18&quot; / 200 Denier Nylon / Tape Header with Grommets">
            <a:extLst>
              <a:ext uri="{FF2B5EF4-FFF2-40B4-BE49-F238E27FC236}">
                <a16:creationId xmlns:a16="http://schemas.microsoft.com/office/drawing/2014/main" id="{8A5AE0E8-FFCD-7E69-60C0-22A394A82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111" r="17554" b="-2"/>
          <a:stretch/>
        </p:blipFill>
        <p:spPr bwMode="auto">
          <a:xfrm>
            <a:off x="0" y="0"/>
            <a:ext cx="6096000" cy="6857990"/>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Question Mark with solid fill">
            <a:extLst>
              <a:ext uri="{FF2B5EF4-FFF2-40B4-BE49-F238E27FC236}">
                <a16:creationId xmlns:a16="http://schemas.microsoft.com/office/drawing/2014/main" id="{5511A2AC-FC59-D8BE-0D0C-60F5FCBB40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81597" y="1614611"/>
            <a:ext cx="3628768" cy="3628768"/>
          </a:xfrm>
          <a:prstGeom prst="rect">
            <a:avLst/>
          </a:prstGeom>
        </p:spPr>
      </p:pic>
    </p:spTree>
    <p:extLst>
      <p:ext uri="{BB962C8B-B14F-4D97-AF65-F5344CB8AC3E}">
        <p14:creationId xmlns:p14="http://schemas.microsoft.com/office/powerpoint/2010/main" val="3484781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9C35C9-F93C-404F-71DD-60769DB6FC8B}"/>
              </a:ext>
            </a:extLst>
          </p:cNvPr>
          <p:cNvSpPr>
            <a:spLocks noGrp="1"/>
          </p:cNvSpPr>
          <p:nvPr>
            <p:ph type="title"/>
          </p:nvPr>
        </p:nvSpPr>
        <p:spPr>
          <a:xfrm>
            <a:off x="831850" y="1709738"/>
            <a:ext cx="10515600" cy="2852737"/>
          </a:xfrm>
        </p:spPr>
        <p:txBody>
          <a:bodyPr/>
          <a:lstStyle/>
          <a:p>
            <a:r>
              <a:rPr lang="en-US" dirty="0"/>
              <a:t>Construct:</a:t>
            </a:r>
          </a:p>
        </p:txBody>
      </p:sp>
      <p:sp>
        <p:nvSpPr>
          <p:cNvPr id="5" name="Text Placeholder 4">
            <a:extLst>
              <a:ext uri="{FF2B5EF4-FFF2-40B4-BE49-F238E27FC236}">
                <a16:creationId xmlns:a16="http://schemas.microsoft.com/office/drawing/2014/main" id="{22FDEC07-E46E-6377-7E38-C9D2E6D6DC61}"/>
              </a:ext>
            </a:extLst>
          </p:cNvPr>
          <p:cNvSpPr>
            <a:spLocks noGrp="1"/>
          </p:cNvSpPr>
          <p:nvPr>
            <p:ph type="body" idx="1"/>
          </p:nvPr>
        </p:nvSpPr>
        <p:spPr/>
        <p:txBody>
          <a:bodyPr>
            <a:normAutofit/>
          </a:bodyPr>
          <a:lstStyle/>
          <a:p>
            <a:r>
              <a:rPr lang="en-US" sz="4000" b="1" dirty="0">
                <a:solidFill>
                  <a:schemeClr val="tx1"/>
                </a:solidFill>
              </a:rPr>
              <a:t>Resource Dependence</a:t>
            </a:r>
          </a:p>
        </p:txBody>
      </p:sp>
      <p:pic>
        <p:nvPicPr>
          <p:cNvPr id="1026" name="Picture 2" descr="black and white english small letter a 55350832 PNG">
            <a:extLst>
              <a:ext uri="{FF2B5EF4-FFF2-40B4-BE49-F238E27FC236}">
                <a16:creationId xmlns:a16="http://schemas.microsoft.com/office/drawing/2014/main" id="{29BCC393-3E5E-A726-4993-B589D4DCD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931" y="304800"/>
            <a:ext cx="2603500" cy="3124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Village Wrought Iron LET-B Letter B - Large">
            <a:extLst>
              <a:ext uri="{FF2B5EF4-FFF2-40B4-BE49-F238E27FC236}">
                <a16:creationId xmlns:a16="http://schemas.microsoft.com/office/drawing/2014/main" id="{B55B34E7-C77F-9E3F-1738-42106B2B1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9361" y="101686"/>
            <a:ext cx="4460789" cy="4460789"/>
          </a:xfrm>
          <a:prstGeom prst="rect">
            <a:avLst/>
          </a:prstGeom>
          <a:noFill/>
          <a:extLst>
            <a:ext uri="{909E8E84-426E-40DD-AFC4-6F175D3DCCD1}">
              <a14:hiddenFill xmlns:a14="http://schemas.microsoft.com/office/drawing/2010/main">
                <a:solidFill>
                  <a:srgbClr val="FFFFFF"/>
                </a:solidFill>
              </a14:hiddenFill>
            </a:ext>
          </a:extLst>
        </p:spPr>
      </p:pic>
      <p:sp>
        <p:nvSpPr>
          <p:cNvPr id="7" name="Right Arrow 6">
            <a:extLst>
              <a:ext uri="{FF2B5EF4-FFF2-40B4-BE49-F238E27FC236}">
                <a16:creationId xmlns:a16="http://schemas.microsoft.com/office/drawing/2014/main" id="{B94E10A4-07EE-4986-EDD7-005987DC5F51}"/>
              </a:ext>
            </a:extLst>
          </p:cNvPr>
          <p:cNvSpPr/>
          <p:nvPr/>
        </p:nvSpPr>
        <p:spPr>
          <a:xfrm rot="10800000">
            <a:off x="4090086" y="1709738"/>
            <a:ext cx="3002692" cy="369673"/>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1014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B0BE06-EC2F-FC55-F7C9-38CC8171B942}"/>
              </a:ext>
            </a:extLst>
          </p:cNvPr>
          <p:cNvSpPr>
            <a:spLocks noGrp="1"/>
          </p:cNvSpPr>
          <p:nvPr>
            <p:ph type="title"/>
          </p:nvPr>
        </p:nvSpPr>
        <p:spPr/>
        <p:txBody>
          <a:bodyPr/>
          <a:lstStyle/>
          <a:p>
            <a:r>
              <a:rPr lang="en-US" b="1" dirty="0"/>
              <a:t>Resource Dependence</a:t>
            </a:r>
          </a:p>
        </p:txBody>
      </p:sp>
      <p:sp>
        <p:nvSpPr>
          <p:cNvPr id="5" name="Content Placeholder 4">
            <a:extLst>
              <a:ext uri="{FF2B5EF4-FFF2-40B4-BE49-F238E27FC236}">
                <a16:creationId xmlns:a16="http://schemas.microsoft.com/office/drawing/2014/main" id="{7FF9958F-1B96-B435-F21B-009CB082AEAB}"/>
              </a:ext>
            </a:extLst>
          </p:cNvPr>
          <p:cNvSpPr>
            <a:spLocks noGrp="1"/>
          </p:cNvSpPr>
          <p:nvPr>
            <p:ph idx="1"/>
          </p:nvPr>
        </p:nvSpPr>
        <p:spPr>
          <a:xfrm>
            <a:off x="503538" y="1825625"/>
            <a:ext cx="11184924" cy="4667250"/>
          </a:xfrm>
        </p:spPr>
        <p:txBody>
          <a:bodyPr>
            <a:normAutofit/>
          </a:bodyPr>
          <a:lstStyle/>
          <a:p>
            <a:r>
              <a:rPr lang="en-US" b="1" dirty="0"/>
              <a:t>Power &amp; Resource Dependence</a:t>
            </a:r>
            <a:r>
              <a:rPr lang="en-US" dirty="0"/>
              <a:t>, Emerson (1962)</a:t>
            </a:r>
          </a:p>
          <a:p>
            <a:pPr lvl="1"/>
            <a:r>
              <a:rPr lang="en-US" dirty="0"/>
              <a:t>“Power is the inverse of Dependence in an A-B Relationship”</a:t>
            </a:r>
          </a:p>
          <a:p>
            <a:pPr lvl="1"/>
            <a:r>
              <a:rPr lang="en-US" dirty="0"/>
              <a:t>“Dependence = motivational investment in the same goals/rewards, inverse of availability of alternative means of achieving goals outside of the relationship”</a:t>
            </a:r>
          </a:p>
          <a:p>
            <a:pPr marL="457200" lvl="1" indent="0">
              <a:buNone/>
            </a:pPr>
            <a:endParaRPr lang="en-US" dirty="0"/>
          </a:p>
          <a:p>
            <a:pPr marL="457200" lvl="1" indent="0">
              <a:buNone/>
            </a:pPr>
            <a:endParaRPr lang="en-US" dirty="0"/>
          </a:p>
          <a:p>
            <a:r>
              <a:rPr lang="en-US" b="1" dirty="0"/>
              <a:t>Resource Dependence is not an objective concept</a:t>
            </a:r>
          </a:p>
          <a:p>
            <a:pPr lvl="1"/>
            <a:r>
              <a:rPr lang="en-US" dirty="0"/>
              <a:t>Yet typically studied in concrete terms (finances, resource flows)</a:t>
            </a:r>
          </a:p>
          <a:p>
            <a:r>
              <a:rPr lang="en-US" b="1" dirty="0"/>
              <a:t>There is a subjective, perceived or performative reality </a:t>
            </a:r>
          </a:p>
          <a:p>
            <a:r>
              <a:rPr lang="en-US" b="1" u="sng" dirty="0">
                <a:solidFill>
                  <a:srgbClr val="C00000"/>
                </a:solidFill>
              </a:rPr>
              <a:t>No dictionaries or LLMs assess perceptions of RD</a:t>
            </a:r>
            <a:r>
              <a:rPr lang="en-US" u="sng" dirty="0">
                <a:solidFill>
                  <a:srgbClr val="C00000"/>
                </a:solidFill>
              </a:rPr>
              <a:t> </a:t>
            </a:r>
            <a:r>
              <a:rPr lang="en-US" b="1" u="sng" dirty="0">
                <a:solidFill>
                  <a:srgbClr val="C00000"/>
                </a:solidFill>
              </a:rPr>
              <a:t>via text analysis</a:t>
            </a:r>
          </a:p>
          <a:p>
            <a:endParaRPr lang="en-US" dirty="0"/>
          </a:p>
        </p:txBody>
      </p:sp>
    </p:spTree>
    <p:extLst>
      <p:ext uri="{BB962C8B-B14F-4D97-AF65-F5344CB8AC3E}">
        <p14:creationId xmlns:p14="http://schemas.microsoft.com/office/powerpoint/2010/main" val="3969896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2C660A-11FB-FD83-8DD1-8AEF4249956A}"/>
              </a:ext>
            </a:extLst>
          </p:cNvPr>
          <p:cNvSpPr>
            <a:spLocks noGrp="1"/>
          </p:cNvSpPr>
          <p:nvPr>
            <p:ph type="title"/>
          </p:nvPr>
        </p:nvSpPr>
        <p:spPr/>
        <p:txBody>
          <a:bodyPr/>
          <a:lstStyle/>
          <a:p>
            <a:r>
              <a:rPr lang="en-US" dirty="0"/>
              <a:t>Research Questions:</a:t>
            </a:r>
          </a:p>
        </p:txBody>
      </p:sp>
      <p:sp>
        <p:nvSpPr>
          <p:cNvPr id="5" name="Text Placeholder 4">
            <a:extLst>
              <a:ext uri="{FF2B5EF4-FFF2-40B4-BE49-F238E27FC236}">
                <a16:creationId xmlns:a16="http://schemas.microsoft.com/office/drawing/2014/main" id="{ECCE97E6-430F-142D-8BA0-BB766C1777A7}"/>
              </a:ext>
            </a:extLst>
          </p:cNvPr>
          <p:cNvSpPr>
            <a:spLocks noGrp="1"/>
          </p:cNvSpPr>
          <p:nvPr>
            <p:ph type="body" idx="1"/>
          </p:nvPr>
        </p:nvSpPr>
        <p:spPr>
          <a:xfrm>
            <a:off x="838200" y="4725387"/>
            <a:ext cx="10515600" cy="1836051"/>
          </a:xfrm>
        </p:spPr>
        <p:txBody>
          <a:bodyPr>
            <a:normAutofit/>
          </a:bodyPr>
          <a:lstStyle/>
          <a:p>
            <a:r>
              <a:rPr lang="en-US" sz="2800" b="1" dirty="0">
                <a:solidFill>
                  <a:schemeClr val="tx1"/>
                </a:solidFill>
              </a:rPr>
              <a:t>What a Fine-Tuned Classifier Could Help Answer </a:t>
            </a:r>
          </a:p>
        </p:txBody>
      </p:sp>
    </p:spTree>
    <p:extLst>
      <p:ext uri="{BB962C8B-B14F-4D97-AF65-F5344CB8AC3E}">
        <p14:creationId xmlns:p14="http://schemas.microsoft.com/office/powerpoint/2010/main" val="3456197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493A5-A737-03AE-E4EA-10B63EFB7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25ABA-42C5-6E46-DCE8-0FB01DDA56B1}"/>
              </a:ext>
            </a:extLst>
          </p:cNvPr>
          <p:cNvSpPr>
            <a:spLocks noGrp="1"/>
          </p:cNvSpPr>
          <p:nvPr>
            <p:ph type="title"/>
          </p:nvPr>
        </p:nvSpPr>
        <p:spPr>
          <a:xfrm>
            <a:off x="159489" y="0"/>
            <a:ext cx="10515600" cy="1325563"/>
          </a:xfrm>
        </p:spPr>
        <p:txBody>
          <a:bodyPr/>
          <a:lstStyle/>
          <a:p>
            <a:r>
              <a:rPr lang="en-US" dirty="0"/>
              <a:t>Research Questions</a:t>
            </a:r>
          </a:p>
        </p:txBody>
      </p:sp>
      <p:sp>
        <p:nvSpPr>
          <p:cNvPr id="3" name="Content Placeholder 2">
            <a:extLst>
              <a:ext uri="{FF2B5EF4-FFF2-40B4-BE49-F238E27FC236}">
                <a16:creationId xmlns:a16="http://schemas.microsoft.com/office/drawing/2014/main" id="{049D55E1-BA4B-FEB6-A80D-3239DC960199}"/>
              </a:ext>
            </a:extLst>
          </p:cNvPr>
          <p:cNvSpPr>
            <a:spLocks noGrp="1"/>
          </p:cNvSpPr>
          <p:nvPr>
            <p:ph idx="1"/>
          </p:nvPr>
        </p:nvSpPr>
        <p:spPr>
          <a:xfrm>
            <a:off x="679623" y="2051222"/>
            <a:ext cx="10639166" cy="3669956"/>
          </a:xfrm>
          <a:ln>
            <a:noFill/>
          </a:ln>
        </p:spPr>
        <p:txBody>
          <a:bodyPr>
            <a:normAutofit lnSpcReduction="10000"/>
          </a:bodyPr>
          <a:lstStyle/>
          <a:p>
            <a:pPr marL="0" indent="0">
              <a:buNone/>
            </a:pPr>
            <a:r>
              <a:rPr lang="en-CA" b="1" dirty="0"/>
              <a:t>1) How does </a:t>
            </a:r>
            <a:r>
              <a:rPr lang="en-CA" b="1" dirty="0">
                <a:solidFill>
                  <a:srgbClr val="C00000"/>
                </a:solidFill>
              </a:rPr>
              <a:t>perceived resource dependence </a:t>
            </a:r>
            <a:r>
              <a:rPr lang="en-CA" b="1" dirty="0">
                <a:solidFill>
                  <a:srgbClr val="0070C0"/>
                </a:solidFill>
              </a:rPr>
              <a:t>moderate</a:t>
            </a:r>
            <a:r>
              <a:rPr lang="en-CA" b="1" dirty="0"/>
              <a:t> the </a:t>
            </a:r>
            <a:r>
              <a:rPr lang="en-CA" b="1" dirty="0">
                <a:solidFill>
                  <a:srgbClr val="00B050"/>
                </a:solidFill>
              </a:rPr>
              <a:t>financial performance </a:t>
            </a:r>
            <a:r>
              <a:rPr lang="en-CA" b="1" dirty="0"/>
              <a:t>impact of the 2019 policy shock? </a:t>
            </a:r>
          </a:p>
          <a:p>
            <a:pPr marL="0" indent="0">
              <a:buNone/>
            </a:pPr>
            <a:endParaRPr lang="en-CA" b="1" dirty="0"/>
          </a:p>
          <a:p>
            <a:pPr marL="0" indent="0">
              <a:buNone/>
            </a:pPr>
            <a:r>
              <a:rPr lang="en-CA" b="1" dirty="0"/>
              <a:t>2) How does </a:t>
            </a:r>
            <a:r>
              <a:rPr lang="en-CA" b="1" dirty="0">
                <a:solidFill>
                  <a:srgbClr val="C00000"/>
                </a:solidFill>
              </a:rPr>
              <a:t>perceived resource dependence </a:t>
            </a:r>
            <a:r>
              <a:rPr lang="en-CA" b="1" dirty="0">
                <a:solidFill>
                  <a:srgbClr val="0070C0"/>
                </a:solidFill>
              </a:rPr>
              <a:t>change </a:t>
            </a:r>
            <a:r>
              <a:rPr lang="en-CA" b="1" dirty="0"/>
              <a:t>in response to the </a:t>
            </a:r>
            <a:r>
              <a:rPr lang="en-CA" b="1" dirty="0">
                <a:solidFill>
                  <a:schemeClr val="tx1">
                    <a:lumMod val="50000"/>
                    <a:lumOff val="50000"/>
                  </a:schemeClr>
                </a:solidFill>
              </a:rPr>
              <a:t>2019 policy shock </a:t>
            </a:r>
            <a:r>
              <a:rPr lang="en-CA" b="1" dirty="0"/>
              <a:t>?</a:t>
            </a:r>
          </a:p>
          <a:p>
            <a:pPr marL="0" indent="0">
              <a:buNone/>
            </a:pPr>
            <a:endParaRPr lang="en-CA" b="1" dirty="0"/>
          </a:p>
          <a:p>
            <a:pPr marL="0" indent="0">
              <a:buNone/>
            </a:pPr>
            <a:r>
              <a:rPr lang="en-CA" b="1" dirty="0"/>
              <a:t>3) How does </a:t>
            </a:r>
            <a:r>
              <a:rPr lang="en-CA" b="1" dirty="0">
                <a:solidFill>
                  <a:srgbClr val="7030A0"/>
                </a:solidFill>
              </a:rPr>
              <a:t>leadership succession </a:t>
            </a:r>
            <a:r>
              <a:rPr lang="en-CA" b="1" dirty="0">
                <a:solidFill>
                  <a:srgbClr val="0070C0"/>
                </a:solidFill>
              </a:rPr>
              <a:t>cause</a:t>
            </a:r>
            <a:r>
              <a:rPr lang="en-CA" b="1" dirty="0"/>
              <a:t> change in </a:t>
            </a:r>
            <a:r>
              <a:rPr lang="en-CA" b="1" dirty="0">
                <a:solidFill>
                  <a:srgbClr val="C00000"/>
                </a:solidFill>
              </a:rPr>
              <a:t>perceived resource dependence </a:t>
            </a:r>
            <a:r>
              <a:rPr lang="en-CA" b="1" dirty="0"/>
              <a:t>pre and post the 2019 policy shock? </a:t>
            </a:r>
          </a:p>
          <a:p>
            <a:pPr marL="0" indent="0">
              <a:buNone/>
            </a:pPr>
            <a:endParaRPr lang="en-US" dirty="0"/>
          </a:p>
          <a:p>
            <a:pPr marL="0" indent="0">
              <a:buNone/>
            </a:pPr>
            <a:endParaRPr lang="en-US" dirty="0"/>
          </a:p>
          <a:p>
            <a:endParaRPr lang="en-US" dirty="0"/>
          </a:p>
          <a:p>
            <a:endParaRPr lang="en-US" dirty="0"/>
          </a:p>
        </p:txBody>
      </p:sp>
      <p:sp>
        <p:nvSpPr>
          <p:cNvPr id="5" name="Frame 4">
            <a:extLst>
              <a:ext uri="{FF2B5EF4-FFF2-40B4-BE49-F238E27FC236}">
                <a16:creationId xmlns:a16="http://schemas.microsoft.com/office/drawing/2014/main" id="{6B6B26AB-FEF8-596C-BBEA-01B01F67CC8B}"/>
              </a:ext>
            </a:extLst>
          </p:cNvPr>
          <p:cNvSpPr/>
          <p:nvPr/>
        </p:nvSpPr>
        <p:spPr>
          <a:xfrm>
            <a:off x="407773" y="1433384"/>
            <a:ext cx="11104604" cy="4967416"/>
          </a:xfrm>
          <a:prstGeom prst="frame">
            <a:avLst>
              <a:gd name="adj1" fmla="val 4586"/>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59286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77A94-A211-7A59-D06A-924EDA7FF18E}"/>
              </a:ext>
            </a:extLst>
          </p:cNvPr>
          <p:cNvSpPr>
            <a:spLocks noGrp="1"/>
          </p:cNvSpPr>
          <p:nvPr>
            <p:ph type="title"/>
          </p:nvPr>
        </p:nvSpPr>
        <p:spPr/>
        <p:txBody>
          <a:bodyPr/>
          <a:lstStyle/>
          <a:p>
            <a:r>
              <a:rPr lang="en-US" dirty="0"/>
              <a:t>Data Collection, Processing &amp; Sampling</a:t>
            </a:r>
          </a:p>
        </p:txBody>
      </p:sp>
      <p:sp>
        <p:nvSpPr>
          <p:cNvPr id="3" name="Text Placeholder 2">
            <a:extLst>
              <a:ext uri="{FF2B5EF4-FFF2-40B4-BE49-F238E27FC236}">
                <a16:creationId xmlns:a16="http://schemas.microsoft.com/office/drawing/2014/main" id="{A59ED29F-7833-7EE4-D2E6-9BC86B850E6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20063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90436-F0ED-19F0-DB68-8206935B455E}"/>
              </a:ext>
            </a:extLst>
          </p:cNvPr>
          <p:cNvSpPr>
            <a:spLocks noGrp="1"/>
          </p:cNvSpPr>
          <p:nvPr>
            <p:ph type="title"/>
          </p:nvPr>
        </p:nvSpPr>
        <p:spPr>
          <a:xfrm>
            <a:off x="838200" y="365126"/>
            <a:ext cx="10515600" cy="1080616"/>
          </a:xfrm>
        </p:spPr>
        <p:txBody>
          <a:bodyPr/>
          <a:lstStyle/>
          <a:p>
            <a:r>
              <a:rPr lang="en-US" b="1" dirty="0"/>
              <a:t>Data: Original Plan</a:t>
            </a:r>
          </a:p>
        </p:txBody>
      </p:sp>
      <p:sp>
        <p:nvSpPr>
          <p:cNvPr id="3" name="Content Placeholder 2">
            <a:extLst>
              <a:ext uri="{FF2B5EF4-FFF2-40B4-BE49-F238E27FC236}">
                <a16:creationId xmlns:a16="http://schemas.microsoft.com/office/drawing/2014/main" id="{7BC6660C-0D88-008E-4E41-F925D5E31750}"/>
              </a:ext>
            </a:extLst>
          </p:cNvPr>
          <p:cNvSpPr>
            <a:spLocks noGrp="1"/>
          </p:cNvSpPr>
          <p:nvPr>
            <p:ph idx="1"/>
          </p:nvPr>
        </p:nvSpPr>
        <p:spPr>
          <a:xfrm>
            <a:off x="689919" y="1690687"/>
            <a:ext cx="10515600" cy="4802187"/>
          </a:xfrm>
        </p:spPr>
        <p:txBody>
          <a:bodyPr>
            <a:normAutofit fontScale="92500" lnSpcReduction="20000"/>
          </a:bodyPr>
          <a:lstStyle/>
          <a:p>
            <a:r>
              <a:rPr lang="en-US" b="1" dirty="0"/>
              <a:t>Operating Budgets</a:t>
            </a:r>
          </a:p>
          <a:p>
            <a:pPr lvl="1"/>
            <a:r>
              <a:rPr lang="en-US" dirty="0"/>
              <a:t>Ontario x 20 universities</a:t>
            </a:r>
          </a:p>
          <a:p>
            <a:pPr lvl="1"/>
            <a:r>
              <a:rPr lang="en-US" dirty="0"/>
              <a:t>British Columbia &amp; Nova Scotia X 18 universities</a:t>
            </a:r>
          </a:p>
          <a:p>
            <a:pPr lvl="1"/>
            <a:r>
              <a:rPr lang="en-US" dirty="0"/>
              <a:t>2014-2025</a:t>
            </a:r>
          </a:p>
          <a:p>
            <a:pPr marL="457200" lvl="1" indent="0">
              <a:buNone/>
            </a:pPr>
            <a:endParaRPr lang="en-US" dirty="0"/>
          </a:p>
          <a:p>
            <a:r>
              <a:rPr lang="en-US" b="1" dirty="0"/>
              <a:t>Unit of Analysis</a:t>
            </a:r>
          </a:p>
          <a:p>
            <a:pPr lvl="1"/>
            <a:r>
              <a:rPr lang="en-US" b="1" dirty="0"/>
              <a:t>Introduction Section</a:t>
            </a:r>
          </a:p>
          <a:p>
            <a:pPr lvl="2"/>
            <a:r>
              <a:rPr lang="en-US" dirty="0"/>
              <a:t>“Setting the Context”, “Introduction”, “Executive Summary”, “Changing Financial Landscape”</a:t>
            </a:r>
          </a:p>
          <a:p>
            <a:pPr lvl="2"/>
            <a:r>
              <a:rPr lang="en-US" dirty="0"/>
              <a:t>1-5 pages of document </a:t>
            </a:r>
          </a:p>
          <a:p>
            <a:pPr lvl="1"/>
            <a:r>
              <a:rPr lang="en-US" b="1" dirty="0"/>
              <a:t>Paragraph Level</a:t>
            </a:r>
          </a:p>
          <a:p>
            <a:pPr lvl="2"/>
            <a:r>
              <a:rPr lang="en-US" dirty="0"/>
              <a:t>5 – 45 paragraphs per introduction section</a:t>
            </a:r>
          </a:p>
          <a:p>
            <a:pPr lvl="1"/>
            <a:endParaRPr lang="en-US" dirty="0"/>
          </a:p>
          <a:p>
            <a:r>
              <a:rPr lang="en-US" b="1" dirty="0"/>
              <a:t>Size of Total Corpus</a:t>
            </a:r>
          </a:p>
          <a:p>
            <a:pPr lvl="1"/>
            <a:r>
              <a:rPr lang="en-US" dirty="0"/>
              <a:t>38 universities X 12 years X 12 paragraphs = 5,472 paragraphs</a:t>
            </a:r>
          </a:p>
          <a:p>
            <a:pPr lvl="1"/>
            <a:endParaRPr lang="en-US" dirty="0"/>
          </a:p>
        </p:txBody>
      </p:sp>
    </p:spTree>
    <p:extLst>
      <p:ext uri="{BB962C8B-B14F-4D97-AF65-F5344CB8AC3E}">
        <p14:creationId xmlns:p14="http://schemas.microsoft.com/office/powerpoint/2010/main" val="3954240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66D2D9-0AFB-0C24-F840-8067FD6CBF60}"/>
              </a:ext>
            </a:extLst>
          </p:cNvPr>
          <p:cNvPicPr>
            <a:picLocks noChangeAspect="1"/>
          </p:cNvPicPr>
          <p:nvPr/>
        </p:nvPicPr>
        <p:blipFill>
          <a:blip r:embed="rId2"/>
          <a:srcRect b="19643"/>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05554D-4AD6-73F3-05EA-7983FEBD1821}"/>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Building My Corpora</a:t>
            </a:r>
          </a:p>
        </p:txBody>
      </p:sp>
      <p:cxnSp>
        <p:nvCxnSpPr>
          <p:cNvPr id="15" name="Straight Connector 14">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581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82E7C-215D-B351-F610-4C0384951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376FB-65AE-9DC9-8CC8-86BA81ED83CD}"/>
              </a:ext>
            </a:extLst>
          </p:cNvPr>
          <p:cNvSpPr>
            <a:spLocks noGrp="1"/>
          </p:cNvSpPr>
          <p:nvPr>
            <p:ph type="title"/>
          </p:nvPr>
        </p:nvSpPr>
        <p:spPr>
          <a:xfrm>
            <a:off x="239669" y="300397"/>
            <a:ext cx="11210925" cy="744836"/>
          </a:xfrm>
        </p:spPr>
        <p:txBody>
          <a:bodyPr vert="horz" lIns="91440" tIns="45720" rIns="91440" bIns="45720" rtlCol="0" anchor="ctr">
            <a:normAutofit/>
          </a:bodyPr>
          <a:lstStyle/>
          <a:p>
            <a:r>
              <a:rPr lang="en-US" sz="3600" dirty="0">
                <a:solidFill>
                  <a:schemeClr val="tx1">
                    <a:lumMod val="85000"/>
                    <a:lumOff val="15000"/>
                  </a:schemeClr>
                </a:solidFill>
              </a:rPr>
              <a:t>Variables &amp; LLM Annotating: Fine Tuner (1)</a:t>
            </a:r>
          </a:p>
        </p:txBody>
      </p:sp>
      <p:sp>
        <p:nvSpPr>
          <p:cNvPr id="3" name="Content Placeholder 2">
            <a:extLst>
              <a:ext uri="{FF2B5EF4-FFF2-40B4-BE49-F238E27FC236}">
                <a16:creationId xmlns:a16="http://schemas.microsoft.com/office/drawing/2014/main" id="{4CF57886-E2E4-E26E-1705-E1C7387823F3}"/>
              </a:ext>
            </a:extLst>
          </p:cNvPr>
          <p:cNvSpPr>
            <a:spLocks noGrp="1"/>
          </p:cNvSpPr>
          <p:nvPr>
            <p:ph idx="1"/>
          </p:nvPr>
        </p:nvSpPr>
        <p:spPr>
          <a:xfrm>
            <a:off x="442784" y="1418838"/>
            <a:ext cx="10515600" cy="4802187"/>
          </a:xfrm>
        </p:spPr>
        <p:txBody>
          <a:bodyPr>
            <a:normAutofit/>
          </a:bodyPr>
          <a:lstStyle/>
          <a:p>
            <a:pPr lvl="1"/>
            <a:r>
              <a:rPr lang="en-US" b="1" dirty="0" err="1"/>
              <a:t>Class_Binary</a:t>
            </a:r>
            <a:endParaRPr lang="en-US" b="1" dirty="0"/>
          </a:p>
          <a:p>
            <a:pPr lvl="2"/>
            <a:r>
              <a:rPr lang="en-US" dirty="0"/>
              <a:t>0 = No Perceived Resource Dependence</a:t>
            </a:r>
          </a:p>
          <a:p>
            <a:pPr lvl="2"/>
            <a:r>
              <a:rPr lang="en-US" dirty="0"/>
              <a:t>1 = Perceived Resource Dependence</a:t>
            </a:r>
          </a:p>
          <a:p>
            <a:pPr lvl="2"/>
            <a:endParaRPr lang="en-US" dirty="0"/>
          </a:p>
          <a:p>
            <a:pPr lvl="1"/>
            <a:r>
              <a:rPr lang="en-US" dirty="0"/>
              <a:t>Codebook</a:t>
            </a:r>
          </a:p>
          <a:p>
            <a:pPr lvl="1"/>
            <a:endParaRPr lang="en-US" dirty="0"/>
          </a:p>
          <a:p>
            <a:pPr lvl="1"/>
            <a:endParaRPr lang="en-US" dirty="0"/>
          </a:p>
          <a:p>
            <a:pPr lvl="1"/>
            <a:endParaRPr lang="en-US" dirty="0"/>
          </a:p>
          <a:p>
            <a:pPr lvl="1"/>
            <a:endParaRPr lang="en-US" dirty="0"/>
          </a:p>
          <a:p>
            <a:pPr lvl="1"/>
            <a:r>
              <a:rPr lang="en-US" dirty="0"/>
              <a:t>LLM Intercoder Reliability</a:t>
            </a:r>
          </a:p>
        </p:txBody>
      </p:sp>
    </p:spTree>
    <p:extLst>
      <p:ext uri="{BB962C8B-B14F-4D97-AF65-F5344CB8AC3E}">
        <p14:creationId xmlns:p14="http://schemas.microsoft.com/office/powerpoint/2010/main" val="1550140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EC52-B467-9603-1277-1985360E6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EB0FB-6718-F93E-A609-28A8B2A2FBAF}"/>
              </a:ext>
            </a:extLst>
          </p:cNvPr>
          <p:cNvSpPr>
            <a:spLocks noGrp="1"/>
          </p:cNvSpPr>
          <p:nvPr>
            <p:ph type="title"/>
          </p:nvPr>
        </p:nvSpPr>
        <p:spPr>
          <a:xfrm>
            <a:off x="239669" y="300397"/>
            <a:ext cx="11210925" cy="744836"/>
          </a:xfrm>
        </p:spPr>
        <p:txBody>
          <a:bodyPr vert="horz" lIns="91440" tIns="45720" rIns="91440" bIns="45720" rtlCol="0" anchor="ctr">
            <a:normAutofit/>
          </a:bodyPr>
          <a:lstStyle/>
          <a:p>
            <a:r>
              <a:rPr lang="en-US" sz="3600" dirty="0">
                <a:solidFill>
                  <a:schemeClr val="tx1">
                    <a:lumMod val="85000"/>
                    <a:lumOff val="15000"/>
                  </a:schemeClr>
                </a:solidFill>
              </a:rPr>
              <a:t>Variables &amp; LLM Annotating: Fine Tuner (2)</a:t>
            </a:r>
          </a:p>
        </p:txBody>
      </p:sp>
      <p:sp>
        <p:nvSpPr>
          <p:cNvPr id="3" name="Content Placeholder 2">
            <a:extLst>
              <a:ext uri="{FF2B5EF4-FFF2-40B4-BE49-F238E27FC236}">
                <a16:creationId xmlns:a16="http://schemas.microsoft.com/office/drawing/2014/main" id="{8CFDBB11-0A48-A988-FD32-7D048D7C4E6E}"/>
              </a:ext>
            </a:extLst>
          </p:cNvPr>
          <p:cNvSpPr>
            <a:spLocks noGrp="1"/>
          </p:cNvSpPr>
          <p:nvPr>
            <p:ph idx="1"/>
          </p:nvPr>
        </p:nvSpPr>
        <p:spPr>
          <a:xfrm>
            <a:off x="442784" y="1418838"/>
            <a:ext cx="10515600" cy="4802187"/>
          </a:xfrm>
        </p:spPr>
        <p:txBody>
          <a:bodyPr>
            <a:normAutofit/>
          </a:bodyPr>
          <a:lstStyle/>
          <a:p>
            <a:pPr lvl="1"/>
            <a:r>
              <a:rPr lang="en-US" b="1" dirty="0" err="1"/>
              <a:t>Class_Intensity</a:t>
            </a:r>
            <a:endParaRPr lang="en-US" b="1" dirty="0"/>
          </a:p>
          <a:p>
            <a:pPr lvl="2"/>
            <a:r>
              <a:rPr lang="en-US" dirty="0"/>
              <a:t>0 = Low Perceived Resource Dependence</a:t>
            </a:r>
          </a:p>
          <a:p>
            <a:pPr lvl="2"/>
            <a:r>
              <a:rPr lang="en-US" dirty="0"/>
              <a:t>1 = High Perceived Resource Dependence</a:t>
            </a:r>
          </a:p>
          <a:p>
            <a:pPr lvl="2"/>
            <a:endParaRPr lang="en-US" dirty="0"/>
          </a:p>
          <a:p>
            <a:pPr lvl="1"/>
            <a:r>
              <a:rPr lang="en-US" dirty="0"/>
              <a:t>Codebook</a:t>
            </a:r>
          </a:p>
          <a:p>
            <a:pPr lvl="1"/>
            <a:endParaRPr lang="en-US" dirty="0"/>
          </a:p>
          <a:p>
            <a:pPr lvl="1"/>
            <a:endParaRPr lang="en-US" dirty="0"/>
          </a:p>
          <a:p>
            <a:pPr lvl="1"/>
            <a:endParaRPr lang="en-US" dirty="0"/>
          </a:p>
          <a:p>
            <a:pPr lvl="1"/>
            <a:endParaRPr lang="en-US" dirty="0"/>
          </a:p>
          <a:p>
            <a:pPr lvl="1"/>
            <a:r>
              <a:rPr lang="en-US" dirty="0"/>
              <a:t>LLM Intercoder Reliability</a:t>
            </a:r>
          </a:p>
        </p:txBody>
      </p:sp>
    </p:spTree>
    <p:extLst>
      <p:ext uri="{BB962C8B-B14F-4D97-AF65-F5344CB8AC3E}">
        <p14:creationId xmlns:p14="http://schemas.microsoft.com/office/powerpoint/2010/main" val="167509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07878C9-9105-D024-F9FF-0ADF036D74B4}"/>
              </a:ext>
            </a:extLst>
          </p:cNvPr>
          <p:cNvCxnSpPr>
            <a:cxnSpLocks/>
          </p:cNvCxnSpPr>
          <p:nvPr/>
        </p:nvCxnSpPr>
        <p:spPr>
          <a:xfrm>
            <a:off x="4664676" y="94390"/>
            <a:ext cx="0" cy="662768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58FB7C0-5653-00F3-2E42-5DD381261289}"/>
              </a:ext>
            </a:extLst>
          </p:cNvPr>
          <p:cNvSpPr txBox="1"/>
          <p:nvPr/>
        </p:nvSpPr>
        <p:spPr>
          <a:xfrm>
            <a:off x="1530204" y="716005"/>
            <a:ext cx="1513691" cy="461665"/>
          </a:xfrm>
          <a:prstGeom prst="rect">
            <a:avLst/>
          </a:prstGeom>
          <a:noFill/>
        </p:spPr>
        <p:txBody>
          <a:bodyPr wrap="square" rtlCol="0">
            <a:spAutoFit/>
          </a:bodyPr>
          <a:lstStyle/>
          <a:p>
            <a:r>
              <a:rPr lang="en-US" sz="2400" b="1" dirty="0">
                <a:solidFill>
                  <a:srgbClr val="7030A0"/>
                </a:solidFill>
              </a:rPr>
              <a:t>Phase 1</a:t>
            </a:r>
          </a:p>
        </p:txBody>
      </p:sp>
      <p:sp>
        <p:nvSpPr>
          <p:cNvPr id="8" name="TextBox 7">
            <a:extLst>
              <a:ext uri="{FF2B5EF4-FFF2-40B4-BE49-F238E27FC236}">
                <a16:creationId xmlns:a16="http://schemas.microsoft.com/office/drawing/2014/main" id="{8003E075-892E-737B-241B-D22A62C0884A}"/>
              </a:ext>
            </a:extLst>
          </p:cNvPr>
          <p:cNvSpPr txBox="1"/>
          <p:nvPr/>
        </p:nvSpPr>
        <p:spPr>
          <a:xfrm>
            <a:off x="5882846" y="727673"/>
            <a:ext cx="2545492" cy="461665"/>
          </a:xfrm>
          <a:prstGeom prst="rect">
            <a:avLst/>
          </a:prstGeom>
          <a:noFill/>
        </p:spPr>
        <p:txBody>
          <a:bodyPr wrap="square" rtlCol="0">
            <a:spAutoFit/>
          </a:bodyPr>
          <a:lstStyle/>
          <a:p>
            <a:r>
              <a:rPr lang="en-US" sz="2400" b="1" dirty="0">
                <a:solidFill>
                  <a:srgbClr val="0070C0"/>
                </a:solidFill>
              </a:rPr>
              <a:t>Phase 2</a:t>
            </a:r>
          </a:p>
        </p:txBody>
      </p:sp>
      <p:sp>
        <p:nvSpPr>
          <p:cNvPr id="10" name="TextBox 9">
            <a:extLst>
              <a:ext uri="{FF2B5EF4-FFF2-40B4-BE49-F238E27FC236}">
                <a16:creationId xmlns:a16="http://schemas.microsoft.com/office/drawing/2014/main" id="{BB0EB153-7971-5B30-BB8C-2250164002A3}"/>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sp>
        <p:nvSpPr>
          <p:cNvPr id="11" name="TextBox 10">
            <a:extLst>
              <a:ext uri="{FF2B5EF4-FFF2-40B4-BE49-F238E27FC236}">
                <a16:creationId xmlns:a16="http://schemas.microsoft.com/office/drawing/2014/main" id="{E12E6BA9-4FBD-01BE-F5D8-7CB968C807E5}"/>
              </a:ext>
            </a:extLst>
          </p:cNvPr>
          <p:cNvSpPr txBox="1"/>
          <p:nvPr/>
        </p:nvSpPr>
        <p:spPr>
          <a:xfrm>
            <a:off x="5225861" y="119103"/>
            <a:ext cx="5966239" cy="461665"/>
          </a:xfrm>
          <a:prstGeom prst="rect">
            <a:avLst/>
          </a:prstGeom>
          <a:noFill/>
        </p:spPr>
        <p:txBody>
          <a:bodyPr wrap="square" rtlCol="0">
            <a:spAutoFit/>
          </a:bodyPr>
          <a:lstStyle/>
          <a:p>
            <a:r>
              <a:rPr lang="en-US" sz="2400" b="1" u="sng" dirty="0"/>
              <a:t>Binary Classifier (Perceived RD Intensity)</a:t>
            </a:r>
          </a:p>
        </p:txBody>
      </p:sp>
      <p:sp>
        <p:nvSpPr>
          <p:cNvPr id="14" name="TextBox 13">
            <a:extLst>
              <a:ext uri="{FF2B5EF4-FFF2-40B4-BE49-F238E27FC236}">
                <a16:creationId xmlns:a16="http://schemas.microsoft.com/office/drawing/2014/main" id="{E5EC7DB5-6BC9-1DE9-35D7-A1C9846ED47E}"/>
              </a:ext>
            </a:extLst>
          </p:cNvPr>
          <p:cNvSpPr txBox="1"/>
          <p:nvPr/>
        </p:nvSpPr>
        <p:spPr>
          <a:xfrm>
            <a:off x="470605" y="1232396"/>
            <a:ext cx="3632887" cy="4247317"/>
          </a:xfrm>
          <a:prstGeom prst="rect">
            <a:avLst/>
          </a:prstGeom>
          <a:noFill/>
        </p:spPr>
        <p:txBody>
          <a:bodyPr wrap="square" rtlCol="0">
            <a:spAutoFit/>
          </a:bodyPr>
          <a:lstStyle/>
          <a:p>
            <a:pPr marL="285750" indent="-285750">
              <a:buFont typeface="Arial" panose="020B0604020202020204" pitchFamily="34" charset="0"/>
              <a:buChar char="•"/>
            </a:pPr>
            <a:r>
              <a:rPr lang="en-US" sz="2400" b="1" dirty="0"/>
              <a:t>Queen’s University</a:t>
            </a:r>
          </a:p>
          <a:p>
            <a:pPr marL="742950" lvl="1" indent="-285750">
              <a:buFont typeface="Arial" panose="020B0604020202020204" pitchFamily="34" charset="0"/>
              <a:buChar char="•"/>
            </a:pPr>
            <a:r>
              <a:rPr lang="en-US" sz="2400" dirty="0"/>
              <a:t>2017-2025</a:t>
            </a:r>
          </a:p>
          <a:p>
            <a:pPr marL="285750" indent="-285750">
              <a:buFont typeface="Arial" panose="020B0604020202020204" pitchFamily="34" charset="0"/>
              <a:buChar char="•"/>
            </a:pPr>
            <a:r>
              <a:rPr lang="en-US" sz="2400" b="1" dirty="0"/>
              <a:t>University of Toronto</a:t>
            </a:r>
          </a:p>
          <a:p>
            <a:pPr marL="742950" lvl="1" indent="-285750">
              <a:buFont typeface="Arial" panose="020B0604020202020204" pitchFamily="34" charset="0"/>
              <a:buChar char="•"/>
            </a:pPr>
            <a:r>
              <a:rPr lang="en-US" sz="2400" dirty="0"/>
              <a:t>2017-2025</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Total observations:</a:t>
            </a:r>
          </a:p>
          <a:p>
            <a:pPr marL="742950" lvl="1" indent="-285750">
              <a:buFont typeface="Arial" panose="020B0604020202020204" pitchFamily="34" charset="0"/>
              <a:buChar char="•"/>
            </a:pPr>
            <a:r>
              <a:rPr lang="en-US" sz="2400" dirty="0"/>
              <a:t>327</a:t>
            </a:r>
          </a:p>
          <a:p>
            <a:pPr marL="742950" lvl="1" indent="-285750">
              <a:buFont typeface="Arial" panose="020B0604020202020204" pitchFamily="34" charset="0"/>
              <a:buChar char="•"/>
            </a:pPr>
            <a:r>
              <a:rPr lang="en-US" sz="2400" dirty="0"/>
              <a:t>Class 0 – No = 184</a:t>
            </a:r>
          </a:p>
          <a:p>
            <a:pPr marL="742950" lvl="1" indent="-285750">
              <a:buFont typeface="Arial" panose="020B0604020202020204" pitchFamily="34" charset="0"/>
              <a:buChar char="•"/>
            </a:pPr>
            <a:r>
              <a:rPr lang="en-US" sz="2400" dirty="0"/>
              <a:t>Class 1 – Yes = 143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18" name="TextBox 17">
            <a:extLst>
              <a:ext uri="{FF2B5EF4-FFF2-40B4-BE49-F238E27FC236}">
                <a16:creationId xmlns:a16="http://schemas.microsoft.com/office/drawing/2014/main" id="{DEF7ACC4-8CDB-B0BF-B0DC-9F129B4EE290}"/>
              </a:ext>
            </a:extLst>
          </p:cNvPr>
          <p:cNvSpPr txBox="1"/>
          <p:nvPr/>
        </p:nvSpPr>
        <p:spPr>
          <a:xfrm>
            <a:off x="4766611" y="1433384"/>
            <a:ext cx="3632887" cy="5355312"/>
          </a:xfrm>
          <a:prstGeom prst="rect">
            <a:avLst/>
          </a:prstGeom>
          <a:noFill/>
        </p:spPr>
        <p:txBody>
          <a:bodyPr wrap="square" rtlCol="0">
            <a:spAutoFit/>
          </a:bodyPr>
          <a:lstStyle/>
          <a:p>
            <a:pPr marL="285750" indent="-285750">
              <a:buFont typeface="Arial" panose="020B0604020202020204" pitchFamily="34" charset="0"/>
              <a:buChar char="•"/>
            </a:pPr>
            <a:r>
              <a:rPr lang="en-US" sz="2400" b="1" dirty="0"/>
              <a:t>Queen’s University</a:t>
            </a:r>
          </a:p>
          <a:p>
            <a:pPr marL="285750" indent="-285750">
              <a:buFont typeface="Arial" panose="020B0604020202020204" pitchFamily="34" charset="0"/>
              <a:buChar char="•"/>
            </a:pPr>
            <a:r>
              <a:rPr lang="en-US" sz="2400" b="1" dirty="0"/>
              <a:t>University of Toronto</a:t>
            </a:r>
          </a:p>
          <a:p>
            <a:pPr marL="285750" indent="-285750">
              <a:buFont typeface="Arial" panose="020B0604020202020204" pitchFamily="34" charset="0"/>
              <a:buChar char="•"/>
            </a:pPr>
            <a:r>
              <a:rPr lang="en-US" sz="2400" b="1" dirty="0"/>
              <a:t>Carleton University</a:t>
            </a:r>
          </a:p>
          <a:p>
            <a:pPr marL="285750" indent="-285750">
              <a:buFont typeface="Arial" panose="020B0604020202020204" pitchFamily="34" charset="0"/>
              <a:buChar char="•"/>
            </a:pPr>
            <a:r>
              <a:rPr lang="en-US" sz="2400" b="1" dirty="0"/>
              <a:t>University of Windsor</a:t>
            </a:r>
          </a:p>
          <a:p>
            <a:pPr marL="742950" lvl="1" indent="-285750">
              <a:buFont typeface="Arial" panose="020B0604020202020204" pitchFamily="34" charset="0"/>
              <a:buChar char="•"/>
            </a:pPr>
            <a:r>
              <a:rPr lang="en-US" sz="2400" dirty="0"/>
              <a:t>Various Years</a:t>
            </a:r>
          </a:p>
          <a:p>
            <a:pPr marL="742950" lvl="1" indent="-285750">
              <a:buFont typeface="Arial" panose="020B0604020202020204" pitchFamily="34" charset="0"/>
              <a:buChar char="•"/>
            </a:pPr>
            <a:r>
              <a:rPr lang="en-US" sz="2400" dirty="0"/>
              <a:t>Post 2019</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Total observations:</a:t>
            </a:r>
          </a:p>
          <a:p>
            <a:pPr marL="742950" lvl="1" indent="-285750">
              <a:buFont typeface="Arial" panose="020B0604020202020204" pitchFamily="34" charset="0"/>
              <a:buChar char="•"/>
            </a:pPr>
            <a:r>
              <a:rPr lang="en-US" sz="2400" dirty="0"/>
              <a:t>236</a:t>
            </a:r>
          </a:p>
          <a:p>
            <a:pPr marL="742950" lvl="1" indent="-285750">
              <a:buFont typeface="Arial" panose="020B0604020202020204" pitchFamily="34" charset="0"/>
              <a:buChar char="•"/>
            </a:pPr>
            <a:r>
              <a:rPr lang="en-US" sz="2400" dirty="0"/>
              <a:t>Class 0 – Low = 154</a:t>
            </a:r>
          </a:p>
          <a:p>
            <a:pPr marL="742950" lvl="1" indent="-285750">
              <a:buFont typeface="Arial" panose="020B0604020202020204" pitchFamily="34" charset="0"/>
              <a:buChar char="•"/>
            </a:pPr>
            <a:r>
              <a:rPr lang="en-US" sz="2400" dirty="0"/>
              <a:t>Class 1 – High = 82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19" name="Right Arrow 18">
            <a:extLst>
              <a:ext uri="{FF2B5EF4-FFF2-40B4-BE49-F238E27FC236}">
                <a16:creationId xmlns:a16="http://schemas.microsoft.com/office/drawing/2014/main" id="{7EE93EC0-556A-E7D1-B656-50CFB6EA3A08}"/>
              </a:ext>
            </a:extLst>
          </p:cNvPr>
          <p:cNvSpPr/>
          <p:nvPr/>
        </p:nvSpPr>
        <p:spPr>
          <a:xfrm>
            <a:off x="3911992" y="4224083"/>
            <a:ext cx="944184" cy="2972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C2519F1D-9DCA-9B6E-3561-0F33362A4BCF}"/>
              </a:ext>
            </a:extLst>
          </p:cNvPr>
          <p:cNvSpPr txBox="1"/>
          <p:nvPr/>
        </p:nvSpPr>
        <p:spPr>
          <a:xfrm>
            <a:off x="9646508" y="716004"/>
            <a:ext cx="2545492" cy="461665"/>
          </a:xfrm>
          <a:prstGeom prst="rect">
            <a:avLst/>
          </a:prstGeom>
          <a:noFill/>
        </p:spPr>
        <p:txBody>
          <a:bodyPr wrap="square" rtlCol="0">
            <a:spAutoFit/>
          </a:bodyPr>
          <a:lstStyle/>
          <a:p>
            <a:r>
              <a:rPr lang="en-US" sz="2400" b="1" dirty="0">
                <a:solidFill>
                  <a:schemeClr val="accent2">
                    <a:lumMod val="75000"/>
                  </a:schemeClr>
                </a:solidFill>
              </a:rPr>
              <a:t>Phase 3</a:t>
            </a:r>
          </a:p>
        </p:txBody>
      </p:sp>
      <p:cxnSp>
        <p:nvCxnSpPr>
          <p:cNvPr id="21" name="Straight Connector 20">
            <a:extLst>
              <a:ext uri="{FF2B5EF4-FFF2-40B4-BE49-F238E27FC236}">
                <a16:creationId xmlns:a16="http://schemas.microsoft.com/office/drawing/2014/main" id="{200709EB-CD73-D89C-D7CD-AA0758804878}"/>
              </a:ext>
            </a:extLst>
          </p:cNvPr>
          <p:cNvCxnSpPr>
            <a:cxnSpLocks/>
          </p:cNvCxnSpPr>
          <p:nvPr/>
        </p:nvCxnSpPr>
        <p:spPr>
          <a:xfrm>
            <a:off x="8399498" y="1177669"/>
            <a:ext cx="0" cy="568033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Right Arrow 22">
            <a:extLst>
              <a:ext uri="{FF2B5EF4-FFF2-40B4-BE49-F238E27FC236}">
                <a16:creationId xmlns:a16="http://schemas.microsoft.com/office/drawing/2014/main" id="{48296951-5FD1-C87C-F451-0354F597BC1A}"/>
              </a:ext>
            </a:extLst>
          </p:cNvPr>
          <p:cNvSpPr/>
          <p:nvPr/>
        </p:nvSpPr>
        <p:spPr>
          <a:xfrm>
            <a:off x="7703362" y="5889823"/>
            <a:ext cx="1425139" cy="2972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DAD9EA1-6D17-BE4D-A3C2-8C9A1C3B281C}"/>
              </a:ext>
            </a:extLst>
          </p:cNvPr>
          <p:cNvSpPr txBox="1"/>
          <p:nvPr/>
        </p:nvSpPr>
        <p:spPr>
          <a:xfrm>
            <a:off x="3844030" y="3887189"/>
            <a:ext cx="1683630" cy="369332"/>
          </a:xfrm>
          <a:prstGeom prst="rect">
            <a:avLst/>
          </a:prstGeom>
          <a:noFill/>
        </p:spPr>
        <p:txBody>
          <a:bodyPr wrap="square" rtlCol="0">
            <a:spAutoFit/>
          </a:bodyPr>
          <a:lstStyle/>
          <a:p>
            <a:r>
              <a:rPr lang="en-US" dirty="0"/>
              <a:t>Add Sample</a:t>
            </a:r>
          </a:p>
        </p:txBody>
      </p:sp>
      <p:sp>
        <p:nvSpPr>
          <p:cNvPr id="25" name="TextBox 24">
            <a:extLst>
              <a:ext uri="{FF2B5EF4-FFF2-40B4-BE49-F238E27FC236}">
                <a16:creationId xmlns:a16="http://schemas.microsoft.com/office/drawing/2014/main" id="{826ED9ED-0017-0DD0-CECF-1C294B8410BE}"/>
              </a:ext>
            </a:extLst>
          </p:cNvPr>
          <p:cNvSpPr txBox="1"/>
          <p:nvPr/>
        </p:nvSpPr>
        <p:spPr>
          <a:xfrm>
            <a:off x="6715868" y="6282494"/>
            <a:ext cx="1683630" cy="369332"/>
          </a:xfrm>
          <a:prstGeom prst="rect">
            <a:avLst/>
          </a:prstGeom>
          <a:noFill/>
        </p:spPr>
        <p:txBody>
          <a:bodyPr wrap="square" rtlCol="0">
            <a:spAutoFit/>
          </a:bodyPr>
          <a:lstStyle/>
          <a:p>
            <a:r>
              <a:rPr lang="en-US" dirty="0"/>
              <a:t>Revise Codes</a:t>
            </a:r>
          </a:p>
        </p:txBody>
      </p:sp>
      <p:sp>
        <p:nvSpPr>
          <p:cNvPr id="26" name="TextBox 25">
            <a:extLst>
              <a:ext uri="{FF2B5EF4-FFF2-40B4-BE49-F238E27FC236}">
                <a16:creationId xmlns:a16="http://schemas.microsoft.com/office/drawing/2014/main" id="{3C9A4D50-93C3-8967-22EE-D1BA23F52F3B}"/>
              </a:ext>
            </a:extLst>
          </p:cNvPr>
          <p:cNvSpPr txBox="1"/>
          <p:nvPr/>
        </p:nvSpPr>
        <p:spPr>
          <a:xfrm>
            <a:off x="8804693" y="6295880"/>
            <a:ext cx="1683630" cy="369332"/>
          </a:xfrm>
          <a:prstGeom prst="rect">
            <a:avLst/>
          </a:prstGeom>
          <a:noFill/>
        </p:spPr>
        <p:txBody>
          <a:bodyPr wrap="square" rtlCol="0">
            <a:spAutoFit/>
          </a:bodyPr>
          <a:lstStyle/>
          <a:p>
            <a:r>
              <a:rPr lang="en-US" dirty="0"/>
              <a:t>Add Sample</a:t>
            </a:r>
          </a:p>
        </p:txBody>
      </p:sp>
      <p:sp>
        <p:nvSpPr>
          <p:cNvPr id="27" name="TextBox 26">
            <a:extLst>
              <a:ext uri="{FF2B5EF4-FFF2-40B4-BE49-F238E27FC236}">
                <a16:creationId xmlns:a16="http://schemas.microsoft.com/office/drawing/2014/main" id="{9420E112-D774-64B7-B254-1B7AF5921E76}"/>
              </a:ext>
            </a:extLst>
          </p:cNvPr>
          <p:cNvSpPr txBox="1"/>
          <p:nvPr/>
        </p:nvSpPr>
        <p:spPr>
          <a:xfrm>
            <a:off x="8500764" y="1286477"/>
            <a:ext cx="3632887" cy="5570756"/>
          </a:xfrm>
          <a:prstGeom prst="rect">
            <a:avLst/>
          </a:prstGeom>
          <a:noFill/>
        </p:spPr>
        <p:txBody>
          <a:bodyPr wrap="square" rtlCol="0">
            <a:spAutoFit/>
          </a:bodyPr>
          <a:lstStyle/>
          <a:p>
            <a:pPr marL="285750" indent="-285750">
              <a:buFont typeface="Arial" panose="020B0604020202020204" pitchFamily="34" charset="0"/>
              <a:buChar char="•"/>
            </a:pPr>
            <a:r>
              <a:rPr lang="en-US" sz="1400" b="1" dirty="0"/>
              <a:t>Queen’s University</a:t>
            </a:r>
          </a:p>
          <a:p>
            <a:pPr marL="285750" indent="-285750">
              <a:buFont typeface="Arial" panose="020B0604020202020204" pitchFamily="34" charset="0"/>
              <a:buChar char="•"/>
            </a:pPr>
            <a:r>
              <a:rPr lang="en-US" sz="1400" b="1" dirty="0"/>
              <a:t>University of Toronto</a:t>
            </a:r>
          </a:p>
          <a:p>
            <a:pPr marL="285750" indent="-285750">
              <a:buFont typeface="Arial" panose="020B0604020202020204" pitchFamily="34" charset="0"/>
              <a:buChar char="•"/>
            </a:pPr>
            <a:r>
              <a:rPr lang="en-US" sz="1400" b="1" dirty="0"/>
              <a:t>Carleton University</a:t>
            </a:r>
          </a:p>
          <a:p>
            <a:pPr marL="285750" indent="-285750">
              <a:buFont typeface="Arial" panose="020B0604020202020204" pitchFamily="34" charset="0"/>
              <a:buChar char="•"/>
            </a:pPr>
            <a:r>
              <a:rPr lang="en-US" sz="1400" b="1" dirty="0"/>
              <a:t>University of Windsor</a:t>
            </a:r>
          </a:p>
          <a:p>
            <a:pPr marL="285750" indent="-285750">
              <a:buFont typeface="Arial" panose="020B0604020202020204" pitchFamily="34" charset="0"/>
              <a:buChar char="•"/>
            </a:pPr>
            <a:r>
              <a:rPr lang="en-US" sz="1400" b="1" dirty="0"/>
              <a:t>York University</a:t>
            </a:r>
          </a:p>
          <a:p>
            <a:pPr marL="285750" indent="-285750">
              <a:buFont typeface="Arial" panose="020B0604020202020204" pitchFamily="34" charset="0"/>
              <a:buChar char="•"/>
            </a:pPr>
            <a:r>
              <a:rPr lang="en-US" sz="1400" b="1" dirty="0"/>
              <a:t>Nipissing University</a:t>
            </a:r>
          </a:p>
          <a:p>
            <a:pPr marL="285750" indent="-285750">
              <a:buFont typeface="Arial" panose="020B0604020202020204" pitchFamily="34" charset="0"/>
              <a:buChar char="•"/>
            </a:pPr>
            <a:r>
              <a:rPr lang="en-US" sz="1400" b="1" dirty="0"/>
              <a:t>Lakehead University</a:t>
            </a:r>
          </a:p>
          <a:p>
            <a:pPr marL="285750" indent="-285750">
              <a:buFont typeface="Arial" panose="020B0604020202020204" pitchFamily="34" charset="0"/>
              <a:buChar char="•"/>
            </a:pPr>
            <a:r>
              <a:rPr lang="en-US" sz="1400" b="1" dirty="0"/>
              <a:t>Wilfrid Laurier University</a:t>
            </a:r>
          </a:p>
          <a:p>
            <a:pPr marL="285750" indent="-285750">
              <a:buFont typeface="Arial" panose="020B0604020202020204" pitchFamily="34" charset="0"/>
              <a:buChar char="•"/>
            </a:pPr>
            <a:r>
              <a:rPr lang="en-US" sz="1400" b="1" dirty="0"/>
              <a:t>University of Waterloo</a:t>
            </a:r>
          </a:p>
          <a:p>
            <a:pPr marL="285750" indent="-285750">
              <a:buFont typeface="Arial" panose="020B0604020202020204" pitchFamily="34" charset="0"/>
              <a:buChar char="•"/>
            </a:pPr>
            <a:r>
              <a:rPr lang="en-US" sz="1400" b="1" dirty="0"/>
              <a:t>Western University</a:t>
            </a:r>
          </a:p>
          <a:p>
            <a:pPr marL="285750" indent="-285750">
              <a:buFont typeface="Arial" panose="020B0604020202020204" pitchFamily="34" charset="0"/>
              <a:buChar char="•"/>
            </a:pPr>
            <a:r>
              <a:rPr lang="en-US" sz="1400" b="1" dirty="0"/>
              <a:t>McMaster University</a:t>
            </a:r>
          </a:p>
          <a:p>
            <a:pPr marL="742950" lvl="1" indent="-285750">
              <a:buFont typeface="Arial" panose="020B0604020202020204" pitchFamily="34" charset="0"/>
              <a:buChar char="•"/>
            </a:pPr>
            <a:r>
              <a:rPr lang="en-US" sz="1400" dirty="0"/>
              <a:t>Various Years</a:t>
            </a:r>
          </a:p>
          <a:p>
            <a:pPr marL="742950" lvl="1" indent="-285750">
              <a:buFont typeface="Arial" panose="020B0604020202020204" pitchFamily="34" charset="0"/>
              <a:buChar char="•"/>
            </a:pPr>
            <a:r>
              <a:rPr lang="en-US" sz="1400" dirty="0"/>
              <a:t>Post 2019</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Total observations:</a:t>
            </a:r>
          </a:p>
          <a:p>
            <a:pPr marL="742950" lvl="1" indent="-285750">
              <a:buFont typeface="Arial" panose="020B0604020202020204" pitchFamily="34" charset="0"/>
              <a:buChar char="•"/>
            </a:pPr>
            <a:r>
              <a:rPr lang="en-US" sz="2400" dirty="0"/>
              <a:t>337</a:t>
            </a:r>
          </a:p>
          <a:p>
            <a:pPr marL="742950" lvl="1" indent="-285750">
              <a:buFont typeface="Arial" panose="020B0604020202020204" pitchFamily="34" charset="0"/>
              <a:buChar char="•"/>
            </a:pPr>
            <a:r>
              <a:rPr lang="en-US" sz="2400" dirty="0"/>
              <a:t>Class 0 – Low = 214</a:t>
            </a:r>
          </a:p>
          <a:p>
            <a:pPr marL="742950" lvl="1" indent="-285750">
              <a:buFont typeface="Arial" panose="020B0604020202020204" pitchFamily="34" charset="0"/>
              <a:buChar char="•"/>
            </a:pPr>
            <a:r>
              <a:rPr lang="en-US" sz="2400" dirty="0"/>
              <a:t>Class 1 – High = 123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cxnSp>
        <p:nvCxnSpPr>
          <p:cNvPr id="29" name="Straight Connector 28">
            <a:extLst>
              <a:ext uri="{FF2B5EF4-FFF2-40B4-BE49-F238E27FC236}">
                <a16:creationId xmlns:a16="http://schemas.microsoft.com/office/drawing/2014/main" id="{707427FD-DC13-C24C-6E10-340CE75421A0}"/>
              </a:ext>
            </a:extLst>
          </p:cNvPr>
          <p:cNvCxnSpPr>
            <a:cxnSpLocks/>
          </p:cNvCxnSpPr>
          <p:nvPr/>
        </p:nvCxnSpPr>
        <p:spPr>
          <a:xfrm>
            <a:off x="175081" y="4794422"/>
            <a:ext cx="4489595" cy="0"/>
          </a:xfrm>
          <a:prstGeom prst="line">
            <a:avLst/>
          </a:prstGeom>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475DBBFA-9BE4-5FBD-D894-239EDE9F35A8}"/>
              </a:ext>
            </a:extLst>
          </p:cNvPr>
          <p:cNvSpPr txBox="1"/>
          <p:nvPr/>
        </p:nvSpPr>
        <p:spPr>
          <a:xfrm>
            <a:off x="1552325" y="4836680"/>
            <a:ext cx="1513691" cy="461665"/>
          </a:xfrm>
          <a:prstGeom prst="rect">
            <a:avLst/>
          </a:prstGeom>
          <a:noFill/>
        </p:spPr>
        <p:txBody>
          <a:bodyPr wrap="square" rtlCol="0">
            <a:spAutoFit/>
          </a:bodyPr>
          <a:lstStyle/>
          <a:p>
            <a:r>
              <a:rPr lang="en-US" sz="2400" b="1" dirty="0">
                <a:solidFill>
                  <a:schemeClr val="accent5">
                    <a:lumMod val="60000"/>
                    <a:lumOff val="40000"/>
                  </a:schemeClr>
                </a:solidFill>
              </a:rPr>
              <a:t>Phase 4</a:t>
            </a:r>
          </a:p>
        </p:txBody>
      </p:sp>
      <p:sp>
        <p:nvSpPr>
          <p:cNvPr id="33" name="TextBox 32">
            <a:extLst>
              <a:ext uri="{FF2B5EF4-FFF2-40B4-BE49-F238E27FC236}">
                <a16:creationId xmlns:a16="http://schemas.microsoft.com/office/drawing/2014/main" id="{FF3E879A-49C5-5076-B5FF-CA1B7C7AB8AC}"/>
              </a:ext>
            </a:extLst>
          </p:cNvPr>
          <p:cNvSpPr txBox="1"/>
          <p:nvPr/>
        </p:nvSpPr>
        <p:spPr>
          <a:xfrm>
            <a:off x="281663" y="5261293"/>
            <a:ext cx="6098058" cy="1569660"/>
          </a:xfrm>
          <a:prstGeom prst="rect">
            <a:avLst/>
          </a:prstGeom>
          <a:noFill/>
        </p:spPr>
        <p:txBody>
          <a:bodyPr wrap="square">
            <a:spAutoFit/>
          </a:bodyPr>
          <a:lstStyle/>
          <a:p>
            <a:pPr marL="285750" indent="-285750">
              <a:buFont typeface="Arial" panose="020B0604020202020204" pitchFamily="34" charset="0"/>
              <a:buChar char="•"/>
            </a:pPr>
            <a:r>
              <a:rPr lang="en-US" sz="2400" b="1" dirty="0"/>
              <a:t>Total observations:</a:t>
            </a:r>
          </a:p>
          <a:p>
            <a:pPr marL="742950" lvl="1" indent="-285750">
              <a:buFont typeface="Arial" panose="020B0604020202020204" pitchFamily="34" charset="0"/>
              <a:buChar char="•"/>
            </a:pPr>
            <a:r>
              <a:rPr lang="en-US" sz="2400" dirty="0"/>
              <a:t>644</a:t>
            </a:r>
          </a:p>
          <a:p>
            <a:pPr marL="742950" lvl="1" indent="-285750">
              <a:buFont typeface="Arial" panose="020B0604020202020204" pitchFamily="34" charset="0"/>
              <a:buChar char="•"/>
            </a:pPr>
            <a:r>
              <a:rPr lang="en-US" sz="2400" dirty="0"/>
              <a:t>Class 0 – No = 307</a:t>
            </a:r>
          </a:p>
          <a:p>
            <a:pPr marL="742950" lvl="1" indent="-285750">
              <a:buFont typeface="Arial" panose="020B0604020202020204" pitchFamily="34" charset="0"/>
              <a:buChar char="•"/>
            </a:pPr>
            <a:r>
              <a:rPr lang="en-US" sz="2400" dirty="0"/>
              <a:t>Class 1 – Yes = 337</a:t>
            </a:r>
          </a:p>
        </p:txBody>
      </p:sp>
    </p:spTree>
    <p:extLst>
      <p:ext uri="{BB962C8B-B14F-4D97-AF65-F5344CB8AC3E}">
        <p14:creationId xmlns:p14="http://schemas.microsoft.com/office/powerpoint/2010/main" val="2213797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93950-23CE-11FA-0BAB-DC416F11CC8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76F5D16-9774-2CCA-CABC-1AC0DDEA91E8}"/>
              </a:ext>
            </a:extLst>
          </p:cNvPr>
          <p:cNvSpPr txBox="1"/>
          <p:nvPr/>
        </p:nvSpPr>
        <p:spPr>
          <a:xfrm>
            <a:off x="7761078" y="94390"/>
            <a:ext cx="1513691" cy="461665"/>
          </a:xfrm>
          <a:prstGeom prst="rect">
            <a:avLst/>
          </a:prstGeom>
          <a:noFill/>
        </p:spPr>
        <p:txBody>
          <a:bodyPr wrap="square" rtlCol="0">
            <a:spAutoFit/>
          </a:bodyPr>
          <a:lstStyle/>
          <a:p>
            <a:r>
              <a:rPr lang="en-US" sz="2400" b="1" dirty="0">
                <a:solidFill>
                  <a:srgbClr val="7030A0"/>
                </a:solidFill>
              </a:rPr>
              <a:t>Phase 1</a:t>
            </a:r>
          </a:p>
        </p:txBody>
      </p:sp>
      <p:sp>
        <p:nvSpPr>
          <p:cNvPr id="10" name="TextBox 9">
            <a:extLst>
              <a:ext uri="{FF2B5EF4-FFF2-40B4-BE49-F238E27FC236}">
                <a16:creationId xmlns:a16="http://schemas.microsoft.com/office/drawing/2014/main" id="{05DBCEDC-57BC-0E3C-8E0C-4453B96A54F4}"/>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sp>
        <p:nvSpPr>
          <p:cNvPr id="15" name="TextBox 14">
            <a:extLst>
              <a:ext uri="{FF2B5EF4-FFF2-40B4-BE49-F238E27FC236}">
                <a16:creationId xmlns:a16="http://schemas.microsoft.com/office/drawing/2014/main" id="{A9F505BF-70F0-D8D2-41B5-5F1F086CCC4A}"/>
              </a:ext>
            </a:extLst>
          </p:cNvPr>
          <p:cNvSpPr txBox="1"/>
          <p:nvPr/>
        </p:nvSpPr>
        <p:spPr>
          <a:xfrm>
            <a:off x="667266" y="4506846"/>
            <a:ext cx="4411362" cy="923330"/>
          </a:xfrm>
          <a:prstGeom prst="rect">
            <a:avLst/>
          </a:prstGeom>
          <a:noFill/>
        </p:spPr>
        <p:txBody>
          <a:bodyPr wrap="square" rtlCol="0">
            <a:spAutoFit/>
          </a:bodyPr>
          <a:lstStyle/>
          <a:p>
            <a:r>
              <a:rPr lang="en-US" dirty="0"/>
              <a:t>Stratified K Fold</a:t>
            </a:r>
          </a:p>
          <a:p>
            <a:r>
              <a:rPr lang="en-US" dirty="0"/>
              <a:t>No Class Weight Loss</a:t>
            </a:r>
          </a:p>
          <a:p>
            <a:r>
              <a:rPr lang="en-US" dirty="0"/>
              <a:t>No Weighted Sampling</a:t>
            </a:r>
          </a:p>
        </p:txBody>
      </p:sp>
      <p:sp>
        <p:nvSpPr>
          <p:cNvPr id="16" name="TextBox 15">
            <a:extLst>
              <a:ext uri="{FF2B5EF4-FFF2-40B4-BE49-F238E27FC236}">
                <a16:creationId xmlns:a16="http://schemas.microsoft.com/office/drawing/2014/main" id="{01C6303F-595B-BF2C-5C83-322F407A42C1}"/>
              </a:ext>
            </a:extLst>
          </p:cNvPr>
          <p:cNvSpPr txBox="1"/>
          <p:nvPr/>
        </p:nvSpPr>
        <p:spPr>
          <a:xfrm>
            <a:off x="10900717" y="186723"/>
            <a:ext cx="1223319" cy="369332"/>
          </a:xfrm>
          <a:prstGeom prst="rect">
            <a:avLst/>
          </a:prstGeom>
          <a:noFill/>
        </p:spPr>
        <p:txBody>
          <a:bodyPr wrap="square" rtlCol="0">
            <a:spAutoFit/>
          </a:bodyPr>
          <a:lstStyle/>
          <a:p>
            <a:r>
              <a:rPr lang="en-US" dirty="0"/>
              <a:t>V14. xlsx</a:t>
            </a:r>
          </a:p>
        </p:txBody>
      </p:sp>
      <p:pic>
        <p:nvPicPr>
          <p:cNvPr id="17" name="Picture 16">
            <a:extLst>
              <a:ext uri="{FF2B5EF4-FFF2-40B4-BE49-F238E27FC236}">
                <a16:creationId xmlns:a16="http://schemas.microsoft.com/office/drawing/2014/main" id="{75BF628F-F515-58A9-410C-2EA90780B3D3}"/>
              </a:ext>
            </a:extLst>
          </p:cNvPr>
          <p:cNvPicPr>
            <a:picLocks noChangeAspect="1"/>
          </p:cNvPicPr>
          <p:nvPr/>
        </p:nvPicPr>
        <p:blipFill>
          <a:blip r:embed="rId3"/>
          <a:stretch>
            <a:fillRect/>
          </a:stretch>
        </p:blipFill>
        <p:spPr>
          <a:xfrm>
            <a:off x="220049" y="2393482"/>
            <a:ext cx="11751902" cy="838673"/>
          </a:xfrm>
          <a:prstGeom prst="rect">
            <a:avLst/>
          </a:prstGeom>
        </p:spPr>
      </p:pic>
    </p:spTree>
    <p:extLst>
      <p:ext uri="{BB962C8B-B14F-4D97-AF65-F5344CB8AC3E}">
        <p14:creationId xmlns:p14="http://schemas.microsoft.com/office/powerpoint/2010/main" val="1525166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CBFBD-07C1-BA28-4C33-45C20BDC302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C6BD84E-BB09-20A4-7499-AD5C4B473D68}"/>
              </a:ext>
            </a:extLst>
          </p:cNvPr>
          <p:cNvSpPr txBox="1"/>
          <p:nvPr/>
        </p:nvSpPr>
        <p:spPr>
          <a:xfrm>
            <a:off x="9095608" y="125106"/>
            <a:ext cx="1513691" cy="461665"/>
          </a:xfrm>
          <a:prstGeom prst="rect">
            <a:avLst/>
          </a:prstGeom>
          <a:noFill/>
        </p:spPr>
        <p:txBody>
          <a:bodyPr wrap="square" rtlCol="0">
            <a:spAutoFit/>
          </a:bodyPr>
          <a:lstStyle/>
          <a:p>
            <a:r>
              <a:rPr lang="en-US" sz="2400" b="1" dirty="0">
                <a:solidFill>
                  <a:srgbClr val="7030A0"/>
                </a:solidFill>
              </a:rPr>
              <a:t>Phase 1</a:t>
            </a:r>
          </a:p>
        </p:txBody>
      </p:sp>
      <p:sp>
        <p:nvSpPr>
          <p:cNvPr id="10" name="TextBox 9">
            <a:extLst>
              <a:ext uri="{FF2B5EF4-FFF2-40B4-BE49-F238E27FC236}">
                <a16:creationId xmlns:a16="http://schemas.microsoft.com/office/drawing/2014/main" id="{36D61CFC-57F6-9940-73F4-07AECC7AA7A4}"/>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graphicFrame>
        <p:nvGraphicFramePr>
          <p:cNvPr id="25" name="Table 24">
            <a:extLst>
              <a:ext uri="{FF2B5EF4-FFF2-40B4-BE49-F238E27FC236}">
                <a16:creationId xmlns:a16="http://schemas.microsoft.com/office/drawing/2014/main" id="{5F689AC4-D0DC-AEFB-C735-1809F1901B5D}"/>
              </a:ext>
            </a:extLst>
          </p:cNvPr>
          <p:cNvGraphicFramePr>
            <a:graphicFrameLocks noGrp="1"/>
          </p:cNvGraphicFramePr>
          <p:nvPr>
            <p:extLst>
              <p:ext uri="{D42A27DB-BD31-4B8C-83A1-F6EECF244321}">
                <p14:modId xmlns:p14="http://schemas.microsoft.com/office/powerpoint/2010/main" val="742187885"/>
              </p:ext>
            </p:extLst>
          </p:nvPr>
        </p:nvGraphicFramePr>
        <p:xfrm>
          <a:off x="978387" y="826494"/>
          <a:ext cx="9630912" cy="5697871"/>
        </p:xfrm>
        <a:graphic>
          <a:graphicData uri="http://schemas.openxmlformats.org/drawingml/2006/table">
            <a:tbl>
              <a:tblPr/>
              <a:tblGrid>
                <a:gridCol w="1203864">
                  <a:extLst>
                    <a:ext uri="{9D8B030D-6E8A-4147-A177-3AD203B41FA5}">
                      <a16:colId xmlns:a16="http://schemas.microsoft.com/office/drawing/2014/main" val="1631907851"/>
                    </a:ext>
                  </a:extLst>
                </a:gridCol>
                <a:gridCol w="1203864">
                  <a:extLst>
                    <a:ext uri="{9D8B030D-6E8A-4147-A177-3AD203B41FA5}">
                      <a16:colId xmlns:a16="http://schemas.microsoft.com/office/drawing/2014/main" val="2287531808"/>
                    </a:ext>
                  </a:extLst>
                </a:gridCol>
                <a:gridCol w="1203864">
                  <a:extLst>
                    <a:ext uri="{9D8B030D-6E8A-4147-A177-3AD203B41FA5}">
                      <a16:colId xmlns:a16="http://schemas.microsoft.com/office/drawing/2014/main" val="547308852"/>
                    </a:ext>
                  </a:extLst>
                </a:gridCol>
                <a:gridCol w="1203864">
                  <a:extLst>
                    <a:ext uri="{9D8B030D-6E8A-4147-A177-3AD203B41FA5}">
                      <a16:colId xmlns:a16="http://schemas.microsoft.com/office/drawing/2014/main" val="496313416"/>
                    </a:ext>
                  </a:extLst>
                </a:gridCol>
                <a:gridCol w="1203864">
                  <a:extLst>
                    <a:ext uri="{9D8B030D-6E8A-4147-A177-3AD203B41FA5}">
                      <a16:colId xmlns:a16="http://schemas.microsoft.com/office/drawing/2014/main" val="1270378992"/>
                    </a:ext>
                  </a:extLst>
                </a:gridCol>
                <a:gridCol w="1203864">
                  <a:extLst>
                    <a:ext uri="{9D8B030D-6E8A-4147-A177-3AD203B41FA5}">
                      <a16:colId xmlns:a16="http://schemas.microsoft.com/office/drawing/2014/main" val="3850046273"/>
                    </a:ext>
                  </a:extLst>
                </a:gridCol>
                <a:gridCol w="1203864">
                  <a:extLst>
                    <a:ext uri="{9D8B030D-6E8A-4147-A177-3AD203B41FA5}">
                      <a16:colId xmlns:a16="http://schemas.microsoft.com/office/drawing/2014/main" val="726951151"/>
                    </a:ext>
                  </a:extLst>
                </a:gridCol>
                <a:gridCol w="1203864">
                  <a:extLst>
                    <a:ext uri="{9D8B030D-6E8A-4147-A177-3AD203B41FA5}">
                      <a16:colId xmlns:a16="http://schemas.microsoft.com/office/drawing/2014/main" val="3421010761"/>
                    </a:ext>
                  </a:extLst>
                </a:gridCol>
              </a:tblGrid>
              <a:tr h="459151">
                <a:tc>
                  <a:txBody>
                    <a:bodyPr/>
                    <a:lstStyle/>
                    <a:p>
                      <a:pPr algn="r">
                        <a:buNone/>
                      </a:pPr>
                      <a:endParaRPr lang="en-CA" sz="1000" b="1">
                        <a:effectLst/>
                      </a:endParaRPr>
                    </a:p>
                  </a:txBody>
                  <a:tcPr marL="50015" marR="50015" marT="25008" marB="25008" anchor="ctr">
                    <a:lnL>
                      <a:noFill/>
                    </a:lnL>
                    <a:lnR>
                      <a:noFill/>
                    </a:lnR>
                    <a:lnT>
                      <a:noFill/>
                    </a:lnT>
                    <a:lnB>
                      <a:noFill/>
                    </a:lnB>
                    <a:noFill/>
                  </a:tcPr>
                </a:tc>
                <a:tc>
                  <a:txBody>
                    <a:bodyPr/>
                    <a:lstStyle/>
                    <a:p>
                      <a:pPr algn="r">
                        <a:buNone/>
                      </a:pPr>
                      <a:r>
                        <a:rPr lang="en-CA" sz="1000" b="1">
                          <a:effectLst/>
                        </a:rPr>
                        <a:t>fold</a:t>
                      </a:r>
                    </a:p>
                  </a:txBody>
                  <a:tcPr marL="50015" marR="50015" marT="25008" marB="25008" anchor="ctr">
                    <a:lnL>
                      <a:noFill/>
                    </a:lnL>
                    <a:lnR>
                      <a:noFill/>
                    </a:lnR>
                    <a:lnT>
                      <a:noFill/>
                    </a:lnT>
                    <a:lnB>
                      <a:noFill/>
                    </a:lnB>
                    <a:noFill/>
                  </a:tcPr>
                </a:tc>
                <a:tc>
                  <a:txBody>
                    <a:bodyPr/>
                    <a:lstStyle/>
                    <a:p>
                      <a:pPr algn="r">
                        <a:buNone/>
                      </a:pPr>
                      <a:r>
                        <a:rPr lang="en-CA" sz="1000" b="1">
                          <a:effectLst/>
                        </a:rPr>
                        <a:t>Train Loss</a:t>
                      </a:r>
                    </a:p>
                  </a:txBody>
                  <a:tcPr marL="50015" marR="50015" marT="25008" marB="25008" anchor="ctr">
                    <a:lnL>
                      <a:noFill/>
                    </a:lnL>
                    <a:lnR>
                      <a:noFill/>
                    </a:lnR>
                    <a:lnT>
                      <a:noFill/>
                    </a:lnT>
                    <a:lnB>
                      <a:noFill/>
                    </a:lnB>
                    <a:noFill/>
                  </a:tcPr>
                </a:tc>
                <a:tc>
                  <a:txBody>
                    <a:bodyPr/>
                    <a:lstStyle/>
                    <a:p>
                      <a:pPr algn="r">
                        <a:buNone/>
                      </a:pPr>
                      <a:r>
                        <a:rPr lang="en-CA" sz="1000" b="1">
                          <a:effectLst/>
                        </a:rPr>
                        <a:t>Val Loss</a:t>
                      </a:r>
                    </a:p>
                  </a:txBody>
                  <a:tcPr marL="50015" marR="50015" marT="25008" marB="25008" anchor="ctr">
                    <a:lnL>
                      <a:noFill/>
                    </a:lnL>
                    <a:lnR>
                      <a:noFill/>
                    </a:lnR>
                    <a:lnT>
                      <a:noFill/>
                    </a:lnT>
                    <a:lnB>
                      <a:noFill/>
                    </a:lnB>
                    <a:noFill/>
                  </a:tcPr>
                </a:tc>
                <a:tc>
                  <a:txBody>
                    <a:bodyPr/>
                    <a:lstStyle/>
                    <a:p>
                      <a:pPr algn="r">
                        <a:buNone/>
                      </a:pPr>
                      <a:r>
                        <a:rPr lang="en-CA" sz="1000" b="1">
                          <a:effectLst/>
                        </a:rPr>
                        <a:t>Accuracy</a:t>
                      </a:r>
                    </a:p>
                  </a:txBody>
                  <a:tcPr marL="50015" marR="50015" marT="25008" marB="25008" anchor="ctr">
                    <a:lnL>
                      <a:noFill/>
                    </a:lnL>
                    <a:lnR>
                      <a:noFill/>
                    </a:lnR>
                    <a:lnT>
                      <a:noFill/>
                    </a:lnT>
                    <a:lnB>
                      <a:noFill/>
                    </a:lnB>
                    <a:noFill/>
                  </a:tcPr>
                </a:tc>
                <a:tc>
                  <a:txBody>
                    <a:bodyPr/>
                    <a:lstStyle/>
                    <a:p>
                      <a:pPr algn="r">
                        <a:buNone/>
                      </a:pPr>
                      <a:r>
                        <a:rPr lang="en-CA" sz="1000" b="1">
                          <a:effectLst/>
                        </a:rPr>
                        <a:t>Weighted F1</a:t>
                      </a:r>
                    </a:p>
                  </a:txBody>
                  <a:tcPr marL="50015" marR="50015" marT="25008" marB="25008" anchor="ctr">
                    <a:lnL>
                      <a:noFill/>
                    </a:lnL>
                    <a:lnR>
                      <a:noFill/>
                    </a:lnR>
                    <a:lnT>
                      <a:noFill/>
                    </a:lnT>
                    <a:lnB>
                      <a:noFill/>
                    </a:lnB>
                    <a:noFill/>
                  </a:tcPr>
                </a:tc>
                <a:tc>
                  <a:txBody>
                    <a:bodyPr/>
                    <a:lstStyle/>
                    <a:p>
                      <a:pPr algn="r">
                        <a:buNone/>
                      </a:pPr>
                      <a:r>
                        <a:rPr lang="en-CA" sz="1000" b="1">
                          <a:effectLst/>
                        </a:rPr>
                        <a:t>F1_0</a:t>
                      </a:r>
                    </a:p>
                  </a:txBody>
                  <a:tcPr marL="50015" marR="50015" marT="25008" marB="25008" anchor="ctr">
                    <a:lnL>
                      <a:noFill/>
                    </a:lnL>
                    <a:lnR>
                      <a:noFill/>
                    </a:lnR>
                    <a:lnT>
                      <a:noFill/>
                    </a:lnT>
                    <a:lnB>
                      <a:noFill/>
                    </a:lnB>
                    <a:noFill/>
                  </a:tcPr>
                </a:tc>
                <a:tc>
                  <a:txBody>
                    <a:bodyPr/>
                    <a:lstStyle/>
                    <a:p>
                      <a:pPr algn="r">
                        <a:buNone/>
                      </a:pPr>
                      <a:r>
                        <a:rPr lang="en-CA" sz="1000" b="1">
                          <a:effectLst/>
                        </a:rPr>
                        <a:t>F1_1</a:t>
                      </a:r>
                    </a:p>
                  </a:txBody>
                  <a:tcPr marL="50015" marR="50015" marT="25008" marB="25008" anchor="ctr">
                    <a:lnL>
                      <a:noFill/>
                    </a:lnL>
                    <a:lnR>
                      <a:noFill/>
                    </a:lnR>
                    <a:lnT>
                      <a:noFill/>
                    </a:lnT>
                    <a:lnB>
                      <a:noFill/>
                    </a:lnB>
                    <a:noFill/>
                  </a:tcPr>
                </a:tc>
                <a:extLst>
                  <a:ext uri="{0D108BD9-81ED-4DB2-BD59-A6C34878D82A}">
                    <a16:rowId xmlns:a16="http://schemas.microsoft.com/office/drawing/2014/main" val="3569673094"/>
                  </a:ext>
                </a:extLst>
              </a:tr>
              <a:tr h="261936">
                <a:tc>
                  <a:txBody>
                    <a:bodyPr/>
                    <a:lstStyle/>
                    <a:p>
                      <a:pPr fontAlgn="ctr">
                        <a:buNone/>
                      </a:pPr>
                      <a:r>
                        <a:rPr lang="en-CA" sz="1000" b="1">
                          <a:effectLst/>
                        </a:rPr>
                        <a:t>0</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0.698057</a:t>
                      </a:r>
                    </a:p>
                  </a:txBody>
                  <a:tcPr marL="50015" marR="50015" marT="25008" marB="25008" anchor="ctr">
                    <a:lnL>
                      <a:noFill/>
                    </a:lnL>
                    <a:lnR>
                      <a:noFill/>
                    </a:lnR>
                    <a:lnT>
                      <a:noFill/>
                    </a:lnT>
                    <a:lnB>
                      <a:noFill/>
                    </a:lnB>
                    <a:noFill/>
                  </a:tcPr>
                </a:tc>
                <a:tc>
                  <a:txBody>
                    <a:bodyPr/>
                    <a:lstStyle/>
                    <a:p>
                      <a:pPr algn="r">
                        <a:buNone/>
                      </a:pPr>
                      <a:r>
                        <a:rPr lang="en-CA" sz="1000">
                          <a:effectLst/>
                        </a:rPr>
                        <a:t>0.671035</a:t>
                      </a:r>
                    </a:p>
                  </a:txBody>
                  <a:tcPr marL="50015" marR="50015" marT="25008" marB="25008" anchor="ctr">
                    <a:lnL>
                      <a:noFill/>
                    </a:lnL>
                    <a:lnR>
                      <a:noFill/>
                    </a:lnR>
                    <a:lnT>
                      <a:noFill/>
                    </a:lnT>
                    <a:lnB>
                      <a:noFill/>
                    </a:lnB>
                    <a:noFill/>
                  </a:tcPr>
                </a:tc>
                <a:tc>
                  <a:txBody>
                    <a:bodyPr/>
                    <a:lstStyle/>
                    <a:p>
                      <a:pPr algn="r">
                        <a:buNone/>
                      </a:pPr>
                      <a:r>
                        <a:rPr lang="en-CA" sz="1000">
                          <a:effectLst/>
                        </a:rPr>
                        <a:t>0.560606</a:t>
                      </a:r>
                    </a:p>
                  </a:txBody>
                  <a:tcPr marL="50015" marR="50015" marT="25008" marB="25008" anchor="ctr">
                    <a:lnL>
                      <a:noFill/>
                    </a:lnL>
                    <a:lnR>
                      <a:noFill/>
                    </a:lnR>
                    <a:lnT>
                      <a:noFill/>
                    </a:lnT>
                    <a:lnB>
                      <a:noFill/>
                    </a:lnB>
                    <a:noFill/>
                  </a:tcPr>
                </a:tc>
                <a:tc>
                  <a:txBody>
                    <a:bodyPr/>
                    <a:lstStyle/>
                    <a:p>
                      <a:pPr algn="r">
                        <a:buNone/>
                      </a:pPr>
                      <a:r>
                        <a:rPr lang="en-CA" sz="1000">
                          <a:effectLst/>
                        </a:rPr>
                        <a:t>0.402766</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0.718447</a:t>
                      </a:r>
                    </a:p>
                  </a:txBody>
                  <a:tcPr marL="50015" marR="50015" marT="25008" marB="25008" anchor="ctr">
                    <a:lnL>
                      <a:noFill/>
                    </a:lnL>
                    <a:lnR>
                      <a:noFill/>
                    </a:lnR>
                    <a:lnT>
                      <a:noFill/>
                    </a:lnT>
                    <a:lnB>
                      <a:noFill/>
                    </a:lnB>
                    <a:noFill/>
                  </a:tcPr>
                </a:tc>
                <a:extLst>
                  <a:ext uri="{0D108BD9-81ED-4DB2-BD59-A6C34878D82A}">
                    <a16:rowId xmlns:a16="http://schemas.microsoft.com/office/drawing/2014/main" val="249592709"/>
                  </a:ext>
                </a:extLst>
              </a:tr>
              <a:tr h="261936">
                <a:tc>
                  <a:txBody>
                    <a:bodyPr/>
                    <a:lstStyle/>
                    <a:p>
                      <a:pPr fontAlgn="ctr">
                        <a:buNone/>
                      </a:pPr>
                      <a:r>
                        <a:rPr lang="en-CA" sz="1000" b="1">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0.664254</a:t>
                      </a:r>
                    </a:p>
                  </a:txBody>
                  <a:tcPr marL="50015" marR="50015" marT="25008" marB="25008" anchor="ctr">
                    <a:lnL>
                      <a:noFill/>
                    </a:lnL>
                    <a:lnR>
                      <a:noFill/>
                    </a:lnR>
                    <a:lnT>
                      <a:noFill/>
                    </a:lnT>
                    <a:lnB>
                      <a:noFill/>
                    </a:lnB>
                    <a:noFill/>
                  </a:tcPr>
                </a:tc>
                <a:tc>
                  <a:txBody>
                    <a:bodyPr/>
                    <a:lstStyle/>
                    <a:p>
                      <a:pPr algn="r">
                        <a:buNone/>
                      </a:pPr>
                      <a:r>
                        <a:rPr lang="en-CA" sz="1000">
                          <a:effectLst/>
                        </a:rPr>
                        <a:t>0.677310</a:t>
                      </a:r>
                    </a:p>
                  </a:txBody>
                  <a:tcPr marL="50015" marR="50015" marT="25008" marB="25008" anchor="ctr">
                    <a:lnL>
                      <a:noFill/>
                    </a:lnL>
                    <a:lnR>
                      <a:noFill/>
                    </a:lnR>
                    <a:lnT>
                      <a:noFill/>
                    </a:lnT>
                    <a:lnB>
                      <a:noFill/>
                    </a:lnB>
                    <a:noFill/>
                  </a:tcPr>
                </a:tc>
                <a:tc>
                  <a:txBody>
                    <a:bodyPr/>
                    <a:lstStyle/>
                    <a:p>
                      <a:pPr algn="r">
                        <a:buNone/>
                      </a:pPr>
                      <a:r>
                        <a:rPr lang="en-CA" sz="1000">
                          <a:effectLst/>
                        </a:rPr>
                        <a:t>0.560606</a:t>
                      </a:r>
                    </a:p>
                  </a:txBody>
                  <a:tcPr marL="50015" marR="50015" marT="25008" marB="25008" anchor="ctr">
                    <a:lnL>
                      <a:noFill/>
                    </a:lnL>
                    <a:lnR>
                      <a:noFill/>
                    </a:lnR>
                    <a:lnT>
                      <a:noFill/>
                    </a:lnT>
                    <a:lnB>
                      <a:noFill/>
                    </a:lnB>
                    <a:noFill/>
                  </a:tcPr>
                </a:tc>
                <a:tc>
                  <a:txBody>
                    <a:bodyPr/>
                    <a:lstStyle/>
                    <a:p>
                      <a:pPr algn="r">
                        <a:buNone/>
                      </a:pPr>
                      <a:r>
                        <a:rPr lang="en-CA" sz="1000">
                          <a:effectLst/>
                        </a:rPr>
                        <a:t>0.402766</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0.718447</a:t>
                      </a:r>
                    </a:p>
                  </a:txBody>
                  <a:tcPr marL="50015" marR="50015" marT="25008" marB="25008" anchor="ctr">
                    <a:lnL>
                      <a:noFill/>
                    </a:lnL>
                    <a:lnR>
                      <a:noFill/>
                    </a:lnR>
                    <a:lnT>
                      <a:noFill/>
                    </a:lnT>
                    <a:lnB>
                      <a:noFill/>
                    </a:lnB>
                    <a:noFill/>
                  </a:tcPr>
                </a:tc>
                <a:extLst>
                  <a:ext uri="{0D108BD9-81ED-4DB2-BD59-A6C34878D82A}">
                    <a16:rowId xmlns:a16="http://schemas.microsoft.com/office/drawing/2014/main" val="1633073165"/>
                  </a:ext>
                </a:extLst>
              </a:tr>
              <a:tr h="261936">
                <a:tc>
                  <a:txBody>
                    <a:bodyPr/>
                    <a:lstStyle/>
                    <a:p>
                      <a:pPr fontAlgn="ctr">
                        <a:buNone/>
                      </a:pPr>
                      <a:r>
                        <a:rPr lang="en-CA" sz="1000" b="1">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0.568641</a:t>
                      </a:r>
                    </a:p>
                  </a:txBody>
                  <a:tcPr marL="50015" marR="50015" marT="25008" marB="25008" anchor="ctr">
                    <a:lnL>
                      <a:noFill/>
                    </a:lnL>
                    <a:lnR>
                      <a:noFill/>
                    </a:lnR>
                    <a:lnT>
                      <a:noFill/>
                    </a:lnT>
                    <a:lnB>
                      <a:noFill/>
                    </a:lnB>
                    <a:noFill/>
                  </a:tcPr>
                </a:tc>
                <a:tc>
                  <a:txBody>
                    <a:bodyPr/>
                    <a:lstStyle/>
                    <a:p>
                      <a:pPr algn="r">
                        <a:buNone/>
                      </a:pPr>
                      <a:r>
                        <a:rPr lang="en-CA" sz="1000">
                          <a:effectLst/>
                        </a:rPr>
                        <a:t>0.619747</a:t>
                      </a:r>
                    </a:p>
                  </a:txBody>
                  <a:tcPr marL="50015" marR="50015" marT="25008" marB="25008" anchor="ctr">
                    <a:lnL>
                      <a:noFill/>
                    </a:lnL>
                    <a:lnR>
                      <a:noFill/>
                    </a:lnR>
                    <a:lnT>
                      <a:noFill/>
                    </a:lnT>
                    <a:lnB>
                      <a:noFill/>
                    </a:lnB>
                    <a:noFill/>
                  </a:tcPr>
                </a:tc>
                <a:tc>
                  <a:txBody>
                    <a:bodyPr/>
                    <a:lstStyle/>
                    <a:p>
                      <a:pPr algn="r">
                        <a:buNone/>
                      </a:pPr>
                      <a:r>
                        <a:rPr lang="en-CA" sz="1000">
                          <a:effectLst/>
                        </a:rPr>
                        <a:t>0.636364</a:t>
                      </a:r>
                    </a:p>
                  </a:txBody>
                  <a:tcPr marL="50015" marR="50015" marT="25008" marB="25008" anchor="ctr">
                    <a:lnL>
                      <a:noFill/>
                    </a:lnL>
                    <a:lnR>
                      <a:noFill/>
                    </a:lnR>
                    <a:lnT>
                      <a:noFill/>
                    </a:lnT>
                    <a:lnB>
                      <a:noFill/>
                    </a:lnB>
                    <a:noFill/>
                  </a:tcPr>
                </a:tc>
                <a:tc>
                  <a:txBody>
                    <a:bodyPr/>
                    <a:lstStyle/>
                    <a:p>
                      <a:pPr algn="r">
                        <a:buNone/>
                      </a:pPr>
                      <a:r>
                        <a:rPr lang="en-CA" sz="1000">
                          <a:effectLst/>
                        </a:rPr>
                        <a:t>0.566919</a:t>
                      </a:r>
                    </a:p>
                  </a:txBody>
                  <a:tcPr marL="50015" marR="50015" marT="25008" marB="25008" anchor="ctr">
                    <a:lnL>
                      <a:noFill/>
                    </a:lnL>
                    <a:lnR>
                      <a:noFill/>
                    </a:lnR>
                    <a:lnT>
                      <a:noFill/>
                    </a:lnT>
                    <a:lnB>
                      <a:noFill/>
                    </a:lnB>
                    <a:noFill/>
                  </a:tcPr>
                </a:tc>
                <a:tc>
                  <a:txBody>
                    <a:bodyPr/>
                    <a:lstStyle/>
                    <a:p>
                      <a:pPr algn="r">
                        <a:buNone/>
                      </a:pPr>
                      <a:r>
                        <a:rPr lang="en-CA" sz="1000">
                          <a:effectLst/>
                        </a:rPr>
                        <a:t>0.333333</a:t>
                      </a:r>
                    </a:p>
                  </a:txBody>
                  <a:tcPr marL="50015" marR="50015" marT="25008" marB="25008" anchor="ctr">
                    <a:lnL>
                      <a:noFill/>
                    </a:lnL>
                    <a:lnR>
                      <a:noFill/>
                    </a:lnR>
                    <a:lnT>
                      <a:noFill/>
                    </a:lnT>
                    <a:lnB>
                      <a:noFill/>
                    </a:lnB>
                    <a:noFill/>
                  </a:tcPr>
                </a:tc>
                <a:tc>
                  <a:txBody>
                    <a:bodyPr/>
                    <a:lstStyle/>
                    <a:p>
                      <a:pPr algn="r">
                        <a:buNone/>
                      </a:pPr>
                      <a:r>
                        <a:rPr lang="en-CA" sz="1000">
                          <a:effectLst/>
                        </a:rPr>
                        <a:t>0.750000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4114872725"/>
                  </a:ext>
                </a:extLst>
              </a:tr>
              <a:tr h="261936">
                <a:tc>
                  <a:txBody>
                    <a:bodyPr/>
                    <a:lstStyle/>
                    <a:p>
                      <a:pPr fontAlgn="ctr">
                        <a:buNone/>
                      </a:pPr>
                      <a:r>
                        <a:rPr lang="en-CA" sz="1000" b="1">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0.505898</a:t>
                      </a:r>
                    </a:p>
                  </a:txBody>
                  <a:tcPr marL="50015" marR="50015" marT="25008" marB="25008" anchor="ctr">
                    <a:lnL>
                      <a:noFill/>
                    </a:lnL>
                    <a:lnR>
                      <a:noFill/>
                    </a:lnR>
                    <a:lnT>
                      <a:noFill/>
                    </a:lnT>
                    <a:lnB>
                      <a:noFill/>
                    </a:lnB>
                    <a:noFill/>
                  </a:tcPr>
                </a:tc>
                <a:tc>
                  <a:txBody>
                    <a:bodyPr/>
                    <a:lstStyle/>
                    <a:p>
                      <a:pPr algn="r">
                        <a:buNone/>
                      </a:pPr>
                      <a:r>
                        <a:rPr lang="en-CA" sz="1000">
                          <a:effectLst/>
                        </a:rPr>
                        <a:t>0.623363</a:t>
                      </a:r>
                    </a:p>
                  </a:txBody>
                  <a:tcPr marL="50015" marR="50015" marT="25008" marB="25008" anchor="ctr">
                    <a:lnL>
                      <a:noFill/>
                    </a:lnL>
                    <a:lnR>
                      <a:noFill/>
                    </a:lnR>
                    <a:lnT>
                      <a:noFill/>
                    </a:lnT>
                    <a:lnB>
                      <a:noFill/>
                    </a:lnB>
                    <a:noFill/>
                  </a:tcPr>
                </a:tc>
                <a:tc>
                  <a:txBody>
                    <a:bodyPr/>
                    <a:lstStyle/>
                    <a:p>
                      <a:pPr algn="r">
                        <a:buNone/>
                      </a:pPr>
                      <a:r>
                        <a:rPr lang="en-CA" sz="1000">
                          <a:effectLst/>
                        </a:rPr>
                        <a:t>0.681818</a:t>
                      </a:r>
                    </a:p>
                  </a:txBody>
                  <a:tcPr marL="50015" marR="50015" marT="25008" marB="25008" anchor="ctr">
                    <a:lnL>
                      <a:noFill/>
                    </a:lnL>
                    <a:lnR>
                      <a:noFill/>
                    </a:lnR>
                    <a:lnT>
                      <a:noFill/>
                    </a:lnT>
                    <a:lnB>
                      <a:noFill/>
                    </a:lnB>
                    <a:noFill/>
                  </a:tcPr>
                </a:tc>
                <a:tc>
                  <a:txBody>
                    <a:bodyPr/>
                    <a:lstStyle/>
                    <a:p>
                      <a:pPr algn="r">
                        <a:buNone/>
                      </a:pPr>
                      <a:r>
                        <a:rPr lang="en-CA" sz="1000">
                          <a:effectLst/>
                        </a:rPr>
                        <a:t>0.659631</a:t>
                      </a:r>
                    </a:p>
                  </a:txBody>
                  <a:tcPr marL="50015" marR="50015" marT="25008" marB="25008" anchor="ctr">
                    <a:lnL>
                      <a:noFill/>
                    </a:lnL>
                    <a:lnR>
                      <a:noFill/>
                    </a:lnR>
                    <a:lnT>
                      <a:noFill/>
                    </a:lnT>
                    <a:lnB>
                      <a:noFill/>
                    </a:lnB>
                    <a:noFill/>
                  </a:tcPr>
                </a:tc>
                <a:tc>
                  <a:txBody>
                    <a:bodyPr/>
                    <a:lstStyle/>
                    <a:p>
                      <a:pPr algn="r">
                        <a:buNone/>
                      </a:pPr>
                      <a:r>
                        <a:rPr lang="en-CA" sz="1000">
                          <a:effectLst/>
                        </a:rPr>
                        <a:t>0.533333</a:t>
                      </a:r>
                    </a:p>
                  </a:txBody>
                  <a:tcPr marL="50015" marR="50015" marT="25008" marB="25008" anchor="ctr">
                    <a:lnL>
                      <a:noFill/>
                    </a:lnL>
                    <a:lnR>
                      <a:noFill/>
                    </a:lnR>
                    <a:lnT>
                      <a:noFill/>
                    </a:lnT>
                    <a:lnB>
                      <a:noFill/>
                    </a:lnB>
                    <a:noFill/>
                  </a:tcPr>
                </a:tc>
                <a:tc>
                  <a:txBody>
                    <a:bodyPr/>
                    <a:lstStyle/>
                    <a:p>
                      <a:pPr algn="r">
                        <a:buNone/>
                      </a:pPr>
                      <a:r>
                        <a:rPr lang="en-CA" sz="1000">
                          <a:effectLst/>
                        </a:rPr>
                        <a:t>0.758621</a:t>
                      </a:r>
                    </a:p>
                  </a:txBody>
                  <a:tcPr marL="50015" marR="50015" marT="25008" marB="25008" anchor="ctr">
                    <a:lnL>
                      <a:noFill/>
                    </a:lnL>
                    <a:lnR>
                      <a:noFill/>
                    </a:lnR>
                    <a:lnT>
                      <a:noFill/>
                    </a:lnT>
                    <a:lnB>
                      <a:noFill/>
                    </a:lnB>
                    <a:noFill/>
                  </a:tcPr>
                </a:tc>
                <a:extLst>
                  <a:ext uri="{0D108BD9-81ED-4DB2-BD59-A6C34878D82A}">
                    <a16:rowId xmlns:a16="http://schemas.microsoft.com/office/drawing/2014/main" val="3423216528"/>
                  </a:ext>
                </a:extLst>
              </a:tr>
              <a:tr h="261936">
                <a:tc>
                  <a:txBody>
                    <a:bodyPr/>
                    <a:lstStyle/>
                    <a:p>
                      <a:pPr fontAlgn="ctr">
                        <a:buNone/>
                      </a:pPr>
                      <a:r>
                        <a:rPr lang="en-CA" sz="1000" b="1">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0.689950</a:t>
                      </a:r>
                    </a:p>
                  </a:txBody>
                  <a:tcPr marL="50015" marR="50015" marT="25008" marB="25008" anchor="ctr">
                    <a:lnL>
                      <a:noFill/>
                    </a:lnL>
                    <a:lnR>
                      <a:noFill/>
                    </a:lnR>
                    <a:lnT>
                      <a:noFill/>
                    </a:lnT>
                    <a:lnB>
                      <a:noFill/>
                    </a:lnB>
                    <a:noFill/>
                  </a:tcPr>
                </a:tc>
                <a:tc>
                  <a:txBody>
                    <a:bodyPr/>
                    <a:lstStyle/>
                    <a:p>
                      <a:pPr algn="r">
                        <a:buNone/>
                      </a:pPr>
                      <a:r>
                        <a:rPr lang="en-CA" sz="1000">
                          <a:effectLst/>
                        </a:rPr>
                        <a:t>0.684404</a:t>
                      </a:r>
                    </a:p>
                  </a:txBody>
                  <a:tcPr marL="50015" marR="50015" marT="25008" marB="25008" anchor="ctr">
                    <a:lnL>
                      <a:noFill/>
                    </a:lnL>
                    <a:lnR>
                      <a:noFill/>
                    </a:lnR>
                    <a:lnT>
                      <a:noFill/>
                    </a:lnT>
                    <a:lnB>
                      <a:noFill/>
                    </a:lnB>
                    <a:noFill/>
                  </a:tcPr>
                </a:tc>
                <a:tc>
                  <a:txBody>
                    <a:bodyPr/>
                    <a:lstStyle/>
                    <a:p>
                      <a:pPr algn="r">
                        <a:buNone/>
                      </a:pPr>
                      <a:r>
                        <a:rPr lang="en-CA" sz="1000">
                          <a:effectLst/>
                        </a:rPr>
                        <a:t>0.560606</a:t>
                      </a:r>
                    </a:p>
                  </a:txBody>
                  <a:tcPr marL="50015" marR="50015" marT="25008" marB="25008" anchor="ctr">
                    <a:lnL>
                      <a:noFill/>
                    </a:lnL>
                    <a:lnR>
                      <a:noFill/>
                    </a:lnR>
                    <a:lnT>
                      <a:noFill/>
                    </a:lnT>
                    <a:lnB>
                      <a:noFill/>
                    </a:lnB>
                    <a:noFill/>
                  </a:tcPr>
                </a:tc>
                <a:tc>
                  <a:txBody>
                    <a:bodyPr/>
                    <a:lstStyle/>
                    <a:p>
                      <a:pPr algn="r">
                        <a:buNone/>
                      </a:pPr>
                      <a:r>
                        <a:rPr lang="en-CA" sz="1000">
                          <a:effectLst/>
                        </a:rPr>
                        <a:t>0.402766</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0.718447</a:t>
                      </a:r>
                    </a:p>
                  </a:txBody>
                  <a:tcPr marL="50015" marR="50015" marT="25008" marB="25008" anchor="ctr">
                    <a:lnL>
                      <a:noFill/>
                    </a:lnL>
                    <a:lnR>
                      <a:noFill/>
                    </a:lnR>
                    <a:lnT>
                      <a:noFill/>
                    </a:lnT>
                    <a:lnB>
                      <a:noFill/>
                    </a:lnB>
                    <a:noFill/>
                  </a:tcPr>
                </a:tc>
                <a:extLst>
                  <a:ext uri="{0D108BD9-81ED-4DB2-BD59-A6C34878D82A}">
                    <a16:rowId xmlns:a16="http://schemas.microsoft.com/office/drawing/2014/main" val="1273857201"/>
                  </a:ext>
                </a:extLst>
              </a:tr>
              <a:tr h="261936">
                <a:tc>
                  <a:txBody>
                    <a:bodyPr/>
                    <a:lstStyle/>
                    <a:p>
                      <a:pPr fontAlgn="ctr">
                        <a:buNone/>
                      </a:pPr>
                      <a:r>
                        <a:rPr lang="en-CA" sz="1000" b="1">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0.681073</a:t>
                      </a:r>
                    </a:p>
                  </a:txBody>
                  <a:tcPr marL="50015" marR="50015" marT="25008" marB="25008" anchor="ctr">
                    <a:lnL>
                      <a:noFill/>
                    </a:lnL>
                    <a:lnR>
                      <a:noFill/>
                    </a:lnR>
                    <a:lnT>
                      <a:noFill/>
                    </a:lnT>
                    <a:lnB>
                      <a:noFill/>
                    </a:lnB>
                    <a:noFill/>
                  </a:tcPr>
                </a:tc>
                <a:tc>
                  <a:txBody>
                    <a:bodyPr/>
                    <a:lstStyle/>
                    <a:p>
                      <a:pPr algn="r">
                        <a:buNone/>
                      </a:pPr>
                      <a:r>
                        <a:rPr lang="en-CA" sz="1000">
                          <a:effectLst/>
                        </a:rPr>
                        <a:t>0.624862</a:t>
                      </a:r>
                    </a:p>
                  </a:txBody>
                  <a:tcPr marL="50015" marR="50015" marT="25008" marB="25008" anchor="ctr">
                    <a:lnL>
                      <a:noFill/>
                    </a:lnL>
                    <a:lnR>
                      <a:noFill/>
                    </a:lnR>
                    <a:lnT>
                      <a:noFill/>
                    </a:lnT>
                    <a:lnB>
                      <a:noFill/>
                    </a:lnB>
                    <a:noFill/>
                  </a:tcPr>
                </a:tc>
                <a:tc>
                  <a:txBody>
                    <a:bodyPr/>
                    <a:lstStyle/>
                    <a:p>
                      <a:pPr algn="r">
                        <a:buNone/>
                      </a:pPr>
                      <a:r>
                        <a:rPr lang="en-CA" sz="1000">
                          <a:effectLst/>
                        </a:rPr>
                        <a:t>0.590909</a:t>
                      </a:r>
                    </a:p>
                  </a:txBody>
                  <a:tcPr marL="50015" marR="50015" marT="25008" marB="25008" anchor="ctr">
                    <a:lnL>
                      <a:noFill/>
                    </a:lnL>
                    <a:lnR>
                      <a:noFill/>
                    </a:lnR>
                    <a:lnT>
                      <a:noFill/>
                    </a:lnT>
                    <a:lnB>
                      <a:noFill/>
                    </a:lnB>
                    <a:noFill/>
                  </a:tcPr>
                </a:tc>
                <a:tc>
                  <a:txBody>
                    <a:bodyPr/>
                    <a:lstStyle/>
                    <a:p>
                      <a:pPr algn="r">
                        <a:buNone/>
                      </a:pPr>
                      <a:r>
                        <a:rPr lang="en-CA" sz="1000">
                          <a:effectLst/>
                        </a:rPr>
                        <a:t>0.467437</a:t>
                      </a:r>
                    </a:p>
                  </a:txBody>
                  <a:tcPr marL="50015" marR="50015" marT="25008" marB="25008" anchor="ctr">
                    <a:lnL>
                      <a:noFill/>
                    </a:lnL>
                    <a:lnR>
                      <a:noFill/>
                    </a:lnR>
                    <a:lnT>
                      <a:noFill/>
                    </a:lnT>
                    <a:lnB>
                      <a:noFill/>
                    </a:lnB>
                    <a:noFill/>
                  </a:tcPr>
                </a:tc>
                <a:tc>
                  <a:txBody>
                    <a:bodyPr/>
                    <a:lstStyle/>
                    <a:p>
                      <a:pPr algn="r">
                        <a:buNone/>
                      </a:pPr>
                      <a:r>
                        <a:rPr lang="en-CA" sz="1000">
                          <a:effectLst/>
                        </a:rPr>
                        <a:t>0.129032</a:t>
                      </a:r>
                    </a:p>
                  </a:txBody>
                  <a:tcPr marL="50015" marR="50015" marT="25008" marB="25008" anchor="ctr">
                    <a:lnL>
                      <a:noFill/>
                    </a:lnL>
                    <a:lnR>
                      <a:noFill/>
                    </a:lnR>
                    <a:lnT>
                      <a:noFill/>
                    </a:lnT>
                    <a:lnB>
                      <a:noFill/>
                    </a:lnB>
                    <a:noFill/>
                  </a:tcPr>
                </a:tc>
                <a:tc>
                  <a:txBody>
                    <a:bodyPr/>
                    <a:lstStyle/>
                    <a:p>
                      <a:pPr algn="r">
                        <a:buNone/>
                      </a:pPr>
                      <a:r>
                        <a:rPr lang="en-CA" sz="1000">
                          <a:effectLst/>
                        </a:rPr>
                        <a:t>0.732673</a:t>
                      </a:r>
                    </a:p>
                  </a:txBody>
                  <a:tcPr marL="50015" marR="50015" marT="25008" marB="25008" anchor="ctr">
                    <a:lnL>
                      <a:noFill/>
                    </a:lnL>
                    <a:lnR>
                      <a:noFill/>
                    </a:lnR>
                    <a:lnT>
                      <a:noFill/>
                    </a:lnT>
                    <a:lnB>
                      <a:noFill/>
                    </a:lnB>
                    <a:noFill/>
                  </a:tcPr>
                </a:tc>
                <a:extLst>
                  <a:ext uri="{0D108BD9-81ED-4DB2-BD59-A6C34878D82A}">
                    <a16:rowId xmlns:a16="http://schemas.microsoft.com/office/drawing/2014/main" val="2172832838"/>
                  </a:ext>
                </a:extLst>
              </a:tr>
              <a:tr h="261936">
                <a:tc>
                  <a:txBody>
                    <a:bodyPr/>
                    <a:lstStyle/>
                    <a:p>
                      <a:pPr fontAlgn="ctr">
                        <a:buNone/>
                      </a:pPr>
                      <a:r>
                        <a:rPr lang="en-CA" sz="1000" b="1">
                          <a:effectLst/>
                        </a:rPr>
                        <a:t>6</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0.547687</a:t>
                      </a:r>
                    </a:p>
                  </a:txBody>
                  <a:tcPr marL="50015" marR="50015" marT="25008" marB="25008" anchor="ctr">
                    <a:lnL>
                      <a:noFill/>
                    </a:lnL>
                    <a:lnR>
                      <a:noFill/>
                    </a:lnR>
                    <a:lnT>
                      <a:noFill/>
                    </a:lnT>
                    <a:lnB>
                      <a:noFill/>
                    </a:lnB>
                    <a:noFill/>
                  </a:tcPr>
                </a:tc>
                <a:tc>
                  <a:txBody>
                    <a:bodyPr/>
                    <a:lstStyle/>
                    <a:p>
                      <a:pPr algn="r">
                        <a:buNone/>
                      </a:pPr>
                      <a:r>
                        <a:rPr lang="en-CA" sz="1000">
                          <a:effectLst/>
                        </a:rPr>
                        <a:t>0.453209</a:t>
                      </a:r>
                    </a:p>
                  </a:txBody>
                  <a:tcPr marL="50015" marR="50015" marT="25008" marB="25008" anchor="ctr">
                    <a:lnL>
                      <a:noFill/>
                    </a:lnL>
                    <a:lnR>
                      <a:noFill/>
                    </a:lnR>
                    <a:lnT>
                      <a:noFill/>
                    </a:lnT>
                    <a:lnB>
                      <a:noFill/>
                    </a:lnB>
                    <a:noFill/>
                  </a:tcPr>
                </a:tc>
                <a:tc>
                  <a:txBody>
                    <a:bodyPr/>
                    <a:lstStyle/>
                    <a:p>
                      <a:pPr algn="r">
                        <a:buNone/>
                      </a:pPr>
                      <a:r>
                        <a:rPr lang="en-CA" sz="1000">
                          <a:effectLst/>
                        </a:rPr>
                        <a:t>0.757576</a:t>
                      </a:r>
                    </a:p>
                  </a:txBody>
                  <a:tcPr marL="50015" marR="50015" marT="25008" marB="25008" anchor="ctr">
                    <a:lnL>
                      <a:noFill/>
                    </a:lnL>
                    <a:lnR>
                      <a:noFill/>
                    </a:lnR>
                    <a:lnT>
                      <a:noFill/>
                    </a:lnT>
                    <a:lnB>
                      <a:noFill/>
                    </a:lnB>
                    <a:noFill/>
                  </a:tcPr>
                </a:tc>
                <a:tc>
                  <a:txBody>
                    <a:bodyPr/>
                    <a:lstStyle/>
                    <a:p>
                      <a:pPr algn="r">
                        <a:buNone/>
                      </a:pPr>
                      <a:r>
                        <a:rPr lang="en-CA" sz="1000">
                          <a:effectLst/>
                        </a:rPr>
                        <a:t>0.752681</a:t>
                      </a:r>
                    </a:p>
                  </a:txBody>
                  <a:tcPr marL="50015" marR="50015" marT="25008" marB="25008" anchor="ctr">
                    <a:lnL>
                      <a:noFill/>
                    </a:lnL>
                    <a:lnR>
                      <a:noFill/>
                    </a:lnR>
                    <a:lnT>
                      <a:noFill/>
                    </a:lnT>
                    <a:lnB>
                      <a:noFill/>
                    </a:lnB>
                    <a:noFill/>
                  </a:tcPr>
                </a:tc>
                <a:tc>
                  <a:txBody>
                    <a:bodyPr/>
                    <a:lstStyle/>
                    <a:p>
                      <a:pPr algn="r">
                        <a:buNone/>
                      </a:pPr>
                      <a:r>
                        <a:rPr lang="en-CA" sz="1000">
                          <a:effectLst/>
                        </a:rPr>
                        <a:t>0.692308</a:t>
                      </a:r>
                    </a:p>
                  </a:txBody>
                  <a:tcPr marL="50015" marR="50015" marT="25008" marB="25008" anchor="ctr">
                    <a:lnL>
                      <a:noFill/>
                    </a:lnL>
                    <a:lnR>
                      <a:noFill/>
                    </a:lnR>
                    <a:lnT>
                      <a:noFill/>
                    </a:lnT>
                    <a:lnB>
                      <a:noFill/>
                    </a:lnB>
                    <a:noFill/>
                  </a:tcPr>
                </a:tc>
                <a:tc>
                  <a:txBody>
                    <a:bodyPr/>
                    <a:lstStyle/>
                    <a:p>
                      <a:pPr algn="r">
                        <a:buNone/>
                      </a:pPr>
                      <a:r>
                        <a:rPr lang="en-CA" sz="1000">
                          <a:effectLst/>
                        </a:rPr>
                        <a:t>0.800000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54697561"/>
                  </a:ext>
                </a:extLst>
              </a:tr>
              <a:tr h="261936">
                <a:tc>
                  <a:txBody>
                    <a:bodyPr/>
                    <a:lstStyle/>
                    <a:p>
                      <a:pPr fontAlgn="ctr">
                        <a:buNone/>
                      </a:pPr>
                      <a:r>
                        <a:rPr lang="en-CA" sz="1000" b="1">
                          <a:effectLst/>
                        </a:rPr>
                        <a:t>7</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0.396852</a:t>
                      </a:r>
                    </a:p>
                  </a:txBody>
                  <a:tcPr marL="50015" marR="50015" marT="25008" marB="25008" anchor="ctr">
                    <a:lnL>
                      <a:noFill/>
                    </a:lnL>
                    <a:lnR>
                      <a:noFill/>
                    </a:lnR>
                    <a:lnT>
                      <a:noFill/>
                    </a:lnT>
                    <a:lnB>
                      <a:noFill/>
                    </a:lnB>
                    <a:noFill/>
                  </a:tcPr>
                </a:tc>
                <a:tc>
                  <a:txBody>
                    <a:bodyPr/>
                    <a:lstStyle/>
                    <a:p>
                      <a:pPr algn="r">
                        <a:buNone/>
                      </a:pPr>
                      <a:r>
                        <a:rPr lang="en-CA" sz="1000">
                          <a:effectLst/>
                        </a:rPr>
                        <a:t>0.373532</a:t>
                      </a:r>
                    </a:p>
                  </a:txBody>
                  <a:tcPr marL="50015" marR="50015" marT="25008" marB="25008" anchor="ctr">
                    <a:lnL>
                      <a:noFill/>
                    </a:lnL>
                    <a:lnR>
                      <a:noFill/>
                    </a:lnR>
                    <a:lnT>
                      <a:noFill/>
                    </a:lnT>
                    <a:lnB>
                      <a:noFill/>
                    </a:lnB>
                    <a:noFill/>
                  </a:tcPr>
                </a:tc>
                <a:tc>
                  <a:txBody>
                    <a:bodyPr/>
                    <a:lstStyle/>
                    <a:p>
                      <a:pPr algn="r">
                        <a:buNone/>
                      </a:pPr>
                      <a:r>
                        <a:rPr lang="en-CA" sz="1000">
                          <a:effectLst/>
                        </a:rPr>
                        <a:t>0.772727</a:t>
                      </a:r>
                    </a:p>
                  </a:txBody>
                  <a:tcPr marL="50015" marR="50015" marT="25008" marB="25008" anchor="ctr">
                    <a:lnL>
                      <a:noFill/>
                    </a:lnL>
                    <a:lnR>
                      <a:noFill/>
                    </a:lnR>
                    <a:lnT>
                      <a:noFill/>
                    </a:lnT>
                    <a:lnB>
                      <a:noFill/>
                    </a:lnB>
                    <a:noFill/>
                  </a:tcPr>
                </a:tc>
                <a:tc>
                  <a:txBody>
                    <a:bodyPr/>
                    <a:lstStyle/>
                    <a:p>
                      <a:pPr algn="r">
                        <a:buNone/>
                      </a:pPr>
                      <a:r>
                        <a:rPr lang="en-CA" sz="1000">
                          <a:effectLst/>
                        </a:rPr>
                        <a:t>0.770956</a:t>
                      </a:r>
                    </a:p>
                  </a:txBody>
                  <a:tcPr marL="50015" marR="50015" marT="25008" marB="25008" anchor="ctr">
                    <a:lnL>
                      <a:noFill/>
                    </a:lnL>
                    <a:lnR>
                      <a:noFill/>
                    </a:lnR>
                    <a:lnT>
                      <a:noFill/>
                    </a:lnT>
                    <a:lnB>
                      <a:noFill/>
                    </a:lnB>
                    <a:noFill/>
                  </a:tcPr>
                </a:tc>
                <a:tc>
                  <a:txBody>
                    <a:bodyPr/>
                    <a:lstStyle/>
                    <a:p>
                      <a:pPr algn="r">
                        <a:buNone/>
                      </a:pPr>
                      <a:r>
                        <a:rPr lang="en-CA" sz="1000">
                          <a:effectLst/>
                        </a:rPr>
                        <a:t>0.727273</a:t>
                      </a:r>
                    </a:p>
                  </a:txBody>
                  <a:tcPr marL="50015" marR="50015" marT="25008" marB="25008" anchor="ctr">
                    <a:lnL>
                      <a:noFill/>
                    </a:lnL>
                    <a:lnR>
                      <a:noFill/>
                    </a:lnR>
                    <a:lnT>
                      <a:noFill/>
                    </a:lnT>
                    <a:lnB>
                      <a:noFill/>
                    </a:lnB>
                    <a:noFill/>
                  </a:tcPr>
                </a:tc>
                <a:tc>
                  <a:txBody>
                    <a:bodyPr/>
                    <a:lstStyle/>
                    <a:p>
                      <a:pPr algn="r">
                        <a:buNone/>
                      </a:pPr>
                      <a:r>
                        <a:rPr lang="en-CA" sz="1000">
                          <a:effectLst/>
                        </a:rPr>
                        <a:t>0.805195</a:t>
                      </a:r>
                    </a:p>
                  </a:txBody>
                  <a:tcPr marL="50015" marR="50015" marT="25008" marB="25008" anchor="ctr">
                    <a:lnL>
                      <a:noFill/>
                    </a:lnL>
                    <a:lnR>
                      <a:noFill/>
                    </a:lnR>
                    <a:lnT>
                      <a:noFill/>
                    </a:lnT>
                    <a:lnB>
                      <a:noFill/>
                    </a:lnB>
                    <a:noFill/>
                  </a:tcPr>
                </a:tc>
                <a:extLst>
                  <a:ext uri="{0D108BD9-81ED-4DB2-BD59-A6C34878D82A}">
                    <a16:rowId xmlns:a16="http://schemas.microsoft.com/office/drawing/2014/main" val="1085916173"/>
                  </a:ext>
                </a:extLst>
              </a:tr>
              <a:tr h="261936">
                <a:tc>
                  <a:txBody>
                    <a:bodyPr/>
                    <a:lstStyle/>
                    <a:p>
                      <a:pPr fontAlgn="ctr">
                        <a:buNone/>
                      </a:pPr>
                      <a:r>
                        <a:rPr lang="en-CA" sz="1000" b="1">
                          <a:effectLst/>
                        </a:rPr>
                        <a:t>8</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0.685684</a:t>
                      </a:r>
                    </a:p>
                  </a:txBody>
                  <a:tcPr marL="50015" marR="50015" marT="25008" marB="25008" anchor="ctr">
                    <a:lnL>
                      <a:noFill/>
                    </a:lnL>
                    <a:lnR>
                      <a:noFill/>
                    </a:lnR>
                    <a:lnT>
                      <a:noFill/>
                    </a:lnT>
                    <a:lnB>
                      <a:noFill/>
                    </a:lnB>
                    <a:noFill/>
                  </a:tcPr>
                </a:tc>
                <a:tc>
                  <a:txBody>
                    <a:bodyPr/>
                    <a:lstStyle/>
                    <a:p>
                      <a:pPr algn="r">
                        <a:buNone/>
                      </a:pPr>
                      <a:r>
                        <a:rPr lang="en-CA" sz="1000">
                          <a:effectLst/>
                        </a:rPr>
                        <a:t>0.656347</a:t>
                      </a:r>
                    </a:p>
                  </a:txBody>
                  <a:tcPr marL="50015" marR="50015" marT="25008" marB="25008" anchor="ctr">
                    <a:lnL>
                      <a:noFill/>
                    </a:lnL>
                    <a:lnR>
                      <a:noFill/>
                    </a:lnR>
                    <a:lnT>
                      <a:noFill/>
                    </a:lnT>
                    <a:lnB>
                      <a:noFill/>
                    </a:lnB>
                    <a:noFill/>
                  </a:tcPr>
                </a:tc>
                <a:tc>
                  <a:txBody>
                    <a:bodyPr/>
                    <a:lstStyle/>
                    <a:p>
                      <a:pPr algn="r">
                        <a:buNone/>
                      </a:pPr>
                      <a:r>
                        <a:rPr lang="en-CA" sz="1000">
                          <a:effectLst/>
                        </a:rPr>
                        <a:t>0.569231</a:t>
                      </a:r>
                    </a:p>
                  </a:txBody>
                  <a:tcPr marL="50015" marR="50015" marT="25008" marB="25008" anchor="ctr">
                    <a:lnL>
                      <a:noFill/>
                    </a:lnL>
                    <a:lnR>
                      <a:noFill/>
                    </a:lnR>
                    <a:lnT>
                      <a:noFill/>
                    </a:lnT>
                    <a:lnB>
                      <a:noFill/>
                    </a:lnB>
                    <a:noFill/>
                  </a:tcPr>
                </a:tc>
                <a:tc>
                  <a:txBody>
                    <a:bodyPr/>
                    <a:lstStyle/>
                    <a:p>
                      <a:pPr algn="r">
                        <a:buNone/>
                      </a:pPr>
                      <a:r>
                        <a:rPr lang="en-CA" sz="1000">
                          <a:effectLst/>
                        </a:rPr>
                        <a:t>0.412971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0.725490</a:t>
                      </a:r>
                    </a:p>
                  </a:txBody>
                  <a:tcPr marL="50015" marR="50015" marT="25008" marB="25008" anchor="ctr">
                    <a:lnL>
                      <a:noFill/>
                    </a:lnL>
                    <a:lnR>
                      <a:noFill/>
                    </a:lnR>
                    <a:lnT>
                      <a:noFill/>
                    </a:lnT>
                    <a:lnB>
                      <a:noFill/>
                    </a:lnB>
                    <a:noFill/>
                  </a:tcPr>
                </a:tc>
                <a:extLst>
                  <a:ext uri="{0D108BD9-81ED-4DB2-BD59-A6C34878D82A}">
                    <a16:rowId xmlns:a16="http://schemas.microsoft.com/office/drawing/2014/main" val="1981079487"/>
                  </a:ext>
                </a:extLst>
              </a:tr>
              <a:tr h="261936">
                <a:tc>
                  <a:txBody>
                    <a:bodyPr/>
                    <a:lstStyle/>
                    <a:p>
                      <a:pPr fontAlgn="ctr">
                        <a:buNone/>
                      </a:pPr>
                      <a:r>
                        <a:rPr lang="en-CA" sz="1000" b="1">
                          <a:effectLst/>
                        </a:rPr>
                        <a:t>9</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0.671715</a:t>
                      </a:r>
                    </a:p>
                  </a:txBody>
                  <a:tcPr marL="50015" marR="50015" marT="25008" marB="25008" anchor="ctr">
                    <a:lnL>
                      <a:noFill/>
                    </a:lnL>
                    <a:lnR>
                      <a:noFill/>
                    </a:lnR>
                    <a:lnT>
                      <a:noFill/>
                    </a:lnT>
                    <a:lnB>
                      <a:noFill/>
                    </a:lnB>
                    <a:noFill/>
                  </a:tcPr>
                </a:tc>
                <a:tc>
                  <a:txBody>
                    <a:bodyPr/>
                    <a:lstStyle/>
                    <a:p>
                      <a:pPr algn="r">
                        <a:buNone/>
                      </a:pPr>
                      <a:r>
                        <a:rPr lang="en-CA" sz="1000">
                          <a:effectLst/>
                        </a:rPr>
                        <a:t>0.705432</a:t>
                      </a:r>
                    </a:p>
                  </a:txBody>
                  <a:tcPr marL="50015" marR="50015" marT="25008" marB="25008" anchor="ctr">
                    <a:lnL>
                      <a:noFill/>
                    </a:lnL>
                    <a:lnR>
                      <a:noFill/>
                    </a:lnR>
                    <a:lnT>
                      <a:noFill/>
                    </a:lnT>
                    <a:lnB>
                      <a:noFill/>
                    </a:lnB>
                    <a:noFill/>
                  </a:tcPr>
                </a:tc>
                <a:tc>
                  <a:txBody>
                    <a:bodyPr/>
                    <a:lstStyle/>
                    <a:p>
                      <a:pPr algn="r">
                        <a:buNone/>
                      </a:pPr>
                      <a:r>
                        <a:rPr lang="en-CA" sz="1000">
                          <a:effectLst/>
                        </a:rPr>
                        <a:t>0.569231</a:t>
                      </a:r>
                    </a:p>
                  </a:txBody>
                  <a:tcPr marL="50015" marR="50015" marT="25008" marB="25008" anchor="ctr">
                    <a:lnL>
                      <a:noFill/>
                    </a:lnL>
                    <a:lnR>
                      <a:noFill/>
                    </a:lnR>
                    <a:lnT>
                      <a:noFill/>
                    </a:lnT>
                    <a:lnB>
                      <a:noFill/>
                    </a:lnB>
                    <a:noFill/>
                  </a:tcPr>
                </a:tc>
                <a:tc>
                  <a:txBody>
                    <a:bodyPr/>
                    <a:lstStyle/>
                    <a:p>
                      <a:pPr algn="r">
                        <a:buNone/>
                      </a:pPr>
                      <a:r>
                        <a:rPr lang="en-CA" sz="1000">
                          <a:effectLst/>
                        </a:rPr>
                        <a:t>0.412971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0.725490</a:t>
                      </a:r>
                    </a:p>
                  </a:txBody>
                  <a:tcPr marL="50015" marR="50015" marT="25008" marB="25008" anchor="ctr">
                    <a:lnL>
                      <a:noFill/>
                    </a:lnL>
                    <a:lnR>
                      <a:noFill/>
                    </a:lnR>
                    <a:lnT>
                      <a:noFill/>
                    </a:lnT>
                    <a:lnB>
                      <a:noFill/>
                    </a:lnB>
                    <a:noFill/>
                  </a:tcPr>
                </a:tc>
                <a:extLst>
                  <a:ext uri="{0D108BD9-81ED-4DB2-BD59-A6C34878D82A}">
                    <a16:rowId xmlns:a16="http://schemas.microsoft.com/office/drawing/2014/main" val="1571243683"/>
                  </a:ext>
                </a:extLst>
              </a:tr>
              <a:tr h="261936">
                <a:tc>
                  <a:txBody>
                    <a:bodyPr/>
                    <a:lstStyle/>
                    <a:p>
                      <a:pPr fontAlgn="ctr">
                        <a:buNone/>
                      </a:pPr>
                      <a:r>
                        <a:rPr lang="en-CA" sz="1000" b="1">
                          <a:effectLst/>
                        </a:rPr>
                        <a:t>10</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0.621074</a:t>
                      </a:r>
                    </a:p>
                  </a:txBody>
                  <a:tcPr marL="50015" marR="50015" marT="25008" marB="25008" anchor="ctr">
                    <a:lnL>
                      <a:noFill/>
                    </a:lnL>
                    <a:lnR>
                      <a:noFill/>
                    </a:lnR>
                    <a:lnT>
                      <a:noFill/>
                    </a:lnT>
                    <a:lnB>
                      <a:noFill/>
                    </a:lnB>
                    <a:noFill/>
                  </a:tcPr>
                </a:tc>
                <a:tc>
                  <a:txBody>
                    <a:bodyPr/>
                    <a:lstStyle/>
                    <a:p>
                      <a:pPr algn="r">
                        <a:buNone/>
                      </a:pPr>
                      <a:r>
                        <a:rPr lang="en-CA" sz="1000">
                          <a:effectLst/>
                        </a:rPr>
                        <a:t>0.501803</a:t>
                      </a:r>
                    </a:p>
                  </a:txBody>
                  <a:tcPr marL="50015" marR="50015" marT="25008" marB="25008" anchor="ctr">
                    <a:lnL>
                      <a:noFill/>
                    </a:lnL>
                    <a:lnR>
                      <a:noFill/>
                    </a:lnR>
                    <a:lnT>
                      <a:noFill/>
                    </a:lnT>
                    <a:lnB>
                      <a:noFill/>
                    </a:lnB>
                    <a:noFill/>
                  </a:tcPr>
                </a:tc>
                <a:tc>
                  <a:txBody>
                    <a:bodyPr/>
                    <a:lstStyle/>
                    <a:p>
                      <a:pPr algn="r">
                        <a:buNone/>
                      </a:pPr>
                      <a:r>
                        <a:rPr lang="en-CA" sz="1000">
                          <a:effectLst/>
                        </a:rPr>
                        <a:t>0.738462</a:t>
                      </a:r>
                    </a:p>
                  </a:txBody>
                  <a:tcPr marL="50015" marR="50015" marT="25008" marB="25008" anchor="ctr">
                    <a:lnL>
                      <a:noFill/>
                    </a:lnL>
                    <a:lnR>
                      <a:noFill/>
                    </a:lnR>
                    <a:lnT>
                      <a:noFill/>
                    </a:lnT>
                    <a:lnB>
                      <a:noFill/>
                    </a:lnB>
                    <a:noFill/>
                  </a:tcPr>
                </a:tc>
                <a:tc>
                  <a:txBody>
                    <a:bodyPr/>
                    <a:lstStyle/>
                    <a:p>
                      <a:pPr algn="r">
                        <a:buNone/>
                      </a:pPr>
                      <a:r>
                        <a:rPr lang="en-CA" sz="1000">
                          <a:effectLst/>
                        </a:rPr>
                        <a:t>0.739704</a:t>
                      </a:r>
                    </a:p>
                  </a:txBody>
                  <a:tcPr marL="50015" marR="50015" marT="25008" marB="25008" anchor="ctr">
                    <a:lnL>
                      <a:noFill/>
                    </a:lnL>
                    <a:lnR>
                      <a:noFill/>
                    </a:lnR>
                    <a:lnT>
                      <a:noFill/>
                    </a:lnT>
                    <a:lnB>
                      <a:noFill/>
                    </a:lnB>
                    <a:noFill/>
                  </a:tcPr>
                </a:tc>
                <a:tc>
                  <a:txBody>
                    <a:bodyPr/>
                    <a:lstStyle/>
                    <a:p>
                      <a:pPr algn="r">
                        <a:buNone/>
                      </a:pPr>
                      <a:r>
                        <a:rPr lang="en-CA" sz="1000">
                          <a:effectLst/>
                        </a:rPr>
                        <a:t>0.721311</a:t>
                      </a:r>
                    </a:p>
                  </a:txBody>
                  <a:tcPr marL="50015" marR="50015" marT="25008" marB="25008" anchor="ctr">
                    <a:lnL>
                      <a:noFill/>
                    </a:lnL>
                    <a:lnR>
                      <a:noFill/>
                    </a:lnR>
                    <a:lnT>
                      <a:noFill/>
                    </a:lnT>
                    <a:lnB>
                      <a:noFill/>
                    </a:lnB>
                    <a:noFill/>
                  </a:tcPr>
                </a:tc>
                <a:tc>
                  <a:txBody>
                    <a:bodyPr/>
                    <a:lstStyle/>
                    <a:p>
                      <a:pPr algn="r">
                        <a:buNone/>
                      </a:pPr>
                      <a:r>
                        <a:rPr lang="en-CA" sz="1000">
                          <a:effectLst/>
                        </a:rPr>
                        <a:t>0.753623</a:t>
                      </a:r>
                    </a:p>
                  </a:txBody>
                  <a:tcPr marL="50015" marR="50015" marT="25008" marB="25008" anchor="ctr">
                    <a:lnL>
                      <a:noFill/>
                    </a:lnL>
                    <a:lnR>
                      <a:noFill/>
                    </a:lnR>
                    <a:lnT>
                      <a:noFill/>
                    </a:lnT>
                    <a:lnB>
                      <a:noFill/>
                    </a:lnB>
                    <a:noFill/>
                  </a:tcPr>
                </a:tc>
                <a:extLst>
                  <a:ext uri="{0D108BD9-81ED-4DB2-BD59-A6C34878D82A}">
                    <a16:rowId xmlns:a16="http://schemas.microsoft.com/office/drawing/2014/main" val="3159239838"/>
                  </a:ext>
                </a:extLst>
              </a:tr>
              <a:tr h="261936">
                <a:tc>
                  <a:txBody>
                    <a:bodyPr/>
                    <a:lstStyle/>
                    <a:p>
                      <a:pPr fontAlgn="ctr">
                        <a:buNone/>
                      </a:pPr>
                      <a:r>
                        <a:rPr lang="en-CA" sz="1000" b="1">
                          <a:effectLst/>
                        </a:rPr>
                        <a:t>11</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0.491929</a:t>
                      </a:r>
                    </a:p>
                  </a:txBody>
                  <a:tcPr marL="50015" marR="50015" marT="25008" marB="25008" anchor="ctr">
                    <a:lnL>
                      <a:noFill/>
                    </a:lnL>
                    <a:lnR>
                      <a:noFill/>
                    </a:lnR>
                    <a:lnT>
                      <a:noFill/>
                    </a:lnT>
                    <a:lnB>
                      <a:noFill/>
                    </a:lnB>
                    <a:noFill/>
                  </a:tcPr>
                </a:tc>
                <a:tc>
                  <a:txBody>
                    <a:bodyPr/>
                    <a:lstStyle/>
                    <a:p>
                      <a:pPr algn="r">
                        <a:buNone/>
                      </a:pPr>
                      <a:r>
                        <a:rPr lang="en-CA" sz="1000">
                          <a:effectLst/>
                        </a:rPr>
                        <a:t>0.503208</a:t>
                      </a:r>
                    </a:p>
                  </a:txBody>
                  <a:tcPr marL="50015" marR="50015" marT="25008" marB="25008" anchor="ctr">
                    <a:lnL>
                      <a:noFill/>
                    </a:lnL>
                    <a:lnR>
                      <a:noFill/>
                    </a:lnR>
                    <a:lnT>
                      <a:noFill/>
                    </a:lnT>
                    <a:lnB>
                      <a:noFill/>
                    </a:lnB>
                    <a:noFill/>
                  </a:tcPr>
                </a:tc>
                <a:tc>
                  <a:txBody>
                    <a:bodyPr/>
                    <a:lstStyle/>
                    <a:p>
                      <a:pPr algn="r">
                        <a:buNone/>
                      </a:pPr>
                      <a:r>
                        <a:rPr lang="en-CA" sz="1000">
                          <a:effectLst/>
                        </a:rPr>
                        <a:t>0.784615</a:t>
                      </a:r>
                    </a:p>
                  </a:txBody>
                  <a:tcPr marL="50015" marR="50015" marT="25008" marB="25008" anchor="ctr">
                    <a:lnL>
                      <a:noFill/>
                    </a:lnL>
                    <a:lnR>
                      <a:noFill/>
                    </a:lnR>
                    <a:lnT>
                      <a:noFill/>
                    </a:lnT>
                    <a:lnB>
                      <a:noFill/>
                    </a:lnB>
                    <a:noFill/>
                  </a:tcPr>
                </a:tc>
                <a:tc>
                  <a:txBody>
                    <a:bodyPr/>
                    <a:lstStyle/>
                    <a:p>
                      <a:pPr algn="r">
                        <a:buNone/>
                      </a:pPr>
                      <a:r>
                        <a:rPr lang="en-CA" sz="1000">
                          <a:effectLst/>
                        </a:rPr>
                        <a:t>0.785641</a:t>
                      </a:r>
                    </a:p>
                  </a:txBody>
                  <a:tcPr marL="50015" marR="50015" marT="25008" marB="25008" anchor="ctr">
                    <a:lnL>
                      <a:noFill/>
                    </a:lnL>
                    <a:lnR>
                      <a:noFill/>
                    </a:lnR>
                    <a:lnT>
                      <a:noFill/>
                    </a:lnT>
                    <a:lnB>
                      <a:noFill/>
                    </a:lnB>
                    <a:noFill/>
                  </a:tcPr>
                </a:tc>
                <a:tc>
                  <a:txBody>
                    <a:bodyPr/>
                    <a:lstStyle/>
                    <a:p>
                      <a:pPr algn="r">
                        <a:buNone/>
                      </a:pPr>
                      <a:r>
                        <a:rPr lang="en-CA" sz="1000">
                          <a:effectLst/>
                        </a:rPr>
                        <a:t>0.766667</a:t>
                      </a:r>
                    </a:p>
                  </a:txBody>
                  <a:tcPr marL="50015" marR="50015" marT="25008" marB="25008" anchor="ctr">
                    <a:lnL>
                      <a:noFill/>
                    </a:lnL>
                    <a:lnR>
                      <a:noFill/>
                    </a:lnR>
                    <a:lnT>
                      <a:noFill/>
                    </a:lnT>
                    <a:lnB>
                      <a:noFill/>
                    </a:lnB>
                    <a:noFill/>
                  </a:tcPr>
                </a:tc>
                <a:tc>
                  <a:txBody>
                    <a:bodyPr/>
                    <a:lstStyle/>
                    <a:p>
                      <a:pPr algn="r">
                        <a:buNone/>
                      </a:pPr>
                      <a:r>
                        <a:rPr lang="en-CA" sz="1000">
                          <a:effectLst/>
                        </a:rPr>
                        <a:t>0.800000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3144669349"/>
                  </a:ext>
                </a:extLst>
              </a:tr>
              <a:tr h="261936">
                <a:tc>
                  <a:txBody>
                    <a:bodyPr/>
                    <a:lstStyle/>
                    <a:p>
                      <a:pPr fontAlgn="ctr">
                        <a:buNone/>
                      </a:pPr>
                      <a:r>
                        <a:rPr lang="en-CA" sz="1000" b="1">
                          <a:effectLst/>
                        </a:rPr>
                        <a:t>12</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0.705507</a:t>
                      </a:r>
                    </a:p>
                  </a:txBody>
                  <a:tcPr marL="50015" marR="50015" marT="25008" marB="25008" anchor="ctr">
                    <a:lnL>
                      <a:noFill/>
                    </a:lnL>
                    <a:lnR>
                      <a:noFill/>
                    </a:lnR>
                    <a:lnT>
                      <a:noFill/>
                    </a:lnT>
                    <a:lnB>
                      <a:noFill/>
                    </a:lnB>
                    <a:noFill/>
                  </a:tcPr>
                </a:tc>
                <a:tc>
                  <a:txBody>
                    <a:bodyPr/>
                    <a:lstStyle/>
                    <a:p>
                      <a:pPr algn="r">
                        <a:buNone/>
                      </a:pPr>
                      <a:r>
                        <a:rPr lang="en-CA" sz="1000">
                          <a:effectLst/>
                        </a:rPr>
                        <a:t>0.691357</a:t>
                      </a:r>
                    </a:p>
                  </a:txBody>
                  <a:tcPr marL="50015" marR="50015" marT="25008" marB="25008" anchor="ctr">
                    <a:lnL>
                      <a:noFill/>
                    </a:lnL>
                    <a:lnR>
                      <a:noFill/>
                    </a:lnR>
                    <a:lnT>
                      <a:noFill/>
                    </a:lnT>
                    <a:lnB>
                      <a:noFill/>
                    </a:lnB>
                    <a:noFill/>
                  </a:tcPr>
                </a:tc>
                <a:tc>
                  <a:txBody>
                    <a:bodyPr/>
                    <a:lstStyle/>
                    <a:p>
                      <a:pPr algn="r">
                        <a:buNone/>
                      </a:pPr>
                      <a:r>
                        <a:rPr lang="en-CA" sz="1000">
                          <a:effectLst/>
                        </a:rPr>
                        <a:t>0.569231</a:t>
                      </a:r>
                    </a:p>
                  </a:txBody>
                  <a:tcPr marL="50015" marR="50015" marT="25008" marB="25008" anchor="ctr">
                    <a:lnL>
                      <a:noFill/>
                    </a:lnL>
                    <a:lnR>
                      <a:noFill/>
                    </a:lnR>
                    <a:lnT>
                      <a:noFill/>
                    </a:lnT>
                    <a:lnB>
                      <a:noFill/>
                    </a:lnB>
                    <a:noFill/>
                  </a:tcPr>
                </a:tc>
                <a:tc>
                  <a:txBody>
                    <a:bodyPr/>
                    <a:lstStyle/>
                    <a:p>
                      <a:pPr algn="r">
                        <a:buNone/>
                      </a:pPr>
                      <a:r>
                        <a:rPr lang="en-CA" sz="1000">
                          <a:effectLst/>
                        </a:rPr>
                        <a:t>0.412971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0.725490</a:t>
                      </a:r>
                    </a:p>
                  </a:txBody>
                  <a:tcPr marL="50015" marR="50015" marT="25008" marB="25008" anchor="ctr">
                    <a:lnL>
                      <a:noFill/>
                    </a:lnL>
                    <a:lnR>
                      <a:noFill/>
                    </a:lnR>
                    <a:lnT>
                      <a:noFill/>
                    </a:lnT>
                    <a:lnB>
                      <a:noFill/>
                    </a:lnB>
                    <a:noFill/>
                  </a:tcPr>
                </a:tc>
                <a:extLst>
                  <a:ext uri="{0D108BD9-81ED-4DB2-BD59-A6C34878D82A}">
                    <a16:rowId xmlns:a16="http://schemas.microsoft.com/office/drawing/2014/main" val="265574709"/>
                  </a:ext>
                </a:extLst>
              </a:tr>
              <a:tr h="261936">
                <a:tc>
                  <a:txBody>
                    <a:bodyPr/>
                    <a:lstStyle/>
                    <a:p>
                      <a:pPr fontAlgn="ctr">
                        <a:buNone/>
                      </a:pPr>
                      <a:r>
                        <a:rPr lang="en-CA" sz="1000" b="1">
                          <a:effectLst/>
                        </a:rPr>
                        <a:t>13</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0.679103</a:t>
                      </a:r>
                    </a:p>
                  </a:txBody>
                  <a:tcPr marL="50015" marR="50015" marT="25008" marB="25008" anchor="ctr">
                    <a:lnL>
                      <a:noFill/>
                    </a:lnL>
                    <a:lnR>
                      <a:noFill/>
                    </a:lnR>
                    <a:lnT>
                      <a:noFill/>
                    </a:lnT>
                    <a:lnB>
                      <a:noFill/>
                    </a:lnB>
                    <a:noFill/>
                  </a:tcPr>
                </a:tc>
                <a:tc>
                  <a:txBody>
                    <a:bodyPr/>
                    <a:lstStyle/>
                    <a:p>
                      <a:pPr algn="r">
                        <a:buNone/>
                      </a:pPr>
                      <a:r>
                        <a:rPr lang="en-CA" sz="1000">
                          <a:effectLst/>
                        </a:rPr>
                        <a:t>0.684476</a:t>
                      </a:r>
                    </a:p>
                  </a:txBody>
                  <a:tcPr marL="50015" marR="50015" marT="25008" marB="25008" anchor="ctr">
                    <a:lnL>
                      <a:noFill/>
                    </a:lnL>
                    <a:lnR>
                      <a:noFill/>
                    </a:lnR>
                    <a:lnT>
                      <a:noFill/>
                    </a:lnT>
                    <a:lnB>
                      <a:noFill/>
                    </a:lnB>
                    <a:noFill/>
                  </a:tcPr>
                </a:tc>
                <a:tc>
                  <a:txBody>
                    <a:bodyPr/>
                    <a:lstStyle/>
                    <a:p>
                      <a:pPr algn="r">
                        <a:buNone/>
                      </a:pPr>
                      <a:r>
                        <a:rPr lang="en-CA" sz="1000">
                          <a:effectLst/>
                        </a:rPr>
                        <a:t>0.569231</a:t>
                      </a:r>
                    </a:p>
                  </a:txBody>
                  <a:tcPr marL="50015" marR="50015" marT="25008" marB="25008" anchor="ctr">
                    <a:lnL>
                      <a:noFill/>
                    </a:lnL>
                    <a:lnR>
                      <a:noFill/>
                    </a:lnR>
                    <a:lnT>
                      <a:noFill/>
                    </a:lnT>
                    <a:lnB>
                      <a:noFill/>
                    </a:lnB>
                    <a:noFill/>
                  </a:tcPr>
                </a:tc>
                <a:tc>
                  <a:txBody>
                    <a:bodyPr/>
                    <a:lstStyle/>
                    <a:p>
                      <a:pPr algn="r">
                        <a:buNone/>
                      </a:pPr>
                      <a:r>
                        <a:rPr lang="en-CA" sz="1000">
                          <a:effectLst/>
                        </a:rPr>
                        <a:t>0.412971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0.725490</a:t>
                      </a:r>
                    </a:p>
                  </a:txBody>
                  <a:tcPr marL="50015" marR="50015" marT="25008" marB="25008" anchor="ctr">
                    <a:lnL>
                      <a:noFill/>
                    </a:lnL>
                    <a:lnR>
                      <a:noFill/>
                    </a:lnR>
                    <a:lnT>
                      <a:noFill/>
                    </a:lnT>
                    <a:lnB>
                      <a:noFill/>
                    </a:lnB>
                    <a:noFill/>
                  </a:tcPr>
                </a:tc>
                <a:extLst>
                  <a:ext uri="{0D108BD9-81ED-4DB2-BD59-A6C34878D82A}">
                    <a16:rowId xmlns:a16="http://schemas.microsoft.com/office/drawing/2014/main" val="1647022593"/>
                  </a:ext>
                </a:extLst>
              </a:tr>
              <a:tr h="261936">
                <a:tc>
                  <a:txBody>
                    <a:bodyPr/>
                    <a:lstStyle/>
                    <a:p>
                      <a:pPr fontAlgn="ctr">
                        <a:buNone/>
                      </a:pPr>
                      <a:r>
                        <a:rPr lang="en-CA" sz="1000" b="1">
                          <a:effectLst/>
                        </a:rPr>
                        <a:t>14</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0.585710</a:t>
                      </a:r>
                    </a:p>
                  </a:txBody>
                  <a:tcPr marL="50015" marR="50015" marT="25008" marB="25008" anchor="ctr">
                    <a:lnL>
                      <a:noFill/>
                    </a:lnL>
                    <a:lnR>
                      <a:noFill/>
                    </a:lnR>
                    <a:lnT>
                      <a:noFill/>
                    </a:lnT>
                    <a:lnB>
                      <a:noFill/>
                    </a:lnB>
                    <a:noFill/>
                  </a:tcPr>
                </a:tc>
                <a:tc>
                  <a:txBody>
                    <a:bodyPr/>
                    <a:lstStyle/>
                    <a:p>
                      <a:pPr algn="r">
                        <a:buNone/>
                      </a:pPr>
                      <a:r>
                        <a:rPr lang="en-CA" sz="1000">
                          <a:effectLst/>
                        </a:rPr>
                        <a:t>0.534585</a:t>
                      </a:r>
                    </a:p>
                  </a:txBody>
                  <a:tcPr marL="50015" marR="50015" marT="25008" marB="25008" anchor="ctr">
                    <a:lnL>
                      <a:noFill/>
                    </a:lnL>
                    <a:lnR>
                      <a:noFill/>
                    </a:lnR>
                    <a:lnT>
                      <a:noFill/>
                    </a:lnT>
                    <a:lnB>
                      <a:noFill/>
                    </a:lnB>
                    <a:noFill/>
                  </a:tcPr>
                </a:tc>
                <a:tc>
                  <a:txBody>
                    <a:bodyPr/>
                    <a:lstStyle/>
                    <a:p>
                      <a:pPr algn="r">
                        <a:buNone/>
                      </a:pPr>
                      <a:r>
                        <a:rPr lang="en-CA" sz="1000">
                          <a:effectLst/>
                        </a:rPr>
                        <a:t>0.707692</a:t>
                      </a:r>
                    </a:p>
                  </a:txBody>
                  <a:tcPr marL="50015" marR="50015" marT="25008" marB="25008" anchor="ctr">
                    <a:lnL>
                      <a:noFill/>
                    </a:lnL>
                    <a:lnR>
                      <a:noFill/>
                    </a:lnR>
                    <a:lnT>
                      <a:noFill/>
                    </a:lnT>
                    <a:lnB>
                      <a:noFill/>
                    </a:lnB>
                    <a:noFill/>
                  </a:tcPr>
                </a:tc>
                <a:tc>
                  <a:txBody>
                    <a:bodyPr/>
                    <a:lstStyle/>
                    <a:p>
                      <a:pPr algn="r">
                        <a:buNone/>
                      </a:pPr>
                      <a:r>
                        <a:rPr lang="en-CA" sz="1000">
                          <a:effectLst/>
                        </a:rPr>
                        <a:t>0.708254</a:t>
                      </a:r>
                    </a:p>
                  </a:txBody>
                  <a:tcPr marL="50015" marR="50015" marT="25008" marB="25008" anchor="ctr">
                    <a:lnL>
                      <a:noFill/>
                    </a:lnL>
                    <a:lnR>
                      <a:noFill/>
                    </a:lnR>
                    <a:lnT>
                      <a:noFill/>
                    </a:lnT>
                    <a:lnB>
                      <a:noFill/>
                    </a:lnB>
                    <a:noFill/>
                  </a:tcPr>
                </a:tc>
                <a:tc>
                  <a:txBody>
                    <a:bodyPr/>
                    <a:lstStyle/>
                    <a:p>
                      <a:pPr algn="r">
                        <a:buNone/>
                      </a:pPr>
                      <a:r>
                        <a:rPr lang="en-CA" sz="1000">
                          <a:effectLst/>
                        </a:rPr>
                        <a:t>0.666667</a:t>
                      </a:r>
                    </a:p>
                  </a:txBody>
                  <a:tcPr marL="50015" marR="50015" marT="25008" marB="25008" anchor="ctr">
                    <a:lnL>
                      <a:noFill/>
                    </a:lnL>
                    <a:lnR>
                      <a:noFill/>
                    </a:lnR>
                    <a:lnT>
                      <a:noFill/>
                    </a:lnT>
                    <a:lnB>
                      <a:noFill/>
                    </a:lnB>
                    <a:noFill/>
                  </a:tcPr>
                </a:tc>
                <a:tc>
                  <a:txBody>
                    <a:bodyPr/>
                    <a:lstStyle/>
                    <a:p>
                      <a:pPr algn="r">
                        <a:buNone/>
                      </a:pPr>
                      <a:r>
                        <a:rPr lang="en-CA" sz="1000">
                          <a:effectLst/>
                        </a:rPr>
                        <a:t>0.739726</a:t>
                      </a:r>
                    </a:p>
                  </a:txBody>
                  <a:tcPr marL="50015" marR="50015" marT="25008" marB="25008" anchor="ctr">
                    <a:lnL>
                      <a:noFill/>
                    </a:lnL>
                    <a:lnR>
                      <a:noFill/>
                    </a:lnR>
                    <a:lnT>
                      <a:noFill/>
                    </a:lnT>
                    <a:lnB>
                      <a:noFill/>
                    </a:lnB>
                    <a:noFill/>
                  </a:tcPr>
                </a:tc>
                <a:extLst>
                  <a:ext uri="{0D108BD9-81ED-4DB2-BD59-A6C34878D82A}">
                    <a16:rowId xmlns:a16="http://schemas.microsoft.com/office/drawing/2014/main" val="791999945"/>
                  </a:ext>
                </a:extLst>
              </a:tr>
              <a:tr h="261936">
                <a:tc>
                  <a:txBody>
                    <a:bodyPr/>
                    <a:lstStyle/>
                    <a:p>
                      <a:pPr fontAlgn="ctr">
                        <a:buNone/>
                      </a:pPr>
                      <a:r>
                        <a:rPr lang="en-CA" sz="1000" b="1">
                          <a:effectLst/>
                        </a:rPr>
                        <a:t>15</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0.438606</a:t>
                      </a:r>
                    </a:p>
                  </a:txBody>
                  <a:tcPr marL="50015" marR="50015" marT="25008" marB="25008" anchor="ctr">
                    <a:lnL>
                      <a:noFill/>
                    </a:lnL>
                    <a:lnR>
                      <a:noFill/>
                    </a:lnR>
                    <a:lnT>
                      <a:noFill/>
                    </a:lnT>
                    <a:lnB>
                      <a:noFill/>
                    </a:lnB>
                    <a:noFill/>
                  </a:tcPr>
                </a:tc>
                <a:tc>
                  <a:txBody>
                    <a:bodyPr/>
                    <a:lstStyle/>
                    <a:p>
                      <a:pPr algn="r">
                        <a:buNone/>
                      </a:pPr>
                      <a:r>
                        <a:rPr lang="en-CA" sz="1000">
                          <a:effectLst/>
                        </a:rPr>
                        <a:t>0.541963</a:t>
                      </a:r>
                    </a:p>
                  </a:txBody>
                  <a:tcPr marL="50015" marR="50015" marT="25008" marB="25008" anchor="ctr">
                    <a:lnL>
                      <a:noFill/>
                    </a:lnL>
                    <a:lnR>
                      <a:noFill/>
                    </a:lnR>
                    <a:lnT>
                      <a:noFill/>
                    </a:lnT>
                    <a:lnB>
                      <a:noFill/>
                    </a:lnB>
                    <a:noFill/>
                  </a:tcPr>
                </a:tc>
                <a:tc>
                  <a:txBody>
                    <a:bodyPr/>
                    <a:lstStyle/>
                    <a:p>
                      <a:pPr algn="r">
                        <a:buNone/>
                      </a:pPr>
                      <a:r>
                        <a:rPr lang="en-CA" sz="1000">
                          <a:effectLst/>
                        </a:rPr>
                        <a:t>0.707692</a:t>
                      </a:r>
                    </a:p>
                  </a:txBody>
                  <a:tcPr marL="50015" marR="50015" marT="25008" marB="25008" anchor="ctr">
                    <a:lnL>
                      <a:noFill/>
                    </a:lnL>
                    <a:lnR>
                      <a:noFill/>
                    </a:lnR>
                    <a:lnT>
                      <a:noFill/>
                    </a:lnT>
                    <a:lnB>
                      <a:noFill/>
                    </a:lnB>
                    <a:noFill/>
                  </a:tcPr>
                </a:tc>
                <a:tc>
                  <a:txBody>
                    <a:bodyPr/>
                    <a:lstStyle/>
                    <a:p>
                      <a:pPr algn="r">
                        <a:buNone/>
                      </a:pPr>
                      <a:r>
                        <a:rPr lang="en-CA" sz="1000">
                          <a:effectLst/>
                        </a:rPr>
                        <a:t>0.708662</a:t>
                      </a:r>
                    </a:p>
                  </a:txBody>
                  <a:tcPr marL="50015" marR="50015" marT="25008" marB="25008" anchor="ctr">
                    <a:lnL>
                      <a:noFill/>
                    </a:lnL>
                    <a:lnR>
                      <a:noFill/>
                    </a:lnR>
                    <a:lnT>
                      <a:noFill/>
                    </a:lnT>
                    <a:lnB>
                      <a:noFill/>
                    </a:lnB>
                    <a:noFill/>
                  </a:tcPr>
                </a:tc>
                <a:tc>
                  <a:txBody>
                    <a:bodyPr/>
                    <a:lstStyle/>
                    <a:p>
                      <a:pPr algn="r">
                        <a:buNone/>
                      </a:pPr>
                      <a:r>
                        <a:rPr lang="en-CA" sz="1000">
                          <a:effectLst/>
                        </a:rPr>
                        <a:t>0.698413</a:t>
                      </a:r>
                    </a:p>
                  </a:txBody>
                  <a:tcPr marL="50015" marR="50015" marT="25008" marB="25008" anchor="ctr">
                    <a:lnL>
                      <a:noFill/>
                    </a:lnL>
                    <a:lnR>
                      <a:noFill/>
                    </a:lnR>
                    <a:lnT>
                      <a:noFill/>
                    </a:lnT>
                    <a:lnB>
                      <a:noFill/>
                    </a:lnB>
                    <a:noFill/>
                  </a:tcPr>
                </a:tc>
                <a:tc>
                  <a:txBody>
                    <a:bodyPr/>
                    <a:lstStyle/>
                    <a:p>
                      <a:pPr algn="r">
                        <a:buNone/>
                      </a:pPr>
                      <a:r>
                        <a:rPr lang="en-CA" sz="1000">
                          <a:effectLst/>
                        </a:rPr>
                        <a:t>0.716418</a:t>
                      </a:r>
                    </a:p>
                  </a:txBody>
                  <a:tcPr marL="50015" marR="50015" marT="25008" marB="25008" anchor="ctr">
                    <a:lnL>
                      <a:noFill/>
                    </a:lnL>
                    <a:lnR>
                      <a:noFill/>
                    </a:lnR>
                    <a:lnT>
                      <a:noFill/>
                    </a:lnT>
                    <a:lnB>
                      <a:noFill/>
                    </a:lnB>
                    <a:noFill/>
                  </a:tcPr>
                </a:tc>
                <a:extLst>
                  <a:ext uri="{0D108BD9-81ED-4DB2-BD59-A6C34878D82A}">
                    <a16:rowId xmlns:a16="http://schemas.microsoft.com/office/drawing/2014/main" val="2410444551"/>
                  </a:ext>
                </a:extLst>
              </a:tr>
              <a:tr h="261936">
                <a:tc>
                  <a:txBody>
                    <a:bodyPr/>
                    <a:lstStyle/>
                    <a:p>
                      <a:pPr fontAlgn="ctr">
                        <a:buNone/>
                      </a:pPr>
                      <a:r>
                        <a:rPr lang="en-CA" sz="1000" b="1">
                          <a:effectLst/>
                        </a:rPr>
                        <a:t>16</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0.702770</a:t>
                      </a:r>
                    </a:p>
                  </a:txBody>
                  <a:tcPr marL="50015" marR="50015" marT="25008" marB="25008" anchor="ctr">
                    <a:lnL>
                      <a:noFill/>
                    </a:lnL>
                    <a:lnR>
                      <a:noFill/>
                    </a:lnR>
                    <a:lnT>
                      <a:noFill/>
                    </a:lnT>
                    <a:lnB>
                      <a:noFill/>
                    </a:lnB>
                    <a:noFill/>
                  </a:tcPr>
                </a:tc>
                <a:tc>
                  <a:txBody>
                    <a:bodyPr/>
                    <a:lstStyle/>
                    <a:p>
                      <a:pPr algn="r">
                        <a:buNone/>
                      </a:pPr>
                      <a:r>
                        <a:rPr lang="en-CA" sz="1000">
                          <a:effectLst/>
                        </a:rPr>
                        <a:t>0.664352</a:t>
                      </a:r>
                    </a:p>
                  </a:txBody>
                  <a:tcPr marL="50015" marR="50015" marT="25008" marB="25008" anchor="ctr">
                    <a:lnL>
                      <a:noFill/>
                    </a:lnL>
                    <a:lnR>
                      <a:noFill/>
                    </a:lnR>
                    <a:lnT>
                      <a:noFill/>
                    </a:lnT>
                    <a:lnB>
                      <a:noFill/>
                    </a:lnB>
                    <a:noFill/>
                  </a:tcPr>
                </a:tc>
                <a:tc>
                  <a:txBody>
                    <a:bodyPr/>
                    <a:lstStyle/>
                    <a:p>
                      <a:pPr algn="r">
                        <a:buNone/>
                      </a:pPr>
                      <a:r>
                        <a:rPr lang="en-CA" sz="1000">
                          <a:effectLst/>
                        </a:rPr>
                        <a:t>0.553846</a:t>
                      </a:r>
                    </a:p>
                  </a:txBody>
                  <a:tcPr marL="50015" marR="50015" marT="25008" marB="25008" anchor="ctr">
                    <a:lnL>
                      <a:noFill/>
                    </a:lnL>
                    <a:lnR>
                      <a:noFill/>
                    </a:lnR>
                    <a:lnT>
                      <a:noFill/>
                    </a:lnT>
                    <a:lnB>
                      <a:noFill/>
                    </a:lnB>
                    <a:noFill/>
                  </a:tcPr>
                </a:tc>
                <a:tc>
                  <a:txBody>
                    <a:bodyPr/>
                    <a:lstStyle/>
                    <a:p>
                      <a:pPr algn="r">
                        <a:buNone/>
                      </a:pPr>
                      <a:r>
                        <a:rPr lang="en-CA" sz="1000">
                          <a:effectLst/>
                        </a:rPr>
                        <a:t>0.394821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0.712871</a:t>
                      </a:r>
                    </a:p>
                  </a:txBody>
                  <a:tcPr marL="50015" marR="50015" marT="25008" marB="25008" anchor="ctr">
                    <a:lnL>
                      <a:noFill/>
                    </a:lnL>
                    <a:lnR>
                      <a:noFill/>
                    </a:lnR>
                    <a:lnT>
                      <a:noFill/>
                    </a:lnT>
                    <a:lnB>
                      <a:noFill/>
                    </a:lnB>
                    <a:noFill/>
                  </a:tcPr>
                </a:tc>
                <a:extLst>
                  <a:ext uri="{0D108BD9-81ED-4DB2-BD59-A6C34878D82A}">
                    <a16:rowId xmlns:a16="http://schemas.microsoft.com/office/drawing/2014/main" val="276022544"/>
                  </a:ext>
                </a:extLst>
              </a:tr>
              <a:tr h="261936">
                <a:tc>
                  <a:txBody>
                    <a:bodyPr/>
                    <a:lstStyle/>
                    <a:p>
                      <a:pPr fontAlgn="ctr">
                        <a:buNone/>
                      </a:pPr>
                      <a:r>
                        <a:rPr lang="en-CA" sz="1000" b="1">
                          <a:effectLst/>
                        </a:rPr>
                        <a:t>17</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0.666267</a:t>
                      </a:r>
                    </a:p>
                  </a:txBody>
                  <a:tcPr marL="50015" marR="50015" marT="25008" marB="25008" anchor="ctr">
                    <a:lnL>
                      <a:noFill/>
                    </a:lnL>
                    <a:lnR>
                      <a:noFill/>
                    </a:lnR>
                    <a:lnT>
                      <a:noFill/>
                    </a:lnT>
                    <a:lnB>
                      <a:noFill/>
                    </a:lnB>
                    <a:noFill/>
                  </a:tcPr>
                </a:tc>
                <a:tc>
                  <a:txBody>
                    <a:bodyPr/>
                    <a:lstStyle/>
                    <a:p>
                      <a:pPr algn="r">
                        <a:buNone/>
                      </a:pPr>
                      <a:r>
                        <a:rPr lang="en-CA" sz="1000">
                          <a:effectLst/>
                        </a:rPr>
                        <a:t>0.721653</a:t>
                      </a:r>
                    </a:p>
                  </a:txBody>
                  <a:tcPr marL="50015" marR="50015" marT="25008" marB="25008" anchor="ctr">
                    <a:lnL>
                      <a:noFill/>
                    </a:lnL>
                    <a:lnR>
                      <a:noFill/>
                    </a:lnR>
                    <a:lnT>
                      <a:noFill/>
                    </a:lnT>
                    <a:lnB>
                      <a:noFill/>
                    </a:lnB>
                    <a:noFill/>
                  </a:tcPr>
                </a:tc>
                <a:tc>
                  <a:txBody>
                    <a:bodyPr/>
                    <a:lstStyle/>
                    <a:p>
                      <a:pPr algn="r">
                        <a:buNone/>
                      </a:pPr>
                      <a:r>
                        <a:rPr lang="en-CA" sz="1000">
                          <a:effectLst/>
                        </a:rPr>
                        <a:t>0.553846</a:t>
                      </a:r>
                    </a:p>
                  </a:txBody>
                  <a:tcPr marL="50015" marR="50015" marT="25008" marB="25008" anchor="ctr">
                    <a:lnL>
                      <a:noFill/>
                    </a:lnL>
                    <a:lnR>
                      <a:noFill/>
                    </a:lnR>
                    <a:lnT>
                      <a:noFill/>
                    </a:lnT>
                    <a:lnB>
                      <a:noFill/>
                    </a:lnB>
                    <a:noFill/>
                  </a:tcPr>
                </a:tc>
                <a:tc>
                  <a:txBody>
                    <a:bodyPr/>
                    <a:lstStyle/>
                    <a:p>
                      <a:pPr algn="r">
                        <a:buNone/>
                      </a:pPr>
                      <a:r>
                        <a:rPr lang="en-CA" sz="1000">
                          <a:effectLst/>
                        </a:rPr>
                        <a:t>0.394821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0.712871</a:t>
                      </a:r>
                    </a:p>
                  </a:txBody>
                  <a:tcPr marL="50015" marR="50015" marT="25008" marB="25008" anchor="ctr">
                    <a:lnL>
                      <a:noFill/>
                    </a:lnL>
                    <a:lnR>
                      <a:noFill/>
                    </a:lnR>
                    <a:lnT>
                      <a:noFill/>
                    </a:lnT>
                    <a:lnB>
                      <a:noFill/>
                    </a:lnB>
                    <a:noFill/>
                  </a:tcPr>
                </a:tc>
                <a:extLst>
                  <a:ext uri="{0D108BD9-81ED-4DB2-BD59-A6C34878D82A}">
                    <a16:rowId xmlns:a16="http://schemas.microsoft.com/office/drawing/2014/main" val="1490154262"/>
                  </a:ext>
                </a:extLst>
              </a:tr>
              <a:tr h="261936">
                <a:tc>
                  <a:txBody>
                    <a:bodyPr/>
                    <a:lstStyle/>
                    <a:p>
                      <a:pPr fontAlgn="ctr">
                        <a:buNone/>
                      </a:pPr>
                      <a:r>
                        <a:rPr lang="en-CA" sz="1000" b="1">
                          <a:effectLst/>
                        </a:rPr>
                        <a:t>18</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0.614998</a:t>
                      </a:r>
                    </a:p>
                  </a:txBody>
                  <a:tcPr marL="50015" marR="50015" marT="25008" marB="25008" anchor="ctr">
                    <a:lnL>
                      <a:noFill/>
                    </a:lnL>
                    <a:lnR>
                      <a:noFill/>
                    </a:lnR>
                    <a:lnT>
                      <a:noFill/>
                    </a:lnT>
                    <a:lnB>
                      <a:noFill/>
                    </a:lnB>
                    <a:noFill/>
                  </a:tcPr>
                </a:tc>
                <a:tc>
                  <a:txBody>
                    <a:bodyPr/>
                    <a:lstStyle/>
                    <a:p>
                      <a:pPr algn="r">
                        <a:buNone/>
                      </a:pPr>
                      <a:r>
                        <a:rPr lang="en-CA" sz="1000">
                          <a:effectLst/>
                        </a:rPr>
                        <a:t>0.544134</a:t>
                      </a:r>
                    </a:p>
                  </a:txBody>
                  <a:tcPr marL="50015" marR="50015" marT="25008" marB="25008" anchor="ctr">
                    <a:lnL>
                      <a:noFill/>
                    </a:lnL>
                    <a:lnR>
                      <a:noFill/>
                    </a:lnR>
                    <a:lnT>
                      <a:noFill/>
                    </a:lnT>
                    <a:lnB>
                      <a:noFill/>
                    </a:lnB>
                    <a:noFill/>
                  </a:tcPr>
                </a:tc>
                <a:tc>
                  <a:txBody>
                    <a:bodyPr/>
                    <a:lstStyle/>
                    <a:p>
                      <a:pPr algn="r">
                        <a:buNone/>
                      </a:pPr>
                      <a:r>
                        <a:rPr lang="en-CA" sz="1000">
                          <a:effectLst/>
                        </a:rPr>
                        <a:t>0.584615</a:t>
                      </a:r>
                    </a:p>
                  </a:txBody>
                  <a:tcPr marL="50015" marR="50015" marT="25008" marB="25008" anchor="ctr">
                    <a:lnL>
                      <a:noFill/>
                    </a:lnL>
                    <a:lnR>
                      <a:noFill/>
                    </a:lnR>
                    <a:lnT>
                      <a:noFill/>
                    </a:lnT>
                    <a:lnB>
                      <a:noFill/>
                    </a:lnB>
                    <a:noFill/>
                  </a:tcPr>
                </a:tc>
                <a:tc>
                  <a:txBody>
                    <a:bodyPr/>
                    <a:lstStyle/>
                    <a:p>
                      <a:pPr algn="r">
                        <a:buNone/>
                      </a:pPr>
                      <a:r>
                        <a:rPr lang="en-CA" sz="1000">
                          <a:effectLst/>
                        </a:rPr>
                        <a:t>0.480802</a:t>
                      </a:r>
                    </a:p>
                  </a:txBody>
                  <a:tcPr marL="50015" marR="50015" marT="25008" marB="25008" anchor="ctr">
                    <a:lnL>
                      <a:noFill/>
                    </a:lnL>
                    <a:lnR>
                      <a:noFill/>
                    </a:lnR>
                    <a:lnT>
                      <a:noFill/>
                    </a:lnT>
                    <a:lnB>
                      <a:noFill/>
                    </a:lnB>
                    <a:noFill/>
                  </a:tcPr>
                </a:tc>
                <a:tc>
                  <a:txBody>
                    <a:bodyPr/>
                    <a:lstStyle/>
                    <a:p>
                      <a:pPr algn="r">
                        <a:buNone/>
                      </a:pPr>
                      <a:r>
                        <a:rPr lang="en-CA" sz="1000">
                          <a:effectLst/>
                        </a:rPr>
                        <a:t>0.181818</a:t>
                      </a:r>
                    </a:p>
                  </a:txBody>
                  <a:tcPr marL="50015" marR="50015" marT="25008" marB="25008" anchor="ctr">
                    <a:lnL>
                      <a:noFill/>
                    </a:lnL>
                    <a:lnR>
                      <a:noFill/>
                    </a:lnR>
                    <a:lnT>
                      <a:noFill/>
                    </a:lnT>
                    <a:lnB>
                      <a:noFill/>
                    </a:lnB>
                    <a:noFill/>
                  </a:tcPr>
                </a:tc>
                <a:tc>
                  <a:txBody>
                    <a:bodyPr/>
                    <a:lstStyle/>
                    <a:p>
                      <a:pPr algn="r">
                        <a:buNone/>
                      </a:pPr>
                      <a:r>
                        <a:rPr lang="en-CA" sz="1000">
                          <a:effectLst/>
                        </a:rPr>
                        <a:t>0.721649</a:t>
                      </a:r>
                    </a:p>
                  </a:txBody>
                  <a:tcPr marL="50015" marR="50015" marT="25008" marB="25008" anchor="ctr">
                    <a:lnL>
                      <a:noFill/>
                    </a:lnL>
                    <a:lnR>
                      <a:noFill/>
                    </a:lnR>
                    <a:lnT>
                      <a:noFill/>
                    </a:lnT>
                    <a:lnB>
                      <a:noFill/>
                    </a:lnB>
                    <a:noFill/>
                  </a:tcPr>
                </a:tc>
                <a:extLst>
                  <a:ext uri="{0D108BD9-81ED-4DB2-BD59-A6C34878D82A}">
                    <a16:rowId xmlns:a16="http://schemas.microsoft.com/office/drawing/2014/main" val="3914354180"/>
                  </a:ext>
                </a:extLst>
              </a:tr>
              <a:tr h="261936">
                <a:tc>
                  <a:txBody>
                    <a:bodyPr/>
                    <a:lstStyle/>
                    <a:p>
                      <a:pPr fontAlgn="ctr">
                        <a:buNone/>
                      </a:pPr>
                      <a:r>
                        <a:rPr lang="en-CA" sz="1000" b="1">
                          <a:effectLst/>
                        </a:rPr>
                        <a:t>19</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0.532960</a:t>
                      </a:r>
                    </a:p>
                  </a:txBody>
                  <a:tcPr marL="50015" marR="50015" marT="25008" marB="25008" anchor="ctr">
                    <a:lnL>
                      <a:noFill/>
                    </a:lnL>
                    <a:lnR>
                      <a:noFill/>
                    </a:lnR>
                    <a:lnT>
                      <a:noFill/>
                    </a:lnT>
                    <a:lnB>
                      <a:noFill/>
                    </a:lnB>
                    <a:noFill/>
                  </a:tcPr>
                </a:tc>
                <a:tc>
                  <a:txBody>
                    <a:bodyPr/>
                    <a:lstStyle/>
                    <a:p>
                      <a:pPr algn="r">
                        <a:buNone/>
                      </a:pPr>
                      <a:r>
                        <a:rPr lang="en-CA" sz="1000">
                          <a:effectLst/>
                        </a:rPr>
                        <a:t>0.568837</a:t>
                      </a:r>
                    </a:p>
                  </a:txBody>
                  <a:tcPr marL="50015" marR="50015" marT="25008" marB="25008" anchor="ctr">
                    <a:lnL>
                      <a:noFill/>
                    </a:lnL>
                    <a:lnR>
                      <a:noFill/>
                    </a:lnR>
                    <a:lnT>
                      <a:noFill/>
                    </a:lnT>
                    <a:lnB>
                      <a:noFill/>
                    </a:lnB>
                    <a:noFill/>
                  </a:tcPr>
                </a:tc>
                <a:tc>
                  <a:txBody>
                    <a:bodyPr/>
                    <a:lstStyle/>
                    <a:p>
                      <a:pPr algn="r">
                        <a:buNone/>
                      </a:pPr>
                      <a:r>
                        <a:rPr lang="en-CA" sz="1000">
                          <a:effectLst/>
                        </a:rPr>
                        <a:t>0.692308</a:t>
                      </a:r>
                    </a:p>
                  </a:txBody>
                  <a:tcPr marL="50015" marR="50015" marT="25008" marB="25008" anchor="ctr">
                    <a:lnL>
                      <a:noFill/>
                    </a:lnL>
                    <a:lnR>
                      <a:noFill/>
                    </a:lnR>
                    <a:lnT>
                      <a:noFill/>
                    </a:lnT>
                    <a:lnB>
                      <a:noFill/>
                    </a:lnB>
                    <a:noFill/>
                  </a:tcPr>
                </a:tc>
                <a:tc>
                  <a:txBody>
                    <a:bodyPr/>
                    <a:lstStyle/>
                    <a:p>
                      <a:pPr algn="r">
                        <a:buNone/>
                      </a:pPr>
                      <a:r>
                        <a:rPr lang="en-CA" sz="1000">
                          <a:effectLst/>
                        </a:rPr>
                        <a:t>0.668401</a:t>
                      </a:r>
                    </a:p>
                  </a:txBody>
                  <a:tcPr marL="50015" marR="50015" marT="25008" marB="25008" anchor="ctr">
                    <a:lnL>
                      <a:noFill/>
                    </a:lnL>
                    <a:lnR>
                      <a:noFill/>
                    </a:lnR>
                    <a:lnT>
                      <a:noFill/>
                    </a:lnT>
                    <a:lnB>
                      <a:noFill/>
                    </a:lnB>
                    <a:noFill/>
                  </a:tcPr>
                </a:tc>
                <a:tc>
                  <a:txBody>
                    <a:bodyPr/>
                    <a:lstStyle/>
                    <a:p>
                      <a:pPr algn="r">
                        <a:buNone/>
                      </a:pPr>
                      <a:r>
                        <a:rPr lang="en-CA" sz="1000">
                          <a:effectLst/>
                        </a:rPr>
                        <a:t>0.545455</a:t>
                      </a:r>
                    </a:p>
                  </a:txBody>
                  <a:tcPr marL="50015" marR="50015" marT="25008" marB="25008" anchor="ctr">
                    <a:lnL>
                      <a:noFill/>
                    </a:lnL>
                    <a:lnR>
                      <a:noFill/>
                    </a:lnR>
                    <a:lnT>
                      <a:noFill/>
                    </a:lnT>
                    <a:lnB>
                      <a:noFill/>
                    </a:lnB>
                    <a:noFill/>
                  </a:tcPr>
                </a:tc>
                <a:tc>
                  <a:txBody>
                    <a:bodyPr/>
                    <a:lstStyle/>
                    <a:p>
                      <a:pPr algn="r">
                        <a:buNone/>
                      </a:pPr>
                      <a:r>
                        <a:rPr lang="en-CA" sz="1000" dirty="0">
                          <a:effectLst/>
                        </a:rPr>
                        <a:t>0.767442</a:t>
                      </a:r>
                    </a:p>
                  </a:txBody>
                  <a:tcPr marL="50015" marR="50015" marT="25008" marB="25008" anchor="ctr">
                    <a:lnL>
                      <a:noFill/>
                    </a:lnL>
                    <a:lnR>
                      <a:noFill/>
                    </a:lnR>
                    <a:lnT>
                      <a:noFill/>
                    </a:lnT>
                    <a:lnB>
                      <a:noFill/>
                    </a:lnB>
                    <a:noFill/>
                  </a:tcPr>
                </a:tc>
                <a:extLst>
                  <a:ext uri="{0D108BD9-81ED-4DB2-BD59-A6C34878D82A}">
                    <a16:rowId xmlns:a16="http://schemas.microsoft.com/office/drawing/2014/main" val="365836964"/>
                  </a:ext>
                </a:extLst>
              </a:tr>
            </a:tbl>
          </a:graphicData>
        </a:graphic>
      </p:graphicFrame>
      <mc:AlternateContent xmlns:mc="http://schemas.openxmlformats.org/markup-compatibility/2006">
        <mc:Choice xmlns:p14="http://schemas.microsoft.com/office/powerpoint/2010/main" Requires="p14">
          <p:contentPart p14:bwMode="auto" r:id="rId3">
            <p14:nvContentPartPr>
              <p14:cNvPr id="26" name="Ink 25">
                <a:extLst>
                  <a:ext uri="{FF2B5EF4-FFF2-40B4-BE49-F238E27FC236}">
                    <a16:creationId xmlns:a16="http://schemas.microsoft.com/office/drawing/2014/main" id="{500AA09A-C329-1182-ADEA-DDA4E7FD5EFF}"/>
                  </a:ext>
                </a:extLst>
              </p14:cNvPr>
              <p14:cNvContentPartPr/>
              <p14:nvPr/>
            </p14:nvContentPartPr>
            <p14:xfrm>
              <a:off x="6439894" y="3255461"/>
              <a:ext cx="496080" cy="360"/>
            </p14:xfrm>
          </p:contentPart>
        </mc:Choice>
        <mc:Fallback>
          <p:pic>
            <p:nvPicPr>
              <p:cNvPr id="26" name="Ink 25">
                <a:extLst>
                  <a:ext uri="{FF2B5EF4-FFF2-40B4-BE49-F238E27FC236}">
                    <a16:creationId xmlns:a16="http://schemas.microsoft.com/office/drawing/2014/main" id="{500AA09A-C329-1182-ADEA-DDA4E7FD5EFF}"/>
                  </a:ext>
                </a:extLst>
              </p:cNvPr>
              <p:cNvPicPr/>
              <p:nvPr/>
            </p:nvPicPr>
            <p:blipFill>
              <a:blip r:embed="rId4"/>
              <a:stretch>
                <a:fillRect/>
              </a:stretch>
            </p:blipFill>
            <p:spPr>
              <a:xfrm>
                <a:off x="6386254" y="3147821"/>
                <a:ext cx="603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7" name="Ink 26">
                <a:extLst>
                  <a:ext uri="{FF2B5EF4-FFF2-40B4-BE49-F238E27FC236}">
                    <a16:creationId xmlns:a16="http://schemas.microsoft.com/office/drawing/2014/main" id="{821218DA-F6E8-972C-3885-3CF6CB6D4110}"/>
                  </a:ext>
                </a:extLst>
              </p14:cNvPr>
              <p14:cNvContentPartPr/>
              <p14:nvPr/>
            </p14:nvContentPartPr>
            <p14:xfrm>
              <a:off x="7657774" y="3244661"/>
              <a:ext cx="479880" cy="3240"/>
            </p14:xfrm>
          </p:contentPart>
        </mc:Choice>
        <mc:Fallback>
          <p:pic>
            <p:nvPicPr>
              <p:cNvPr id="27" name="Ink 26">
                <a:extLst>
                  <a:ext uri="{FF2B5EF4-FFF2-40B4-BE49-F238E27FC236}">
                    <a16:creationId xmlns:a16="http://schemas.microsoft.com/office/drawing/2014/main" id="{821218DA-F6E8-972C-3885-3CF6CB6D4110}"/>
                  </a:ext>
                </a:extLst>
              </p:cNvPr>
              <p:cNvPicPr/>
              <p:nvPr/>
            </p:nvPicPr>
            <p:blipFill>
              <a:blip r:embed="rId6"/>
              <a:stretch>
                <a:fillRect/>
              </a:stretch>
            </p:blipFill>
            <p:spPr>
              <a:xfrm>
                <a:off x="7603774" y="3137021"/>
                <a:ext cx="58752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8" name="Ink 27">
                <a:extLst>
                  <a:ext uri="{FF2B5EF4-FFF2-40B4-BE49-F238E27FC236}">
                    <a16:creationId xmlns:a16="http://schemas.microsoft.com/office/drawing/2014/main" id="{2E6C7F0A-4775-A60D-ECCE-8326718C807A}"/>
                  </a:ext>
                </a:extLst>
              </p14:cNvPr>
              <p14:cNvContentPartPr/>
              <p14:nvPr/>
            </p14:nvContentPartPr>
            <p14:xfrm>
              <a:off x="6443134" y="4272821"/>
              <a:ext cx="560880" cy="41760"/>
            </p14:xfrm>
          </p:contentPart>
        </mc:Choice>
        <mc:Fallback>
          <p:pic>
            <p:nvPicPr>
              <p:cNvPr id="28" name="Ink 27">
                <a:extLst>
                  <a:ext uri="{FF2B5EF4-FFF2-40B4-BE49-F238E27FC236}">
                    <a16:creationId xmlns:a16="http://schemas.microsoft.com/office/drawing/2014/main" id="{2E6C7F0A-4775-A60D-ECCE-8326718C807A}"/>
                  </a:ext>
                </a:extLst>
              </p:cNvPr>
              <p:cNvPicPr/>
              <p:nvPr/>
            </p:nvPicPr>
            <p:blipFill>
              <a:blip r:embed="rId8"/>
              <a:stretch>
                <a:fillRect/>
              </a:stretch>
            </p:blipFill>
            <p:spPr>
              <a:xfrm>
                <a:off x="6389494" y="4165181"/>
                <a:ext cx="66852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9" name="Ink 28">
                <a:extLst>
                  <a:ext uri="{FF2B5EF4-FFF2-40B4-BE49-F238E27FC236}">
                    <a16:creationId xmlns:a16="http://schemas.microsoft.com/office/drawing/2014/main" id="{7444EB5F-31CC-2890-A4AC-AC029B2C9727}"/>
                  </a:ext>
                </a:extLst>
              </p14:cNvPr>
              <p14:cNvContentPartPr/>
              <p14:nvPr/>
            </p14:nvContentPartPr>
            <p14:xfrm>
              <a:off x="7591174" y="4280381"/>
              <a:ext cx="535320" cy="15120"/>
            </p14:xfrm>
          </p:contentPart>
        </mc:Choice>
        <mc:Fallback>
          <p:pic>
            <p:nvPicPr>
              <p:cNvPr id="29" name="Ink 28">
                <a:extLst>
                  <a:ext uri="{FF2B5EF4-FFF2-40B4-BE49-F238E27FC236}">
                    <a16:creationId xmlns:a16="http://schemas.microsoft.com/office/drawing/2014/main" id="{7444EB5F-31CC-2890-A4AC-AC029B2C9727}"/>
                  </a:ext>
                </a:extLst>
              </p:cNvPr>
              <p:cNvPicPr/>
              <p:nvPr/>
            </p:nvPicPr>
            <p:blipFill>
              <a:blip r:embed="rId10"/>
              <a:stretch>
                <a:fillRect/>
              </a:stretch>
            </p:blipFill>
            <p:spPr>
              <a:xfrm>
                <a:off x="7537534" y="4172741"/>
                <a:ext cx="64296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0" name="Ink 29">
                <a:extLst>
                  <a:ext uri="{FF2B5EF4-FFF2-40B4-BE49-F238E27FC236}">
                    <a16:creationId xmlns:a16="http://schemas.microsoft.com/office/drawing/2014/main" id="{6CEFA6D0-07CE-A93D-87F7-866FD8A54B79}"/>
                  </a:ext>
                </a:extLst>
              </p14:cNvPr>
              <p14:cNvContentPartPr/>
              <p14:nvPr/>
            </p14:nvContentPartPr>
            <p14:xfrm>
              <a:off x="6436294" y="2956301"/>
              <a:ext cx="508320" cy="15840"/>
            </p14:xfrm>
          </p:contentPart>
        </mc:Choice>
        <mc:Fallback>
          <p:pic>
            <p:nvPicPr>
              <p:cNvPr id="30" name="Ink 29">
                <a:extLst>
                  <a:ext uri="{FF2B5EF4-FFF2-40B4-BE49-F238E27FC236}">
                    <a16:creationId xmlns:a16="http://schemas.microsoft.com/office/drawing/2014/main" id="{6CEFA6D0-07CE-A93D-87F7-866FD8A54B79}"/>
                  </a:ext>
                </a:extLst>
              </p:cNvPr>
              <p:cNvPicPr/>
              <p:nvPr/>
            </p:nvPicPr>
            <p:blipFill>
              <a:blip r:embed="rId12"/>
              <a:stretch>
                <a:fillRect/>
              </a:stretch>
            </p:blipFill>
            <p:spPr>
              <a:xfrm>
                <a:off x="6382294" y="2848661"/>
                <a:ext cx="61596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1" name="Ink 30">
                <a:extLst>
                  <a:ext uri="{FF2B5EF4-FFF2-40B4-BE49-F238E27FC236}">
                    <a16:creationId xmlns:a16="http://schemas.microsoft.com/office/drawing/2014/main" id="{643C9233-FE44-8A93-688D-617191037A47}"/>
                  </a:ext>
                </a:extLst>
              </p14:cNvPr>
              <p14:cNvContentPartPr/>
              <p14:nvPr/>
            </p14:nvContentPartPr>
            <p14:xfrm>
              <a:off x="7606294" y="2959181"/>
              <a:ext cx="555840" cy="10440"/>
            </p14:xfrm>
          </p:contentPart>
        </mc:Choice>
        <mc:Fallback>
          <p:pic>
            <p:nvPicPr>
              <p:cNvPr id="31" name="Ink 30">
                <a:extLst>
                  <a:ext uri="{FF2B5EF4-FFF2-40B4-BE49-F238E27FC236}">
                    <a16:creationId xmlns:a16="http://schemas.microsoft.com/office/drawing/2014/main" id="{643C9233-FE44-8A93-688D-617191037A47}"/>
                  </a:ext>
                </a:extLst>
              </p:cNvPr>
              <p:cNvPicPr/>
              <p:nvPr/>
            </p:nvPicPr>
            <p:blipFill>
              <a:blip r:embed="rId14"/>
              <a:stretch>
                <a:fillRect/>
              </a:stretch>
            </p:blipFill>
            <p:spPr>
              <a:xfrm>
                <a:off x="7552294" y="2851181"/>
                <a:ext cx="66348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2" name="Ink 31">
                <a:extLst>
                  <a:ext uri="{FF2B5EF4-FFF2-40B4-BE49-F238E27FC236}">
                    <a16:creationId xmlns:a16="http://schemas.microsoft.com/office/drawing/2014/main" id="{54EE601D-3251-A0DA-3BBC-2B567B068CB0}"/>
                  </a:ext>
                </a:extLst>
              </p14:cNvPr>
              <p14:cNvContentPartPr/>
              <p14:nvPr/>
            </p14:nvContentPartPr>
            <p14:xfrm>
              <a:off x="8827054" y="5584661"/>
              <a:ext cx="571320" cy="8280"/>
            </p14:xfrm>
          </p:contentPart>
        </mc:Choice>
        <mc:Fallback>
          <p:pic>
            <p:nvPicPr>
              <p:cNvPr id="32" name="Ink 31">
                <a:extLst>
                  <a:ext uri="{FF2B5EF4-FFF2-40B4-BE49-F238E27FC236}">
                    <a16:creationId xmlns:a16="http://schemas.microsoft.com/office/drawing/2014/main" id="{54EE601D-3251-A0DA-3BBC-2B567B068CB0}"/>
                  </a:ext>
                </a:extLst>
              </p:cNvPr>
              <p:cNvPicPr/>
              <p:nvPr/>
            </p:nvPicPr>
            <p:blipFill>
              <a:blip r:embed="rId16"/>
              <a:stretch>
                <a:fillRect/>
              </a:stretch>
            </p:blipFill>
            <p:spPr>
              <a:xfrm>
                <a:off x="8773054" y="5476661"/>
                <a:ext cx="67896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3" name="Ink 32">
                <a:extLst>
                  <a:ext uri="{FF2B5EF4-FFF2-40B4-BE49-F238E27FC236}">
                    <a16:creationId xmlns:a16="http://schemas.microsoft.com/office/drawing/2014/main" id="{B14986A8-86F4-1C91-C238-A6452655477A}"/>
                  </a:ext>
                </a:extLst>
              </p14:cNvPr>
              <p14:cNvContentPartPr/>
              <p14:nvPr/>
            </p14:nvContentPartPr>
            <p14:xfrm>
              <a:off x="8797894" y="5877341"/>
              <a:ext cx="658800" cy="11880"/>
            </p14:xfrm>
          </p:contentPart>
        </mc:Choice>
        <mc:Fallback>
          <p:pic>
            <p:nvPicPr>
              <p:cNvPr id="33" name="Ink 32">
                <a:extLst>
                  <a:ext uri="{FF2B5EF4-FFF2-40B4-BE49-F238E27FC236}">
                    <a16:creationId xmlns:a16="http://schemas.microsoft.com/office/drawing/2014/main" id="{B14986A8-86F4-1C91-C238-A6452655477A}"/>
                  </a:ext>
                </a:extLst>
              </p:cNvPr>
              <p:cNvPicPr/>
              <p:nvPr/>
            </p:nvPicPr>
            <p:blipFill>
              <a:blip r:embed="rId18"/>
              <a:stretch>
                <a:fillRect/>
              </a:stretch>
            </p:blipFill>
            <p:spPr>
              <a:xfrm>
                <a:off x="8744254" y="5769701"/>
                <a:ext cx="76644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34" name="Ink 33">
                <a:extLst>
                  <a:ext uri="{FF2B5EF4-FFF2-40B4-BE49-F238E27FC236}">
                    <a16:creationId xmlns:a16="http://schemas.microsoft.com/office/drawing/2014/main" id="{51D0C672-96BE-1F4D-1C02-F69FC82E46BD}"/>
                  </a:ext>
                </a:extLst>
              </p14:cNvPr>
              <p14:cNvContentPartPr/>
              <p14:nvPr/>
            </p14:nvContentPartPr>
            <p14:xfrm>
              <a:off x="6354574" y="5579981"/>
              <a:ext cx="679680" cy="15480"/>
            </p14:xfrm>
          </p:contentPart>
        </mc:Choice>
        <mc:Fallback>
          <p:pic>
            <p:nvPicPr>
              <p:cNvPr id="34" name="Ink 33">
                <a:extLst>
                  <a:ext uri="{FF2B5EF4-FFF2-40B4-BE49-F238E27FC236}">
                    <a16:creationId xmlns:a16="http://schemas.microsoft.com/office/drawing/2014/main" id="{51D0C672-96BE-1F4D-1C02-F69FC82E46BD}"/>
                  </a:ext>
                </a:extLst>
              </p:cNvPr>
              <p:cNvPicPr/>
              <p:nvPr/>
            </p:nvPicPr>
            <p:blipFill>
              <a:blip r:embed="rId20"/>
              <a:stretch>
                <a:fillRect/>
              </a:stretch>
            </p:blipFill>
            <p:spPr>
              <a:xfrm>
                <a:off x="6300574" y="5472341"/>
                <a:ext cx="78732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35" name="Ink 34">
                <a:extLst>
                  <a:ext uri="{FF2B5EF4-FFF2-40B4-BE49-F238E27FC236}">
                    <a16:creationId xmlns:a16="http://schemas.microsoft.com/office/drawing/2014/main" id="{3DB7248D-1F22-4BD4-9E68-4CCEAD582403}"/>
                  </a:ext>
                </a:extLst>
              </p14:cNvPr>
              <p14:cNvContentPartPr/>
              <p14:nvPr/>
            </p14:nvContentPartPr>
            <p14:xfrm>
              <a:off x="6453214" y="5868701"/>
              <a:ext cx="614160" cy="360"/>
            </p14:xfrm>
          </p:contentPart>
        </mc:Choice>
        <mc:Fallback>
          <p:pic>
            <p:nvPicPr>
              <p:cNvPr id="35" name="Ink 34">
                <a:extLst>
                  <a:ext uri="{FF2B5EF4-FFF2-40B4-BE49-F238E27FC236}">
                    <a16:creationId xmlns:a16="http://schemas.microsoft.com/office/drawing/2014/main" id="{3DB7248D-1F22-4BD4-9E68-4CCEAD582403}"/>
                  </a:ext>
                </a:extLst>
              </p:cNvPr>
              <p:cNvPicPr/>
              <p:nvPr/>
            </p:nvPicPr>
            <p:blipFill>
              <a:blip r:embed="rId22"/>
              <a:stretch>
                <a:fillRect/>
              </a:stretch>
            </p:blipFill>
            <p:spPr>
              <a:xfrm>
                <a:off x="6399214" y="5760701"/>
                <a:ext cx="7218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6" name="Ink 35">
                <a:extLst>
                  <a:ext uri="{FF2B5EF4-FFF2-40B4-BE49-F238E27FC236}">
                    <a16:creationId xmlns:a16="http://schemas.microsoft.com/office/drawing/2014/main" id="{B0A63378-2535-0135-2373-F2B94F92C8CF}"/>
                  </a:ext>
                </a:extLst>
              </p14:cNvPr>
              <p14:cNvContentPartPr/>
              <p14:nvPr/>
            </p14:nvContentPartPr>
            <p14:xfrm>
              <a:off x="7598734" y="5626781"/>
              <a:ext cx="560880" cy="360"/>
            </p14:xfrm>
          </p:contentPart>
        </mc:Choice>
        <mc:Fallback>
          <p:pic>
            <p:nvPicPr>
              <p:cNvPr id="36" name="Ink 35">
                <a:extLst>
                  <a:ext uri="{FF2B5EF4-FFF2-40B4-BE49-F238E27FC236}">
                    <a16:creationId xmlns:a16="http://schemas.microsoft.com/office/drawing/2014/main" id="{B0A63378-2535-0135-2373-F2B94F92C8CF}"/>
                  </a:ext>
                </a:extLst>
              </p:cNvPr>
              <p:cNvPicPr/>
              <p:nvPr/>
            </p:nvPicPr>
            <p:blipFill>
              <a:blip r:embed="rId24"/>
              <a:stretch>
                <a:fillRect/>
              </a:stretch>
            </p:blipFill>
            <p:spPr>
              <a:xfrm>
                <a:off x="7544734" y="5518781"/>
                <a:ext cx="668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7" name="Ink 36">
                <a:extLst>
                  <a:ext uri="{FF2B5EF4-FFF2-40B4-BE49-F238E27FC236}">
                    <a16:creationId xmlns:a16="http://schemas.microsoft.com/office/drawing/2014/main" id="{56128C22-6ED7-9CE3-46B6-6F3576A5DECB}"/>
                  </a:ext>
                </a:extLst>
              </p14:cNvPr>
              <p14:cNvContentPartPr/>
              <p14:nvPr/>
            </p14:nvContentPartPr>
            <p14:xfrm>
              <a:off x="7596934" y="5897141"/>
              <a:ext cx="549720" cy="3600"/>
            </p14:xfrm>
          </p:contentPart>
        </mc:Choice>
        <mc:Fallback>
          <p:pic>
            <p:nvPicPr>
              <p:cNvPr id="37" name="Ink 36">
                <a:extLst>
                  <a:ext uri="{FF2B5EF4-FFF2-40B4-BE49-F238E27FC236}">
                    <a16:creationId xmlns:a16="http://schemas.microsoft.com/office/drawing/2014/main" id="{56128C22-6ED7-9CE3-46B6-6F3576A5DECB}"/>
                  </a:ext>
                </a:extLst>
              </p:cNvPr>
              <p:cNvPicPr/>
              <p:nvPr/>
            </p:nvPicPr>
            <p:blipFill>
              <a:blip r:embed="rId26"/>
              <a:stretch>
                <a:fillRect/>
              </a:stretch>
            </p:blipFill>
            <p:spPr>
              <a:xfrm>
                <a:off x="7543294" y="5789141"/>
                <a:ext cx="65736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8" name="Ink 37">
                <a:extLst>
                  <a:ext uri="{FF2B5EF4-FFF2-40B4-BE49-F238E27FC236}">
                    <a16:creationId xmlns:a16="http://schemas.microsoft.com/office/drawing/2014/main" id="{AAE70CDE-7B70-D79E-025E-198373D6474C}"/>
                  </a:ext>
                </a:extLst>
              </p14:cNvPr>
              <p14:cNvContentPartPr/>
              <p14:nvPr/>
            </p14:nvContentPartPr>
            <p14:xfrm>
              <a:off x="8881774" y="3481181"/>
              <a:ext cx="531720" cy="360"/>
            </p14:xfrm>
          </p:contentPart>
        </mc:Choice>
        <mc:Fallback>
          <p:pic>
            <p:nvPicPr>
              <p:cNvPr id="38" name="Ink 37">
                <a:extLst>
                  <a:ext uri="{FF2B5EF4-FFF2-40B4-BE49-F238E27FC236}">
                    <a16:creationId xmlns:a16="http://schemas.microsoft.com/office/drawing/2014/main" id="{AAE70CDE-7B70-D79E-025E-198373D6474C}"/>
                  </a:ext>
                </a:extLst>
              </p:cNvPr>
              <p:cNvPicPr/>
              <p:nvPr/>
            </p:nvPicPr>
            <p:blipFill>
              <a:blip r:embed="rId28"/>
              <a:stretch>
                <a:fillRect/>
              </a:stretch>
            </p:blipFill>
            <p:spPr>
              <a:xfrm>
                <a:off x="8827774" y="3373181"/>
                <a:ext cx="639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39" name="Ink 38">
                <a:extLst>
                  <a:ext uri="{FF2B5EF4-FFF2-40B4-BE49-F238E27FC236}">
                    <a16:creationId xmlns:a16="http://schemas.microsoft.com/office/drawing/2014/main" id="{2F06CD23-A2E0-11E9-E76A-FE3C861DC570}"/>
                  </a:ext>
                </a:extLst>
              </p14:cNvPr>
              <p14:cNvContentPartPr/>
              <p14:nvPr/>
            </p14:nvContentPartPr>
            <p14:xfrm>
              <a:off x="8861614" y="3786101"/>
              <a:ext cx="533520" cy="12240"/>
            </p14:xfrm>
          </p:contentPart>
        </mc:Choice>
        <mc:Fallback>
          <p:pic>
            <p:nvPicPr>
              <p:cNvPr id="39" name="Ink 38">
                <a:extLst>
                  <a:ext uri="{FF2B5EF4-FFF2-40B4-BE49-F238E27FC236}">
                    <a16:creationId xmlns:a16="http://schemas.microsoft.com/office/drawing/2014/main" id="{2F06CD23-A2E0-11E9-E76A-FE3C861DC570}"/>
                  </a:ext>
                </a:extLst>
              </p:cNvPr>
              <p:cNvPicPr/>
              <p:nvPr/>
            </p:nvPicPr>
            <p:blipFill>
              <a:blip r:embed="rId30"/>
              <a:stretch>
                <a:fillRect/>
              </a:stretch>
            </p:blipFill>
            <p:spPr>
              <a:xfrm>
                <a:off x="8807974" y="3678101"/>
                <a:ext cx="64116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40" name="Ink 39">
                <a:extLst>
                  <a:ext uri="{FF2B5EF4-FFF2-40B4-BE49-F238E27FC236}">
                    <a16:creationId xmlns:a16="http://schemas.microsoft.com/office/drawing/2014/main" id="{4079355B-2211-5C7F-8E71-F637632944D7}"/>
                  </a:ext>
                </a:extLst>
              </p14:cNvPr>
              <p14:cNvContentPartPr/>
              <p14:nvPr/>
            </p14:nvContentPartPr>
            <p14:xfrm>
              <a:off x="8805094" y="2499101"/>
              <a:ext cx="567000" cy="360"/>
            </p14:xfrm>
          </p:contentPart>
        </mc:Choice>
        <mc:Fallback>
          <p:pic>
            <p:nvPicPr>
              <p:cNvPr id="40" name="Ink 39">
                <a:extLst>
                  <a:ext uri="{FF2B5EF4-FFF2-40B4-BE49-F238E27FC236}">
                    <a16:creationId xmlns:a16="http://schemas.microsoft.com/office/drawing/2014/main" id="{4079355B-2211-5C7F-8E71-F637632944D7}"/>
                  </a:ext>
                </a:extLst>
              </p:cNvPr>
              <p:cNvPicPr/>
              <p:nvPr/>
            </p:nvPicPr>
            <p:blipFill>
              <a:blip r:embed="rId32"/>
              <a:stretch>
                <a:fillRect/>
              </a:stretch>
            </p:blipFill>
            <p:spPr>
              <a:xfrm>
                <a:off x="8751454" y="2391461"/>
                <a:ext cx="6746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41" name="Ink 40">
                <a:extLst>
                  <a:ext uri="{FF2B5EF4-FFF2-40B4-BE49-F238E27FC236}">
                    <a16:creationId xmlns:a16="http://schemas.microsoft.com/office/drawing/2014/main" id="{D2827DE6-65C2-B940-2941-F61170145ECE}"/>
                  </a:ext>
                </a:extLst>
              </p14:cNvPr>
              <p14:cNvContentPartPr/>
              <p14:nvPr/>
            </p14:nvContentPartPr>
            <p14:xfrm>
              <a:off x="8824534" y="1410461"/>
              <a:ext cx="516960" cy="360"/>
            </p14:xfrm>
          </p:contentPart>
        </mc:Choice>
        <mc:Fallback>
          <p:pic>
            <p:nvPicPr>
              <p:cNvPr id="41" name="Ink 40">
                <a:extLst>
                  <a:ext uri="{FF2B5EF4-FFF2-40B4-BE49-F238E27FC236}">
                    <a16:creationId xmlns:a16="http://schemas.microsoft.com/office/drawing/2014/main" id="{D2827DE6-65C2-B940-2941-F61170145ECE}"/>
                  </a:ext>
                </a:extLst>
              </p:cNvPr>
              <p:cNvPicPr/>
              <p:nvPr/>
            </p:nvPicPr>
            <p:blipFill>
              <a:blip r:embed="rId34"/>
              <a:stretch>
                <a:fillRect/>
              </a:stretch>
            </p:blipFill>
            <p:spPr>
              <a:xfrm>
                <a:off x="8770534" y="1302821"/>
                <a:ext cx="6246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42" name="Ink 41">
                <a:extLst>
                  <a:ext uri="{FF2B5EF4-FFF2-40B4-BE49-F238E27FC236}">
                    <a16:creationId xmlns:a16="http://schemas.microsoft.com/office/drawing/2014/main" id="{79EF5306-0D8D-28DC-C9E1-B28FF7373A29}"/>
                  </a:ext>
                </a:extLst>
              </p14:cNvPr>
              <p14:cNvContentPartPr/>
              <p14:nvPr/>
            </p14:nvContentPartPr>
            <p14:xfrm>
              <a:off x="8813734" y="1611701"/>
              <a:ext cx="498600" cy="12600"/>
            </p14:xfrm>
          </p:contentPart>
        </mc:Choice>
        <mc:Fallback>
          <p:pic>
            <p:nvPicPr>
              <p:cNvPr id="42" name="Ink 41">
                <a:extLst>
                  <a:ext uri="{FF2B5EF4-FFF2-40B4-BE49-F238E27FC236}">
                    <a16:creationId xmlns:a16="http://schemas.microsoft.com/office/drawing/2014/main" id="{79EF5306-0D8D-28DC-C9E1-B28FF7373A29}"/>
                  </a:ext>
                </a:extLst>
              </p:cNvPr>
              <p:cNvPicPr/>
              <p:nvPr/>
            </p:nvPicPr>
            <p:blipFill>
              <a:blip r:embed="rId36"/>
              <a:stretch>
                <a:fillRect/>
              </a:stretch>
            </p:blipFill>
            <p:spPr>
              <a:xfrm>
                <a:off x="8760094" y="1504061"/>
                <a:ext cx="60624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43" name="Ink 42">
                <a:extLst>
                  <a:ext uri="{FF2B5EF4-FFF2-40B4-BE49-F238E27FC236}">
                    <a16:creationId xmlns:a16="http://schemas.microsoft.com/office/drawing/2014/main" id="{1DF196BA-31D5-A8BD-F05B-698F35171492}"/>
                  </a:ext>
                </a:extLst>
              </p14:cNvPr>
              <p14:cNvContentPartPr/>
              <p14:nvPr/>
            </p14:nvContentPartPr>
            <p14:xfrm>
              <a:off x="8860534" y="4570541"/>
              <a:ext cx="489960" cy="9360"/>
            </p14:xfrm>
          </p:contentPart>
        </mc:Choice>
        <mc:Fallback>
          <p:pic>
            <p:nvPicPr>
              <p:cNvPr id="43" name="Ink 42">
                <a:extLst>
                  <a:ext uri="{FF2B5EF4-FFF2-40B4-BE49-F238E27FC236}">
                    <a16:creationId xmlns:a16="http://schemas.microsoft.com/office/drawing/2014/main" id="{1DF196BA-31D5-A8BD-F05B-698F35171492}"/>
                  </a:ext>
                </a:extLst>
              </p:cNvPr>
              <p:cNvPicPr/>
              <p:nvPr/>
            </p:nvPicPr>
            <p:blipFill>
              <a:blip r:embed="rId38"/>
              <a:stretch>
                <a:fillRect/>
              </a:stretch>
            </p:blipFill>
            <p:spPr>
              <a:xfrm>
                <a:off x="8806894" y="4462901"/>
                <a:ext cx="59760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4" name="Ink 43">
                <a:extLst>
                  <a:ext uri="{FF2B5EF4-FFF2-40B4-BE49-F238E27FC236}">
                    <a16:creationId xmlns:a16="http://schemas.microsoft.com/office/drawing/2014/main" id="{56070BDE-055D-54B9-D46C-FDCF4D841766}"/>
                  </a:ext>
                </a:extLst>
              </p14:cNvPr>
              <p14:cNvContentPartPr/>
              <p14:nvPr/>
            </p14:nvContentPartPr>
            <p14:xfrm>
              <a:off x="8780614" y="4793021"/>
              <a:ext cx="639360" cy="33120"/>
            </p14:xfrm>
          </p:contentPart>
        </mc:Choice>
        <mc:Fallback>
          <p:pic>
            <p:nvPicPr>
              <p:cNvPr id="44" name="Ink 43">
                <a:extLst>
                  <a:ext uri="{FF2B5EF4-FFF2-40B4-BE49-F238E27FC236}">
                    <a16:creationId xmlns:a16="http://schemas.microsoft.com/office/drawing/2014/main" id="{56070BDE-055D-54B9-D46C-FDCF4D841766}"/>
                  </a:ext>
                </a:extLst>
              </p:cNvPr>
              <p:cNvPicPr/>
              <p:nvPr/>
            </p:nvPicPr>
            <p:blipFill>
              <a:blip r:embed="rId40"/>
              <a:stretch>
                <a:fillRect/>
              </a:stretch>
            </p:blipFill>
            <p:spPr>
              <a:xfrm>
                <a:off x="8726974" y="4685381"/>
                <a:ext cx="747000" cy="248760"/>
              </a:xfrm>
              <a:prstGeom prst="rect">
                <a:avLst/>
              </a:prstGeom>
            </p:spPr>
          </p:pic>
        </mc:Fallback>
      </mc:AlternateContent>
    </p:spTree>
    <p:extLst>
      <p:ext uri="{BB962C8B-B14F-4D97-AF65-F5344CB8AC3E}">
        <p14:creationId xmlns:p14="http://schemas.microsoft.com/office/powerpoint/2010/main" val="3274197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9B22D-2E79-37BB-E128-6C279FB8F820}"/>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70F5DAD-3CD0-704C-679A-F9ED56112BA2}"/>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 Intensity</a:t>
            </a:r>
            <a:r>
              <a:rPr lang="en-US" dirty="0"/>
              <a:t>)</a:t>
            </a:r>
          </a:p>
        </p:txBody>
      </p:sp>
      <p:sp>
        <p:nvSpPr>
          <p:cNvPr id="2" name="TextBox 1">
            <a:extLst>
              <a:ext uri="{FF2B5EF4-FFF2-40B4-BE49-F238E27FC236}">
                <a16:creationId xmlns:a16="http://schemas.microsoft.com/office/drawing/2014/main" id="{EF99A268-2420-B6DF-282C-FC4229A2AA4D}"/>
              </a:ext>
            </a:extLst>
          </p:cNvPr>
          <p:cNvSpPr txBox="1"/>
          <p:nvPr/>
        </p:nvSpPr>
        <p:spPr>
          <a:xfrm>
            <a:off x="8737257" y="94389"/>
            <a:ext cx="2545492" cy="461665"/>
          </a:xfrm>
          <a:prstGeom prst="rect">
            <a:avLst/>
          </a:prstGeom>
          <a:noFill/>
        </p:spPr>
        <p:txBody>
          <a:bodyPr wrap="square" rtlCol="0">
            <a:spAutoFit/>
          </a:bodyPr>
          <a:lstStyle/>
          <a:p>
            <a:r>
              <a:rPr lang="en-US" sz="2400" b="1" dirty="0">
                <a:solidFill>
                  <a:srgbClr val="0070C0"/>
                </a:solidFill>
              </a:rPr>
              <a:t>Phase 2</a:t>
            </a:r>
          </a:p>
        </p:txBody>
      </p:sp>
      <p:pic>
        <p:nvPicPr>
          <p:cNvPr id="3" name="Picture 2">
            <a:extLst>
              <a:ext uri="{FF2B5EF4-FFF2-40B4-BE49-F238E27FC236}">
                <a16:creationId xmlns:a16="http://schemas.microsoft.com/office/drawing/2014/main" id="{CA3B11B0-F9D2-0E1C-563F-65F5E21D31B3}"/>
              </a:ext>
            </a:extLst>
          </p:cNvPr>
          <p:cNvPicPr>
            <a:picLocks noChangeAspect="1"/>
          </p:cNvPicPr>
          <p:nvPr/>
        </p:nvPicPr>
        <p:blipFill>
          <a:blip r:embed="rId3"/>
          <a:stretch>
            <a:fillRect/>
          </a:stretch>
        </p:blipFill>
        <p:spPr>
          <a:xfrm>
            <a:off x="44462" y="2311810"/>
            <a:ext cx="12103075" cy="900946"/>
          </a:xfrm>
          <a:prstGeom prst="rect">
            <a:avLst/>
          </a:prstGeom>
        </p:spPr>
      </p:pic>
      <p:sp>
        <p:nvSpPr>
          <p:cNvPr id="4" name="TextBox 3">
            <a:extLst>
              <a:ext uri="{FF2B5EF4-FFF2-40B4-BE49-F238E27FC236}">
                <a16:creationId xmlns:a16="http://schemas.microsoft.com/office/drawing/2014/main" id="{B36A0954-489C-F350-C80F-3EF4FADA95BD}"/>
              </a:ext>
            </a:extLst>
          </p:cNvPr>
          <p:cNvSpPr txBox="1"/>
          <p:nvPr/>
        </p:nvSpPr>
        <p:spPr>
          <a:xfrm>
            <a:off x="10900717" y="186723"/>
            <a:ext cx="1223319" cy="369332"/>
          </a:xfrm>
          <a:prstGeom prst="rect">
            <a:avLst/>
          </a:prstGeom>
          <a:noFill/>
        </p:spPr>
        <p:txBody>
          <a:bodyPr wrap="square" rtlCol="0">
            <a:spAutoFit/>
          </a:bodyPr>
          <a:lstStyle/>
          <a:p>
            <a:r>
              <a:rPr lang="en-US" dirty="0"/>
              <a:t>V18. xlsx</a:t>
            </a:r>
          </a:p>
        </p:txBody>
      </p:sp>
      <p:sp>
        <p:nvSpPr>
          <p:cNvPr id="5" name="TextBox 4">
            <a:extLst>
              <a:ext uri="{FF2B5EF4-FFF2-40B4-BE49-F238E27FC236}">
                <a16:creationId xmlns:a16="http://schemas.microsoft.com/office/drawing/2014/main" id="{C20E1317-E591-C71B-1A55-F8D48BD89A96}"/>
              </a:ext>
            </a:extLst>
          </p:cNvPr>
          <p:cNvSpPr txBox="1"/>
          <p:nvPr/>
        </p:nvSpPr>
        <p:spPr>
          <a:xfrm>
            <a:off x="667266" y="4506846"/>
            <a:ext cx="4411362" cy="923330"/>
          </a:xfrm>
          <a:prstGeom prst="rect">
            <a:avLst/>
          </a:prstGeom>
          <a:noFill/>
        </p:spPr>
        <p:txBody>
          <a:bodyPr wrap="square" rtlCol="0">
            <a:spAutoFit/>
          </a:bodyPr>
          <a:lstStyle/>
          <a:p>
            <a:r>
              <a:rPr lang="en-US" dirty="0"/>
              <a:t>Stratified K Fold</a:t>
            </a:r>
          </a:p>
          <a:p>
            <a:r>
              <a:rPr lang="en-US" dirty="0"/>
              <a:t>Class Weight Loss</a:t>
            </a:r>
          </a:p>
          <a:p>
            <a:r>
              <a:rPr lang="en-US" dirty="0"/>
              <a:t>No Weighted Sampling</a:t>
            </a:r>
          </a:p>
        </p:txBody>
      </p:sp>
      <p:sp>
        <p:nvSpPr>
          <p:cNvPr id="8" name="TextBox 7">
            <a:extLst>
              <a:ext uri="{FF2B5EF4-FFF2-40B4-BE49-F238E27FC236}">
                <a16:creationId xmlns:a16="http://schemas.microsoft.com/office/drawing/2014/main" id="{E82804F9-8CAB-FB7D-FF3E-51066B851A96}"/>
              </a:ext>
            </a:extLst>
          </p:cNvPr>
          <p:cNvSpPr txBox="1"/>
          <p:nvPr/>
        </p:nvSpPr>
        <p:spPr>
          <a:xfrm>
            <a:off x="3207620" y="834481"/>
            <a:ext cx="6098058" cy="1477328"/>
          </a:xfrm>
          <a:prstGeom prst="rect">
            <a:avLst/>
          </a:prstGeom>
          <a:noFill/>
        </p:spPr>
        <p:txBody>
          <a:bodyPr wrap="square">
            <a:spAutoFit/>
          </a:bodyPr>
          <a:lstStyle/>
          <a:p>
            <a:pPr>
              <a:buNone/>
            </a:pPr>
            <a:r>
              <a:rPr lang="en-CA" sz="1800" dirty="0">
                <a:solidFill>
                  <a:srgbClr val="000000"/>
                </a:solidFill>
                <a:effectLst/>
                <a:latin typeface="-webkit-standard"/>
                <a:ea typeface="Aptos" panose="020B0004020202020204" pitchFamily="34" charset="0"/>
                <a:cs typeface="Times New Roman" panose="02020603050405020304" pitchFamily="18" charset="0"/>
              </a:rPr>
              <a:t>“Model performance varies substantially across folds, with F1 scores for dependence ranging from 0.00 to 0.84. This instability reflects the heterogeneity and contextual nature of dependence language, which is not uniformly distributed across training samples.”</a:t>
            </a:r>
            <a:endParaRPr lang="en-CA" sz="16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72922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168E2-4C08-0F17-473A-6880C66F772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823D66A-2666-677E-60DA-F7B7EF08D3B9}"/>
              </a:ext>
            </a:extLst>
          </p:cNvPr>
          <p:cNvSpPr txBox="1"/>
          <p:nvPr/>
        </p:nvSpPr>
        <p:spPr>
          <a:xfrm>
            <a:off x="9095608" y="125106"/>
            <a:ext cx="1513691" cy="461665"/>
          </a:xfrm>
          <a:prstGeom prst="rect">
            <a:avLst/>
          </a:prstGeom>
          <a:noFill/>
        </p:spPr>
        <p:txBody>
          <a:bodyPr wrap="square" rtlCol="0">
            <a:spAutoFit/>
          </a:bodyPr>
          <a:lstStyle/>
          <a:p>
            <a:r>
              <a:rPr lang="en-US" sz="2400" b="1" dirty="0">
                <a:solidFill>
                  <a:srgbClr val="0070C0"/>
                </a:solidFill>
              </a:rPr>
              <a:t>Phase 2</a:t>
            </a:r>
          </a:p>
        </p:txBody>
      </p:sp>
      <p:sp>
        <p:nvSpPr>
          <p:cNvPr id="10" name="TextBox 9">
            <a:extLst>
              <a:ext uri="{FF2B5EF4-FFF2-40B4-BE49-F238E27FC236}">
                <a16:creationId xmlns:a16="http://schemas.microsoft.com/office/drawing/2014/main" id="{8F009FA6-2FEB-C0D8-C8E2-3CF1C6827442}"/>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graphicFrame>
        <p:nvGraphicFramePr>
          <p:cNvPr id="3" name="Table 2">
            <a:extLst>
              <a:ext uri="{FF2B5EF4-FFF2-40B4-BE49-F238E27FC236}">
                <a16:creationId xmlns:a16="http://schemas.microsoft.com/office/drawing/2014/main" id="{53A6B2B3-CF72-D7FE-76FA-B05BD5A20729}"/>
              </a:ext>
            </a:extLst>
          </p:cNvPr>
          <p:cNvGraphicFramePr>
            <a:graphicFrameLocks noGrp="1"/>
          </p:cNvGraphicFramePr>
          <p:nvPr/>
        </p:nvGraphicFramePr>
        <p:xfrm>
          <a:off x="1527240" y="992654"/>
          <a:ext cx="8197528" cy="5432853"/>
        </p:xfrm>
        <a:graphic>
          <a:graphicData uri="http://schemas.openxmlformats.org/drawingml/2006/table">
            <a:tbl>
              <a:tblPr/>
              <a:tblGrid>
                <a:gridCol w="1024691">
                  <a:extLst>
                    <a:ext uri="{9D8B030D-6E8A-4147-A177-3AD203B41FA5}">
                      <a16:colId xmlns:a16="http://schemas.microsoft.com/office/drawing/2014/main" val="2730222648"/>
                    </a:ext>
                  </a:extLst>
                </a:gridCol>
                <a:gridCol w="1024691">
                  <a:extLst>
                    <a:ext uri="{9D8B030D-6E8A-4147-A177-3AD203B41FA5}">
                      <a16:colId xmlns:a16="http://schemas.microsoft.com/office/drawing/2014/main" val="346159988"/>
                    </a:ext>
                  </a:extLst>
                </a:gridCol>
                <a:gridCol w="1024691">
                  <a:extLst>
                    <a:ext uri="{9D8B030D-6E8A-4147-A177-3AD203B41FA5}">
                      <a16:colId xmlns:a16="http://schemas.microsoft.com/office/drawing/2014/main" val="4006388517"/>
                    </a:ext>
                  </a:extLst>
                </a:gridCol>
                <a:gridCol w="1024691">
                  <a:extLst>
                    <a:ext uri="{9D8B030D-6E8A-4147-A177-3AD203B41FA5}">
                      <a16:colId xmlns:a16="http://schemas.microsoft.com/office/drawing/2014/main" val="31477690"/>
                    </a:ext>
                  </a:extLst>
                </a:gridCol>
                <a:gridCol w="1024691">
                  <a:extLst>
                    <a:ext uri="{9D8B030D-6E8A-4147-A177-3AD203B41FA5}">
                      <a16:colId xmlns:a16="http://schemas.microsoft.com/office/drawing/2014/main" val="4039890800"/>
                    </a:ext>
                  </a:extLst>
                </a:gridCol>
                <a:gridCol w="1024691">
                  <a:extLst>
                    <a:ext uri="{9D8B030D-6E8A-4147-A177-3AD203B41FA5}">
                      <a16:colId xmlns:a16="http://schemas.microsoft.com/office/drawing/2014/main" val="4143777945"/>
                    </a:ext>
                  </a:extLst>
                </a:gridCol>
                <a:gridCol w="1024691">
                  <a:extLst>
                    <a:ext uri="{9D8B030D-6E8A-4147-A177-3AD203B41FA5}">
                      <a16:colId xmlns:a16="http://schemas.microsoft.com/office/drawing/2014/main" val="3155753220"/>
                    </a:ext>
                  </a:extLst>
                </a:gridCol>
                <a:gridCol w="1024691">
                  <a:extLst>
                    <a:ext uri="{9D8B030D-6E8A-4147-A177-3AD203B41FA5}">
                      <a16:colId xmlns:a16="http://schemas.microsoft.com/office/drawing/2014/main" val="869689610"/>
                    </a:ext>
                  </a:extLst>
                </a:gridCol>
              </a:tblGrid>
              <a:tr h="437793">
                <a:tc>
                  <a:txBody>
                    <a:bodyPr/>
                    <a:lstStyle/>
                    <a:p>
                      <a:pPr algn="r">
                        <a:buNone/>
                      </a:pPr>
                      <a:endParaRPr lang="en-CA" sz="1000" b="1">
                        <a:effectLst/>
                      </a:endParaRPr>
                    </a:p>
                  </a:txBody>
                  <a:tcPr marL="50015" marR="50015" marT="25008" marB="25008" anchor="ctr">
                    <a:lnL>
                      <a:noFill/>
                    </a:lnL>
                    <a:lnR>
                      <a:noFill/>
                    </a:lnR>
                    <a:lnT>
                      <a:noFill/>
                    </a:lnT>
                    <a:lnB>
                      <a:noFill/>
                    </a:lnB>
                    <a:noFill/>
                  </a:tcPr>
                </a:tc>
                <a:tc>
                  <a:txBody>
                    <a:bodyPr/>
                    <a:lstStyle/>
                    <a:p>
                      <a:pPr algn="r">
                        <a:buNone/>
                      </a:pPr>
                      <a:r>
                        <a:rPr lang="en-CA" sz="1000" b="1">
                          <a:effectLst/>
                        </a:rPr>
                        <a:t>fold</a:t>
                      </a:r>
                    </a:p>
                  </a:txBody>
                  <a:tcPr marL="50015" marR="50015" marT="25008" marB="25008" anchor="ctr">
                    <a:lnL>
                      <a:noFill/>
                    </a:lnL>
                    <a:lnR>
                      <a:noFill/>
                    </a:lnR>
                    <a:lnT>
                      <a:noFill/>
                    </a:lnT>
                    <a:lnB>
                      <a:noFill/>
                    </a:lnB>
                    <a:noFill/>
                  </a:tcPr>
                </a:tc>
                <a:tc>
                  <a:txBody>
                    <a:bodyPr/>
                    <a:lstStyle/>
                    <a:p>
                      <a:pPr algn="r">
                        <a:buNone/>
                      </a:pPr>
                      <a:r>
                        <a:rPr lang="en-CA" sz="1000" b="1">
                          <a:effectLst/>
                        </a:rPr>
                        <a:t>Train Loss</a:t>
                      </a:r>
                    </a:p>
                  </a:txBody>
                  <a:tcPr marL="50015" marR="50015" marT="25008" marB="25008" anchor="ctr">
                    <a:lnL>
                      <a:noFill/>
                    </a:lnL>
                    <a:lnR>
                      <a:noFill/>
                    </a:lnR>
                    <a:lnT>
                      <a:noFill/>
                    </a:lnT>
                    <a:lnB>
                      <a:noFill/>
                    </a:lnB>
                    <a:noFill/>
                  </a:tcPr>
                </a:tc>
                <a:tc>
                  <a:txBody>
                    <a:bodyPr/>
                    <a:lstStyle/>
                    <a:p>
                      <a:pPr algn="r">
                        <a:buNone/>
                      </a:pPr>
                      <a:r>
                        <a:rPr lang="en-CA" sz="1000" b="1">
                          <a:effectLst/>
                        </a:rPr>
                        <a:t>Val Loss</a:t>
                      </a:r>
                    </a:p>
                  </a:txBody>
                  <a:tcPr marL="50015" marR="50015" marT="25008" marB="25008" anchor="ctr">
                    <a:lnL>
                      <a:noFill/>
                    </a:lnL>
                    <a:lnR>
                      <a:noFill/>
                    </a:lnR>
                    <a:lnT>
                      <a:noFill/>
                    </a:lnT>
                    <a:lnB>
                      <a:noFill/>
                    </a:lnB>
                    <a:noFill/>
                  </a:tcPr>
                </a:tc>
                <a:tc>
                  <a:txBody>
                    <a:bodyPr/>
                    <a:lstStyle/>
                    <a:p>
                      <a:pPr algn="r">
                        <a:buNone/>
                      </a:pPr>
                      <a:r>
                        <a:rPr lang="en-CA" sz="1000" b="1">
                          <a:effectLst/>
                        </a:rPr>
                        <a:t>Accuracy</a:t>
                      </a:r>
                    </a:p>
                  </a:txBody>
                  <a:tcPr marL="50015" marR="50015" marT="25008" marB="25008" anchor="ctr">
                    <a:lnL>
                      <a:noFill/>
                    </a:lnL>
                    <a:lnR>
                      <a:noFill/>
                    </a:lnR>
                    <a:lnT>
                      <a:noFill/>
                    </a:lnT>
                    <a:lnB>
                      <a:noFill/>
                    </a:lnB>
                    <a:noFill/>
                  </a:tcPr>
                </a:tc>
                <a:tc>
                  <a:txBody>
                    <a:bodyPr/>
                    <a:lstStyle/>
                    <a:p>
                      <a:pPr algn="r">
                        <a:buNone/>
                      </a:pPr>
                      <a:r>
                        <a:rPr lang="en-CA" sz="1000" b="1">
                          <a:effectLst/>
                        </a:rPr>
                        <a:t>Weighted F1</a:t>
                      </a:r>
                    </a:p>
                  </a:txBody>
                  <a:tcPr marL="50015" marR="50015" marT="25008" marB="25008" anchor="ctr">
                    <a:lnL>
                      <a:noFill/>
                    </a:lnL>
                    <a:lnR>
                      <a:noFill/>
                    </a:lnR>
                    <a:lnT>
                      <a:noFill/>
                    </a:lnT>
                    <a:lnB>
                      <a:noFill/>
                    </a:lnB>
                    <a:noFill/>
                  </a:tcPr>
                </a:tc>
                <a:tc>
                  <a:txBody>
                    <a:bodyPr/>
                    <a:lstStyle/>
                    <a:p>
                      <a:pPr algn="r">
                        <a:buNone/>
                      </a:pPr>
                      <a:r>
                        <a:rPr lang="en-CA" sz="1000" b="1">
                          <a:effectLst/>
                        </a:rPr>
                        <a:t>F1_0</a:t>
                      </a:r>
                    </a:p>
                  </a:txBody>
                  <a:tcPr marL="50015" marR="50015" marT="25008" marB="25008" anchor="ctr">
                    <a:lnL>
                      <a:noFill/>
                    </a:lnL>
                    <a:lnR>
                      <a:noFill/>
                    </a:lnR>
                    <a:lnT>
                      <a:noFill/>
                    </a:lnT>
                    <a:lnB>
                      <a:noFill/>
                    </a:lnB>
                    <a:noFill/>
                  </a:tcPr>
                </a:tc>
                <a:tc>
                  <a:txBody>
                    <a:bodyPr/>
                    <a:lstStyle/>
                    <a:p>
                      <a:pPr algn="r">
                        <a:buNone/>
                      </a:pPr>
                      <a:r>
                        <a:rPr lang="en-CA" sz="1000" b="1">
                          <a:effectLst/>
                        </a:rPr>
                        <a:t>F1_1</a:t>
                      </a:r>
                    </a:p>
                  </a:txBody>
                  <a:tcPr marL="50015" marR="50015" marT="25008" marB="25008" anchor="ctr">
                    <a:lnL>
                      <a:noFill/>
                    </a:lnL>
                    <a:lnR>
                      <a:noFill/>
                    </a:lnR>
                    <a:lnT>
                      <a:noFill/>
                    </a:lnT>
                    <a:lnB>
                      <a:noFill/>
                    </a:lnB>
                    <a:noFill/>
                  </a:tcPr>
                </a:tc>
                <a:extLst>
                  <a:ext uri="{0D108BD9-81ED-4DB2-BD59-A6C34878D82A}">
                    <a16:rowId xmlns:a16="http://schemas.microsoft.com/office/drawing/2014/main" val="2647470875"/>
                  </a:ext>
                </a:extLst>
              </a:tr>
              <a:tr h="249753">
                <a:tc>
                  <a:txBody>
                    <a:bodyPr/>
                    <a:lstStyle/>
                    <a:p>
                      <a:pPr fontAlgn="ctr">
                        <a:buNone/>
                      </a:pPr>
                      <a:r>
                        <a:rPr lang="en-CA" sz="1000" b="1">
                          <a:effectLst/>
                        </a:rPr>
                        <a:t>0</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0.698116</a:t>
                      </a:r>
                    </a:p>
                  </a:txBody>
                  <a:tcPr marL="50015" marR="50015" marT="25008" marB="25008" anchor="ctr">
                    <a:lnL>
                      <a:noFill/>
                    </a:lnL>
                    <a:lnR>
                      <a:noFill/>
                    </a:lnR>
                    <a:lnT>
                      <a:noFill/>
                    </a:lnT>
                    <a:lnB>
                      <a:noFill/>
                    </a:lnB>
                    <a:noFill/>
                  </a:tcPr>
                </a:tc>
                <a:tc>
                  <a:txBody>
                    <a:bodyPr/>
                    <a:lstStyle/>
                    <a:p>
                      <a:pPr algn="r">
                        <a:buNone/>
                      </a:pPr>
                      <a:r>
                        <a:rPr lang="en-CA" sz="1000">
                          <a:effectLst/>
                        </a:rPr>
                        <a:t>0.692005</a:t>
                      </a:r>
                    </a:p>
                  </a:txBody>
                  <a:tcPr marL="50015" marR="50015" marT="25008" marB="25008" anchor="ctr">
                    <a:lnL>
                      <a:noFill/>
                    </a:lnL>
                    <a:lnR>
                      <a:noFill/>
                    </a:lnR>
                    <a:lnT>
                      <a:noFill/>
                    </a:lnT>
                    <a:lnB>
                      <a:noFill/>
                    </a:lnB>
                    <a:noFill/>
                  </a:tcPr>
                </a:tc>
                <a:tc>
                  <a:txBody>
                    <a:bodyPr/>
                    <a:lstStyle/>
                    <a:p>
                      <a:pPr algn="r">
                        <a:buNone/>
                      </a:pPr>
                      <a:r>
                        <a:rPr lang="en-CA" sz="1000">
                          <a:effectLst/>
                        </a:rPr>
                        <a:t>0.645833</a:t>
                      </a:r>
                    </a:p>
                  </a:txBody>
                  <a:tcPr marL="50015" marR="50015" marT="25008" marB="25008" anchor="ctr">
                    <a:lnL>
                      <a:noFill/>
                    </a:lnL>
                    <a:lnR>
                      <a:noFill/>
                    </a:lnR>
                    <a:lnT>
                      <a:noFill/>
                    </a:lnT>
                    <a:lnB>
                      <a:noFill/>
                    </a:lnB>
                    <a:noFill/>
                  </a:tcPr>
                </a:tc>
                <a:tc>
                  <a:txBody>
                    <a:bodyPr/>
                    <a:lstStyle/>
                    <a:p>
                      <a:pPr algn="r">
                        <a:buNone/>
                      </a:pPr>
                      <a:r>
                        <a:rPr lang="en-CA" sz="1000">
                          <a:effectLst/>
                        </a:rPr>
                        <a:t>0.506857</a:t>
                      </a:r>
                    </a:p>
                  </a:txBody>
                  <a:tcPr marL="50015" marR="50015" marT="25008" marB="25008" anchor="ctr">
                    <a:lnL>
                      <a:noFill/>
                    </a:lnL>
                    <a:lnR>
                      <a:noFill/>
                    </a:lnR>
                    <a:lnT>
                      <a:noFill/>
                    </a:lnT>
                    <a:lnB>
                      <a:noFill/>
                    </a:lnB>
                    <a:noFill/>
                  </a:tcPr>
                </a:tc>
                <a:tc>
                  <a:txBody>
                    <a:bodyPr/>
                    <a:lstStyle/>
                    <a:p>
                      <a:pPr algn="r">
                        <a:buNone/>
                      </a:pPr>
                      <a:r>
                        <a:rPr lang="en-CA" sz="1000">
                          <a:effectLst/>
                        </a:rPr>
                        <a:t>0.784810</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3640351575"/>
                  </a:ext>
                </a:extLst>
              </a:tr>
              <a:tr h="249753">
                <a:tc>
                  <a:txBody>
                    <a:bodyPr/>
                    <a:lstStyle/>
                    <a:p>
                      <a:pPr fontAlgn="ctr">
                        <a:buNone/>
                      </a:pPr>
                      <a:r>
                        <a:rPr lang="en-CA" sz="1000" b="1">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dirty="0">
                          <a:effectLst/>
                        </a:rPr>
                        <a:t>0.693579</a:t>
                      </a:r>
                    </a:p>
                  </a:txBody>
                  <a:tcPr marL="50015" marR="50015" marT="25008" marB="25008" anchor="ctr">
                    <a:lnL>
                      <a:noFill/>
                    </a:lnL>
                    <a:lnR>
                      <a:noFill/>
                    </a:lnR>
                    <a:lnT>
                      <a:noFill/>
                    </a:lnT>
                    <a:lnB>
                      <a:noFill/>
                    </a:lnB>
                    <a:noFill/>
                  </a:tcPr>
                </a:tc>
                <a:tc>
                  <a:txBody>
                    <a:bodyPr/>
                    <a:lstStyle/>
                    <a:p>
                      <a:pPr algn="r">
                        <a:buNone/>
                      </a:pPr>
                      <a:r>
                        <a:rPr lang="en-CA" sz="1000">
                          <a:effectLst/>
                        </a:rPr>
                        <a:t>0.680626</a:t>
                      </a:r>
                    </a:p>
                  </a:txBody>
                  <a:tcPr marL="50015" marR="50015" marT="25008" marB="25008" anchor="ctr">
                    <a:lnL>
                      <a:noFill/>
                    </a:lnL>
                    <a:lnR>
                      <a:noFill/>
                    </a:lnR>
                    <a:lnT>
                      <a:noFill/>
                    </a:lnT>
                    <a:lnB>
                      <a:noFill/>
                    </a:lnB>
                    <a:noFill/>
                  </a:tcPr>
                </a:tc>
                <a:tc>
                  <a:txBody>
                    <a:bodyPr/>
                    <a:lstStyle/>
                    <a:p>
                      <a:pPr algn="r">
                        <a:buNone/>
                      </a:pPr>
                      <a:r>
                        <a:rPr lang="en-CA" sz="1000">
                          <a:effectLst/>
                        </a:rPr>
                        <a:t>0.729167</a:t>
                      </a:r>
                    </a:p>
                  </a:txBody>
                  <a:tcPr marL="50015" marR="50015" marT="25008" marB="25008" anchor="ctr">
                    <a:lnL>
                      <a:noFill/>
                    </a:lnL>
                    <a:lnR>
                      <a:noFill/>
                    </a:lnR>
                    <a:lnT>
                      <a:noFill/>
                    </a:lnT>
                    <a:lnB>
                      <a:noFill/>
                    </a:lnB>
                    <a:noFill/>
                  </a:tcPr>
                </a:tc>
                <a:tc>
                  <a:txBody>
                    <a:bodyPr/>
                    <a:lstStyle/>
                    <a:p>
                      <a:pPr algn="r">
                        <a:buNone/>
                      </a:pPr>
                      <a:r>
                        <a:rPr lang="en-CA" sz="1000">
                          <a:effectLst/>
                        </a:rPr>
                        <a:t>0.734649</a:t>
                      </a:r>
                    </a:p>
                  </a:txBody>
                  <a:tcPr marL="50015" marR="50015" marT="25008" marB="25008" anchor="ctr">
                    <a:lnL>
                      <a:noFill/>
                    </a:lnL>
                    <a:lnR>
                      <a:noFill/>
                    </a:lnR>
                    <a:lnT>
                      <a:noFill/>
                    </a:lnT>
                    <a:lnB>
                      <a:noFill/>
                    </a:lnB>
                    <a:noFill/>
                  </a:tcPr>
                </a:tc>
                <a:tc>
                  <a:txBody>
                    <a:bodyPr/>
                    <a:lstStyle/>
                    <a:p>
                      <a:pPr algn="r">
                        <a:buNone/>
                      </a:pPr>
                      <a:r>
                        <a:rPr lang="en-CA" sz="1000">
                          <a:effectLst/>
                        </a:rPr>
                        <a:t>0.771930</a:t>
                      </a:r>
                    </a:p>
                  </a:txBody>
                  <a:tcPr marL="50015" marR="50015" marT="25008" marB="25008" anchor="ctr">
                    <a:lnL>
                      <a:noFill/>
                    </a:lnL>
                    <a:lnR>
                      <a:noFill/>
                    </a:lnR>
                    <a:lnT>
                      <a:noFill/>
                    </a:lnT>
                    <a:lnB>
                      <a:noFill/>
                    </a:lnB>
                    <a:noFill/>
                  </a:tcPr>
                </a:tc>
                <a:tc>
                  <a:txBody>
                    <a:bodyPr/>
                    <a:lstStyle/>
                    <a:p>
                      <a:pPr algn="r">
                        <a:buNone/>
                      </a:pPr>
                      <a:r>
                        <a:rPr lang="en-CA" sz="1000">
                          <a:effectLst/>
                        </a:rPr>
                        <a:t>0.666667</a:t>
                      </a:r>
                    </a:p>
                  </a:txBody>
                  <a:tcPr marL="50015" marR="50015" marT="25008" marB="25008" anchor="ctr">
                    <a:lnL>
                      <a:noFill/>
                    </a:lnL>
                    <a:lnR>
                      <a:noFill/>
                    </a:lnR>
                    <a:lnT>
                      <a:noFill/>
                    </a:lnT>
                    <a:lnB>
                      <a:noFill/>
                    </a:lnB>
                    <a:noFill/>
                  </a:tcPr>
                </a:tc>
                <a:extLst>
                  <a:ext uri="{0D108BD9-81ED-4DB2-BD59-A6C34878D82A}">
                    <a16:rowId xmlns:a16="http://schemas.microsoft.com/office/drawing/2014/main" val="2389522463"/>
                  </a:ext>
                </a:extLst>
              </a:tr>
              <a:tr h="249753">
                <a:tc>
                  <a:txBody>
                    <a:bodyPr/>
                    <a:lstStyle/>
                    <a:p>
                      <a:pPr fontAlgn="ctr">
                        <a:buNone/>
                      </a:pPr>
                      <a:r>
                        <a:rPr lang="en-CA" sz="1000" b="1">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0.658137</a:t>
                      </a:r>
                    </a:p>
                  </a:txBody>
                  <a:tcPr marL="50015" marR="50015" marT="25008" marB="25008" anchor="ctr">
                    <a:lnL>
                      <a:noFill/>
                    </a:lnL>
                    <a:lnR>
                      <a:noFill/>
                    </a:lnR>
                    <a:lnT>
                      <a:noFill/>
                    </a:lnT>
                    <a:lnB>
                      <a:noFill/>
                    </a:lnB>
                    <a:noFill/>
                  </a:tcPr>
                </a:tc>
                <a:tc>
                  <a:txBody>
                    <a:bodyPr/>
                    <a:lstStyle/>
                    <a:p>
                      <a:pPr algn="r">
                        <a:buNone/>
                      </a:pPr>
                      <a:r>
                        <a:rPr lang="en-CA" sz="1000">
                          <a:effectLst/>
                        </a:rPr>
                        <a:t>0.648379</a:t>
                      </a:r>
                    </a:p>
                  </a:txBody>
                  <a:tcPr marL="50015" marR="50015" marT="25008" marB="25008" anchor="ctr">
                    <a:lnL>
                      <a:noFill/>
                    </a:lnL>
                    <a:lnR>
                      <a:noFill/>
                    </a:lnR>
                    <a:lnT>
                      <a:noFill/>
                    </a:lnT>
                    <a:lnB>
                      <a:noFill/>
                    </a:lnB>
                    <a:noFill/>
                  </a:tcPr>
                </a:tc>
                <a:tc>
                  <a:txBody>
                    <a:bodyPr/>
                    <a:lstStyle/>
                    <a:p>
                      <a:pPr algn="r">
                        <a:buNone/>
                      </a:pPr>
                      <a:r>
                        <a:rPr lang="en-CA" sz="1000">
                          <a:effectLst/>
                        </a:rPr>
                        <a:t>0.750000</a:t>
                      </a:r>
                    </a:p>
                  </a:txBody>
                  <a:tcPr marL="50015" marR="50015" marT="25008" marB="25008" anchor="ctr">
                    <a:lnL>
                      <a:noFill/>
                    </a:lnL>
                    <a:lnR>
                      <a:noFill/>
                    </a:lnR>
                    <a:lnT>
                      <a:noFill/>
                    </a:lnT>
                    <a:lnB>
                      <a:noFill/>
                    </a:lnB>
                    <a:noFill/>
                  </a:tcPr>
                </a:tc>
                <a:tc>
                  <a:txBody>
                    <a:bodyPr/>
                    <a:lstStyle/>
                    <a:p>
                      <a:pPr algn="r">
                        <a:buNone/>
                      </a:pPr>
                      <a:r>
                        <a:rPr lang="en-CA" sz="1000">
                          <a:effectLst/>
                        </a:rPr>
                        <a:t>0.734244</a:t>
                      </a:r>
                    </a:p>
                  </a:txBody>
                  <a:tcPr marL="50015" marR="50015" marT="25008" marB="25008" anchor="ctr">
                    <a:lnL>
                      <a:noFill/>
                    </a:lnL>
                    <a:lnR>
                      <a:noFill/>
                    </a:lnR>
                    <a:lnT>
                      <a:noFill/>
                    </a:lnT>
                    <a:lnB>
                      <a:noFill/>
                    </a:lnB>
                    <a:noFill/>
                  </a:tcPr>
                </a:tc>
                <a:tc>
                  <a:txBody>
                    <a:bodyPr/>
                    <a:lstStyle/>
                    <a:p>
                      <a:pPr algn="r">
                        <a:buNone/>
                      </a:pPr>
                      <a:r>
                        <a:rPr lang="en-CA" sz="1000">
                          <a:effectLst/>
                        </a:rPr>
                        <a:t>0.823529</a:t>
                      </a:r>
                    </a:p>
                  </a:txBody>
                  <a:tcPr marL="50015" marR="50015" marT="25008" marB="25008" anchor="ctr">
                    <a:lnL>
                      <a:noFill/>
                    </a:lnL>
                    <a:lnR>
                      <a:noFill/>
                    </a:lnR>
                    <a:lnT>
                      <a:noFill/>
                    </a:lnT>
                    <a:lnB>
                      <a:noFill/>
                    </a:lnB>
                    <a:noFill/>
                  </a:tcPr>
                </a:tc>
                <a:tc>
                  <a:txBody>
                    <a:bodyPr/>
                    <a:lstStyle/>
                    <a:p>
                      <a:pPr algn="r">
                        <a:buNone/>
                      </a:pPr>
                      <a:r>
                        <a:rPr lang="en-CA" sz="1000">
                          <a:effectLst/>
                        </a:rPr>
                        <a:t>0.571429</a:t>
                      </a:r>
                    </a:p>
                  </a:txBody>
                  <a:tcPr marL="50015" marR="50015" marT="25008" marB="25008" anchor="ctr">
                    <a:lnL>
                      <a:noFill/>
                    </a:lnL>
                    <a:lnR>
                      <a:noFill/>
                    </a:lnR>
                    <a:lnT>
                      <a:noFill/>
                    </a:lnT>
                    <a:lnB>
                      <a:noFill/>
                    </a:lnB>
                    <a:noFill/>
                  </a:tcPr>
                </a:tc>
                <a:extLst>
                  <a:ext uri="{0D108BD9-81ED-4DB2-BD59-A6C34878D82A}">
                    <a16:rowId xmlns:a16="http://schemas.microsoft.com/office/drawing/2014/main" val="4148534003"/>
                  </a:ext>
                </a:extLst>
              </a:tr>
              <a:tr h="249753">
                <a:tc>
                  <a:txBody>
                    <a:bodyPr/>
                    <a:lstStyle/>
                    <a:p>
                      <a:pPr fontAlgn="ctr">
                        <a:buNone/>
                      </a:pPr>
                      <a:r>
                        <a:rPr lang="en-CA" sz="1000" b="1">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0.614589</a:t>
                      </a:r>
                    </a:p>
                  </a:txBody>
                  <a:tcPr marL="50015" marR="50015" marT="25008" marB="25008" anchor="ctr">
                    <a:lnL>
                      <a:noFill/>
                    </a:lnL>
                    <a:lnR>
                      <a:noFill/>
                    </a:lnR>
                    <a:lnT>
                      <a:noFill/>
                    </a:lnT>
                    <a:lnB>
                      <a:noFill/>
                    </a:lnB>
                    <a:noFill/>
                  </a:tcPr>
                </a:tc>
                <a:tc>
                  <a:txBody>
                    <a:bodyPr/>
                    <a:lstStyle/>
                    <a:p>
                      <a:pPr algn="r">
                        <a:buNone/>
                      </a:pPr>
                      <a:r>
                        <a:rPr lang="en-CA" sz="1000" dirty="0">
                          <a:effectLst/>
                        </a:rPr>
                        <a:t>0.611516</a:t>
                      </a:r>
                    </a:p>
                  </a:txBody>
                  <a:tcPr marL="50015" marR="50015" marT="25008" marB="25008" anchor="ctr">
                    <a:lnL>
                      <a:noFill/>
                    </a:lnL>
                    <a:lnR>
                      <a:noFill/>
                    </a:lnR>
                    <a:lnT>
                      <a:noFill/>
                    </a:lnT>
                    <a:lnB>
                      <a:noFill/>
                    </a:lnB>
                    <a:noFill/>
                  </a:tcPr>
                </a:tc>
                <a:tc>
                  <a:txBody>
                    <a:bodyPr/>
                    <a:lstStyle/>
                    <a:p>
                      <a:pPr algn="r">
                        <a:buNone/>
                      </a:pPr>
                      <a:r>
                        <a:rPr lang="en-CA" sz="1000">
                          <a:effectLst/>
                        </a:rPr>
                        <a:t>0.770833</a:t>
                      </a:r>
                    </a:p>
                  </a:txBody>
                  <a:tcPr marL="50015" marR="50015" marT="25008" marB="25008" anchor="ctr">
                    <a:lnL>
                      <a:noFill/>
                    </a:lnL>
                    <a:lnR>
                      <a:noFill/>
                    </a:lnR>
                    <a:lnT>
                      <a:noFill/>
                    </a:lnT>
                    <a:lnB>
                      <a:noFill/>
                    </a:lnB>
                    <a:noFill/>
                  </a:tcPr>
                </a:tc>
                <a:tc>
                  <a:txBody>
                    <a:bodyPr/>
                    <a:lstStyle/>
                    <a:p>
                      <a:pPr algn="r">
                        <a:buNone/>
                      </a:pPr>
                      <a:r>
                        <a:rPr lang="en-CA" sz="1000">
                          <a:effectLst/>
                        </a:rPr>
                        <a:t>0.769180</a:t>
                      </a:r>
                    </a:p>
                  </a:txBody>
                  <a:tcPr marL="50015" marR="50015" marT="25008" marB="25008" anchor="ctr">
                    <a:lnL>
                      <a:noFill/>
                    </a:lnL>
                    <a:lnR>
                      <a:noFill/>
                    </a:lnR>
                    <a:lnT>
                      <a:noFill/>
                    </a:lnT>
                    <a:lnB>
                      <a:noFill/>
                    </a:lnB>
                    <a:noFill/>
                  </a:tcPr>
                </a:tc>
                <a:tc>
                  <a:txBody>
                    <a:bodyPr/>
                    <a:lstStyle/>
                    <a:p>
                      <a:pPr algn="r">
                        <a:buNone/>
                      </a:pPr>
                      <a:r>
                        <a:rPr lang="en-CA" sz="1000">
                          <a:effectLst/>
                        </a:rPr>
                        <a:t>0.825397</a:t>
                      </a:r>
                    </a:p>
                  </a:txBody>
                  <a:tcPr marL="50015" marR="50015" marT="25008" marB="25008" anchor="ctr">
                    <a:lnL>
                      <a:noFill/>
                    </a:lnL>
                    <a:lnR>
                      <a:noFill/>
                    </a:lnR>
                    <a:lnT>
                      <a:noFill/>
                    </a:lnT>
                    <a:lnB>
                      <a:noFill/>
                    </a:lnB>
                    <a:noFill/>
                  </a:tcPr>
                </a:tc>
                <a:tc>
                  <a:txBody>
                    <a:bodyPr/>
                    <a:lstStyle/>
                    <a:p>
                      <a:pPr algn="r">
                        <a:buNone/>
                      </a:pPr>
                      <a:r>
                        <a:rPr lang="en-CA" sz="1000">
                          <a:effectLst/>
                        </a:rPr>
                        <a:t>0.666667</a:t>
                      </a:r>
                    </a:p>
                  </a:txBody>
                  <a:tcPr marL="50015" marR="50015" marT="25008" marB="25008" anchor="ctr">
                    <a:lnL>
                      <a:noFill/>
                    </a:lnL>
                    <a:lnR>
                      <a:noFill/>
                    </a:lnR>
                    <a:lnT>
                      <a:noFill/>
                    </a:lnT>
                    <a:lnB>
                      <a:noFill/>
                    </a:lnB>
                    <a:noFill/>
                  </a:tcPr>
                </a:tc>
                <a:extLst>
                  <a:ext uri="{0D108BD9-81ED-4DB2-BD59-A6C34878D82A}">
                    <a16:rowId xmlns:a16="http://schemas.microsoft.com/office/drawing/2014/main" val="2861361556"/>
                  </a:ext>
                </a:extLst>
              </a:tr>
              <a:tr h="249753">
                <a:tc>
                  <a:txBody>
                    <a:bodyPr/>
                    <a:lstStyle/>
                    <a:p>
                      <a:pPr fontAlgn="ctr">
                        <a:buNone/>
                      </a:pPr>
                      <a:r>
                        <a:rPr lang="en-CA" sz="1000" b="1">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0.693276</a:t>
                      </a:r>
                    </a:p>
                  </a:txBody>
                  <a:tcPr marL="50015" marR="50015" marT="25008" marB="25008" anchor="ctr">
                    <a:lnL>
                      <a:noFill/>
                    </a:lnL>
                    <a:lnR>
                      <a:noFill/>
                    </a:lnR>
                    <a:lnT>
                      <a:noFill/>
                    </a:lnT>
                    <a:lnB>
                      <a:noFill/>
                    </a:lnB>
                    <a:noFill/>
                  </a:tcPr>
                </a:tc>
                <a:tc>
                  <a:txBody>
                    <a:bodyPr/>
                    <a:lstStyle/>
                    <a:p>
                      <a:pPr algn="r">
                        <a:buNone/>
                      </a:pPr>
                      <a:r>
                        <a:rPr lang="en-CA" sz="1000">
                          <a:effectLst/>
                        </a:rPr>
                        <a:t>0.690623</a:t>
                      </a:r>
                    </a:p>
                  </a:txBody>
                  <a:tcPr marL="50015" marR="50015" marT="25008" marB="25008" anchor="ctr">
                    <a:lnL>
                      <a:noFill/>
                    </a:lnL>
                    <a:lnR>
                      <a:noFill/>
                    </a:lnR>
                    <a:lnT>
                      <a:noFill/>
                    </a:lnT>
                    <a:lnB>
                      <a:noFill/>
                    </a:lnB>
                    <a:noFill/>
                  </a:tcPr>
                </a:tc>
                <a:tc>
                  <a:txBody>
                    <a:bodyPr/>
                    <a:lstStyle/>
                    <a:p>
                      <a:pPr algn="r">
                        <a:buNone/>
                      </a:pPr>
                      <a:r>
                        <a:rPr lang="en-CA" sz="1000">
                          <a:effectLst/>
                        </a:rPr>
                        <a:t>0.531915</a:t>
                      </a:r>
                    </a:p>
                  </a:txBody>
                  <a:tcPr marL="50015" marR="50015" marT="25008" marB="25008" anchor="ctr">
                    <a:lnL>
                      <a:noFill/>
                    </a:lnL>
                    <a:lnR>
                      <a:noFill/>
                    </a:lnR>
                    <a:lnT>
                      <a:noFill/>
                    </a:lnT>
                    <a:lnB>
                      <a:noFill/>
                    </a:lnB>
                    <a:noFill/>
                  </a:tcPr>
                </a:tc>
                <a:tc>
                  <a:txBody>
                    <a:bodyPr/>
                    <a:lstStyle/>
                    <a:p>
                      <a:pPr algn="r">
                        <a:buNone/>
                      </a:pPr>
                      <a:r>
                        <a:rPr lang="en-CA" sz="1000">
                          <a:effectLst/>
                        </a:rPr>
                        <a:t>0.498542</a:t>
                      </a:r>
                    </a:p>
                  </a:txBody>
                  <a:tcPr marL="50015" marR="50015" marT="25008" marB="25008" anchor="ctr">
                    <a:lnL>
                      <a:noFill/>
                    </a:lnL>
                    <a:lnR>
                      <a:noFill/>
                    </a:lnR>
                    <a:lnT>
                      <a:noFill/>
                    </a:lnT>
                    <a:lnB>
                      <a:noFill/>
                    </a:lnB>
                    <a:noFill/>
                  </a:tcPr>
                </a:tc>
                <a:tc>
                  <a:txBody>
                    <a:bodyPr/>
                    <a:lstStyle/>
                    <a:p>
                      <a:pPr algn="r">
                        <a:buNone/>
                      </a:pPr>
                      <a:r>
                        <a:rPr lang="en-CA" sz="1000">
                          <a:effectLst/>
                        </a:rPr>
                        <a:t>0.450000</a:t>
                      </a:r>
                    </a:p>
                  </a:txBody>
                  <a:tcPr marL="50015" marR="50015" marT="25008" marB="25008" anchor="ctr">
                    <a:lnL>
                      <a:noFill/>
                    </a:lnL>
                    <a:lnR>
                      <a:noFill/>
                    </a:lnR>
                    <a:lnT>
                      <a:noFill/>
                    </a:lnT>
                    <a:lnB>
                      <a:noFill/>
                    </a:lnB>
                    <a:noFill/>
                  </a:tcPr>
                </a:tc>
                <a:tc>
                  <a:txBody>
                    <a:bodyPr/>
                    <a:lstStyle/>
                    <a:p>
                      <a:pPr algn="r">
                        <a:buNone/>
                      </a:pPr>
                      <a:r>
                        <a:rPr lang="en-CA" sz="1000">
                          <a:effectLst/>
                        </a:rPr>
                        <a:t>0.592593</a:t>
                      </a:r>
                    </a:p>
                  </a:txBody>
                  <a:tcPr marL="50015" marR="50015" marT="25008" marB="25008" anchor="ctr">
                    <a:lnL>
                      <a:noFill/>
                    </a:lnL>
                    <a:lnR>
                      <a:noFill/>
                    </a:lnR>
                    <a:lnT>
                      <a:noFill/>
                    </a:lnT>
                    <a:lnB>
                      <a:noFill/>
                    </a:lnB>
                    <a:noFill/>
                  </a:tcPr>
                </a:tc>
                <a:extLst>
                  <a:ext uri="{0D108BD9-81ED-4DB2-BD59-A6C34878D82A}">
                    <a16:rowId xmlns:a16="http://schemas.microsoft.com/office/drawing/2014/main" val="3270345172"/>
                  </a:ext>
                </a:extLst>
              </a:tr>
              <a:tr h="249753">
                <a:tc>
                  <a:txBody>
                    <a:bodyPr/>
                    <a:lstStyle/>
                    <a:p>
                      <a:pPr fontAlgn="ctr">
                        <a:buNone/>
                      </a:pPr>
                      <a:r>
                        <a:rPr lang="en-CA" sz="1000" b="1">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0.695861</a:t>
                      </a:r>
                    </a:p>
                  </a:txBody>
                  <a:tcPr marL="50015" marR="50015" marT="25008" marB="25008" anchor="ctr">
                    <a:lnL>
                      <a:noFill/>
                    </a:lnL>
                    <a:lnR>
                      <a:noFill/>
                    </a:lnR>
                    <a:lnT>
                      <a:noFill/>
                    </a:lnT>
                    <a:lnB>
                      <a:noFill/>
                    </a:lnB>
                    <a:noFill/>
                  </a:tcPr>
                </a:tc>
                <a:tc>
                  <a:txBody>
                    <a:bodyPr/>
                    <a:lstStyle/>
                    <a:p>
                      <a:pPr algn="r">
                        <a:buNone/>
                      </a:pPr>
                      <a:r>
                        <a:rPr lang="en-CA" sz="1000">
                          <a:effectLst/>
                        </a:rPr>
                        <a:t>0.685286</a:t>
                      </a:r>
                    </a:p>
                  </a:txBody>
                  <a:tcPr marL="50015" marR="50015" marT="25008" marB="25008" anchor="ctr">
                    <a:lnL>
                      <a:noFill/>
                    </a:lnL>
                    <a:lnR>
                      <a:noFill/>
                    </a:lnR>
                    <a:lnT>
                      <a:noFill/>
                    </a:lnT>
                    <a:lnB>
                      <a:noFill/>
                    </a:lnB>
                    <a:noFill/>
                  </a:tcPr>
                </a:tc>
                <a:tc>
                  <a:txBody>
                    <a:bodyPr/>
                    <a:lstStyle/>
                    <a:p>
                      <a:pPr algn="r">
                        <a:buNone/>
                      </a:pPr>
                      <a:r>
                        <a:rPr lang="en-CA" sz="1000">
                          <a:effectLst/>
                        </a:rPr>
                        <a:t>0.659574</a:t>
                      </a:r>
                    </a:p>
                  </a:txBody>
                  <a:tcPr marL="50015" marR="50015" marT="25008" marB="25008" anchor="ctr">
                    <a:lnL>
                      <a:noFill/>
                    </a:lnL>
                    <a:lnR>
                      <a:noFill/>
                    </a:lnR>
                    <a:lnT>
                      <a:noFill/>
                    </a:lnT>
                    <a:lnB>
                      <a:noFill/>
                    </a:lnB>
                    <a:noFill/>
                  </a:tcPr>
                </a:tc>
                <a:tc>
                  <a:txBody>
                    <a:bodyPr/>
                    <a:lstStyle/>
                    <a:p>
                      <a:pPr algn="r">
                        <a:buNone/>
                      </a:pPr>
                      <a:r>
                        <a:rPr lang="en-CA" sz="1000">
                          <a:effectLst/>
                        </a:rPr>
                        <a:t>0.524277</a:t>
                      </a:r>
                    </a:p>
                  </a:txBody>
                  <a:tcPr marL="50015" marR="50015" marT="25008" marB="25008" anchor="ctr">
                    <a:lnL>
                      <a:noFill/>
                    </a:lnL>
                    <a:lnR>
                      <a:noFill/>
                    </a:lnR>
                    <a:lnT>
                      <a:noFill/>
                    </a:lnT>
                    <a:lnB>
                      <a:noFill/>
                    </a:lnB>
                    <a:noFill/>
                  </a:tcPr>
                </a:tc>
                <a:tc>
                  <a:txBody>
                    <a:bodyPr/>
                    <a:lstStyle/>
                    <a:p>
                      <a:pPr algn="r">
                        <a:buNone/>
                      </a:pPr>
                      <a:r>
                        <a:rPr lang="en-CA" sz="1000">
                          <a:effectLst/>
                        </a:rPr>
                        <a:t>0.794872</a:t>
                      </a:r>
                    </a:p>
                  </a:txBody>
                  <a:tcPr marL="50015" marR="50015" marT="25008" marB="25008" anchor="ctr">
                    <a:lnL>
                      <a:noFill/>
                    </a:lnL>
                    <a:lnR>
                      <a:noFill/>
                    </a:lnR>
                    <a:lnT>
                      <a:noFill/>
                    </a:lnT>
                    <a:lnB>
                      <a:noFill/>
                    </a:lnB>
                    <a:noFill/>
                  </a:tcPr>
                </a:tc>
                <a:tc>
                  <a:txBody>
                    <a:bodyPr/>
                    <a:lstStyle/>
                    <a:p>
                      <a:pPr algn="r">
                        <a:buNone/>
                      </a:pPr>
                      <a:r>
                        <a:rPr lang="en-CA" sz="1000" dirty="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891858967"/>
                  </a:ext>
                </a:extLst>
              </a:tr>
              <a:tr h="249753">
                <a:tc>
                  <a:txBody>
                    <a:bodyPr/>
                    <a:lstStyle/>
                    <a:p>
                      <a:pPr fontAlgn="ctr">
                        <a:buNone/>
                      </a:pPr>
                      <a:r>
                        <a:rPr lang="en-CA" sz="1000" b="1">
                          <a:effectLst/>
                        </a:rPr>
                        <a:t>6</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0.662835</a:t>
                      </a:r>
                    </a:p>
                  </a:txBody>
                  <a:tcPr marL="50015" marR="50015" marT="25008" marB="25008" anchor="ctr">
                    <a:lnL>
                      <a:noFill/>
                    </a:lnL>
                    <a:lnR>
                      <a:noFill/>
                    </a:lnR>
                    <a:lnT>
                      <a:noFill/>
                    </a:lnT>
                    <a:lnB>
                      <a:noFill/>
                    </a:lnB>
                    <a:noFill/>
                  </a:tcPr>
                </a:tc>
                <a:tc>
                  <a:txBody>
                    <a:bodyPr/>
                    <a:lstStyle/>
                    <a:p>
                      <a:pPr algn="r">
                        <a:buNone/>
                      </a:pPr>
                      <a:r>
                        <a:rPr lang="en-CA" sz="1000">
                          <a:effectLst/>
                        </a:rPr>
                        <a:t>0.669772</a:t>
                      </a:r>
                    </a:p>
                  </a:txBody>
                  <a:tcPr marL="50015" marR="50015" marT="25008" marB="25008" anchor="ctr">
                    <a:lnL>
                      <a:noFill/>
                    </a:lnL>
                    <a:lnR>
                      <a:noFill/>
                    </a:lnR>
                    <a:lnT>
                      <a:noFill/>
                    </a:lnT>
                    <a:lnB>
                      <a:noFill/>
                    </a:lnB>
                    <a:noFill/>
                  </a:tcPr>
                </a:tc>
                <a:tc>
                  <a:txBody>
                    <a:bodyPr/>
                    <a:lstStyle/>
                    <a:p>
                      <a:pPr algn="r">
                        <a:buNone/>
                      </a:pPr>
                      <a:r>
                        <a:rPr lang="en-CA" sz="1000">
                          <a:effectLst/>
                        </a:rPr>
                        <a:t>0.659574</a:t>
                      </a:r>
                    </a:p>
                  </a:txBody>
                  <a:tcPr marL="50015" marR="50015" marT="25008" marB="25008" anchor="ctr">
                    <a:lnL>
                      <a:noFill/>
                    </a:lnL>
                    <a:lnR>
                      <a:noFill/>
                    </a:lnR>
                    <a:lnT>
                      <a:noFill/>
                    </a:lnT>
                    <a:lnB>
                      <a:noFill/>
                    </a:lnB>
                    <a:noFill/>
                  </a:tcPr>
                </a:tc>
                <a:tc>
                  <a:txBody>
                    <a:bodyPr/>
                    <a:lstStyle/>
                    <a:p>
                      <a:pPr algn="r">
                        <a:buNone/>
                      </a:pPr>
                      <a:r>
                        <a:rPr lang="en-CA" sz="1000">
                          <a:effectLst/>
                        </a:rPr>
                        <a:t>0.524277</a:t>
                      </a:r>
                    </a:p>
                  </a:txBody>
                  <a:tcPr marL="50015" marR="50015" marT="25008" marB="25008" anchor="ctr">
                    <a:lnL>
                      <a:noFill/>
                    </a:lnL>
                    <a:lnR>
                      <a:noFill/>
                    </a:lnR>
                    <a:lnT>
                      <a:noFill/>
                    </a:lnT>
                    <a:lnB>
                      <a:noFill/>
                    </a:lnB>
                    <a:noFill/>
                  </a:tcPr>
                </a:tc>
                <a:tc>
                  <a:txBody>
                    <a:bodyPr/>
                    <a:lstStyle/>
                    <a:p>
                      <a:pPr algn="r">
                        <a:buNone/>
                      </a:pPr>
                      <a:r>
                        <a:rPr lang="en-CA" sz="1000">
                          <a:effectLst/>
                        </a:rPr>
                        <a:t>0.794872</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2455174767"/>
                  </a:ext>
                </a:extLst>
              </a:tr>
              <a:tr h="249753">
                <a:tc>
                  <a:txBody>
                    <a:bodyPr/>
                    <a:lstStyle/>
                    <a:p>
                      <a:pPr fontAlgn="ctr">
                        <a:buNone/>
                      </a:pPr>
                      <a:r>
                        <a:rPr lang="en-CA" sz="1000" b="1">
                          <a:effectLst/>
                        </a:rPr>
                        <a:t>7</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0.618959</a:t>
                      </a:r>
                    </a:p>
                  </a:txBody>
                  <a:tcPr marL="50015" marR="50015" marT="25008" marB="25008" anchor="ctr">
                    <a:lnL>
                      <a:noFill/>
                    </a:lnL>
                    <a:lnR>
                      <a:noFill/>
                    </a:lnR>
                    <a:lnT>
                      <a:noFill/>
                    </a:lnT>
                    <a:lnB>
                      <a:noFill/>
                    </a:lnB>
                    <a:noFill/>
                  </a:tcPr>
                </a:tc>
                <a:tc>
                  <a:txBody>
                    <a:bodyPr/>
                    <a:lstStyle/>
                    <a:p>
                      <a:pPr algn="r">
                        <a:buNone/>
                      </a:pPr>
                      <a:r>
                        <a:rPr lang="en-CA" sz="1000">
                          <a:effectLst/>
                        </a:rPr>
                        <a:t>0.655516</a:t>
                      </a:r>
                    </a:p>
                  </a:txBody>
                  <a:tcPr marL="50015" marR="50015" marT="25008" marB="25008" anchor="ctr">
                    <a:lnL>
                      <a:noFill/>
                    </a:lnL>
                    <a:lnR>
                      <a:noFill/>
                    </a:lnR>
                    <a:lnT>
                      <a:noFill/>
                    </a:lnT>
                    <a:lnB>
                      <a:noFill/>
                    </a:lnB>
                    <a:noFill/>
                  </a:tcPr>
                </a:tc>
                <a:tc>
                  <a:txBody>
                    <a:bodyPr/>
                    <a:lstStyle/>
                    <a:p>
                      <a:pPr algn="r">
                        <a:buNone/>
                      </a:pPr>
                      <a:r>
                        <a:rPr lang="en-CA" sz="1000">
                          <a:effectLst/>
                        </a:rPr>
                        <a:t>0.680851</a:t>
                      </a:r>
                    </a:p>
                  </a:txBody>
                  <a:tcPr marL="50015" marR="50015" marT="25008" marB="25008" anchor="ctr">
                    <a:lnL>
                      <a:noFill/>
                    </a:lnL>
                    <a:lnR>
                      <a:noFill/>
                    </a:lnR>
                    <a:lnT>
                      <a:noFill/>
                    </a:lnT>
                    <a:lnB>
                      <a:noFill/>
                    </a:lnB>
                    <a:noFill/>
                  </a:tcPr>
                </a:tc>
                <a:tc>
                  <a:txBody>
                    <a:bodyPr/>
                    <a:lstStyle/>
                    <a:p>
                      <a:pPr algn="r">
                        <a:buNone/>
                      </a:pPr>
                      <a:r>
                        <a:rPr lang="en-CA" sz="1000">
                          <a:effectLst/>
                        </a:rPr>
                        <a:t>0.571136</a:t>
                      </a:r>
                    </a:p>
                  </a:txBody>
                  <a:tcPr marL="50015" marR="50015" marT="25008" marB="25008" anchor="ctr">
                    <a:lnL>
                      <a:noFill/>
                    </a:lnL>
                    <a:lnR>
                      <a:noFill/>
                    </a:lnR>
                    <a:lnT>
                      <a:noFill/>
                    </a:lnT>
                    <a:lnB>
                      <a:noFill/>
                    </a:lnB>
                    <a:noFill/>
                  </a:tcPr>
                </a:tc>
                <a:tc>
                  <a:txBody>
                    <a:bodyPr/>
                    <a:lstStyle/>
                    <a:p>
                      <a:pPr algn="r">
                        <a:buNone/>
                      </a:pPr>
                      <a:r>
                        <a:rPr lang="en-CA" sz="1000">
                          <a:effectLst/>
                        </a:rPr>
                        <a:t>0.805195</a:t>
                      </a:r>
                    </a:p>
                  </a:txBody>
                  <a:tcPr marL="50015" marR="50015" marT="25008" marB="25008" anchor="ctr">
                    <a:lnL>
                      <a:noFill/>
                    </a:lnL>
                    <a:lnR>
                      <a:noFill/>
                    </a:lnR>
                    <a:lnT>
                      <a:noFill/>
                    </a:lnT>
                    <a:lnB>
                      <a:noFill/>
                    </a:lnB>
                    <a:noFill/>
                  </a:tcPr>
                </a:tc>
                <a:tc>
                  <a:txBody>
                    <a:bodyPr/>
                    <a:lstStyle/>
                    <a:p>
                      <a:pPr algn="r">
                        <a:buNone/>
                      </a:pPr>
                      <a:r>
                        <a:rPr lang="en-CA" sz="1000">
                          <a:effectLst/>
                        </a:rPr>
                        <a:t>0.117647</a:t>
                      </a:r>
                    </a:p>
                  </a:txBody>
                  <a:tcPr marL="50015" marR="50015" marT="25008" marB="25008" anchor="ctr">
                    <a:lnL>
                      <a:noFill/>
                    </a:lnL>
                    <a:lnR>
                      <a:noFill/>
                    </a:lnR>
                    <a:lnT>
                      <a:noFill/>
                    </a:lnT>
                    <a:lnB>
                      <a:noFill/>
                    </a:lnB>
                    <a:noFill/>
                  </a:tcPr>
                </a:tc>
                <a:extLst>
                  <a:ext uri="{0D108BD9-81ED-4DB2-BD59-A6C34878D82A}">
                    <a16:rowId xmlns:a16="http://schemas.microsoft.com/office/drawing/2014/main" val="2045034027"/>
                  </a:ext>
                </a:extLst>
              </a:tr>
              <a:tr h="249753">
                <a:tc>
                  <a:txBody>
                    <a:bodyPr/>
                    <a:lstStyle/>
                    <a:p>
                      <a:pPr fontAlgn="ctr">
                        <a:buNone/>
                      </a:pPr>
                      <a:r>
                        <a:rPr lang="en-CA" sz="1000" b="1">
                          <a:effectLst/>
                        </a:rPr>
                        <a:t>8</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0.691353</a:t>
                      </a:r>
                    </a:p>
                  </a:txBody>
                  <a:tcPr marL="50015" marR="50015" marT="25008" marB="25008" anchor="ctr">
                    <a:lnL>
                      <a:noFill/>
                    </a:lnL>
                    <a:lnR>
                      <a:noFill/>
                    </a:lnR>
                    <a:lnT>
                      <a:noFill/>
                    </a:lnT>
                    <a:lnB>
                      <a:noFill/>
                    </a:lnB>
                    <a:noFill/>
                  </a:tcPr>
                </a:tc>
                <a:tc>
                  <a:txBody>
                    <a:bodyPr/>
                    <a:lstStyle/>
                    <a:p>
                      <a:pPr algn="r">
                        <a:buNone/>
                      </a:pPr>
                      <a:r>
                        <a:rPr lang="en-CA" sz="1000">
                          <a:effectLst/>
                        </a:rPr>
                        <a:t>0.686383</a:t>
                      </a:r>
                    </a:p>
                  </a:txBody>
                  <a:tcPr marL="50015" marR="50015" marT="25008" marB="25008" anchor="ctr">
                    <a:lnL>
                      <a:noFill/>
                    </a:lnL>
                    <a:lnR>
                      <a:noFill/>
                    </a:lnR>
                    <a:lnT>
                      <a:noFill/>
                    </a:lnT>
                    <a:lnB>
                      <a:noFill/>
                    </a:lnB>
                    <a:noFill/>
                  </a:tcPr>
                </a:tc>
                <a:tc>
                  <a:txBody>
                    <a:bodyPr/>
                    <a:lstStyle/>
                    <a:p>
                      <a:pPr algn="r">
                        <a:buNone/>
                      </a:pPr>
                      <a:r>
                        <a:rPr lang="en-CA" sz="1000">
                          <a:effectLst/>
                        </a:rPr>
                        <a:t>0.659574</a:t>
                      </a:r>
                    </a:p>
                  </a:txBody>
                  <a:tcPr marL="50015" marR="50015" marT="25008" marB="25008" anchor="ctr">
                    <a:lnL>
                      <a:noFill/>
                    </a:lnL>
                    <a:lnR>
                      <a:noFill/>
                    </a:lnR>
                    <a:lnT>
                      <a:noFill/>
                    </a:lnT>
                    <a:lnB>
                      <a:noFill/>
                    </a:lnB>
                    <a:noFill/>
                  </a:tcPr>
                </a:tc>
                <a:tc>
                  <a:txBody>
                    <a:bodyPr/>
                    <a:lstStyle/>
                    <a:p>
                      <a:pPr algn="r">
                        <a:buNone/>
                      </a:pPr>
                      <a:r>
                        <a:rPr lang="en-CA" sz="1000">
                          <a:effectLst/>
                        </a:rPr>
                        <a:t>0.657108</a:t>
                      </a:r>
                    </a:p>
                  </a:txBody>
                  <a:tcPr marL="50015" marR="50015" marT="25008" marB="25008" anchor="ctr">
                    <a:lnL>
                      <a:noFill/>
                    </a:lnL>
                    <a:lnR>
                      <a:noFill/>
                    </a:lnR>
                    <a:lnT>
                      <a:noFill/>
                    </a:lnT>
                    <a:lnB>
                      <a:noFill/>
                    </a:lnB>
                    <a:noFill/>
                  </a:tcPr>
                </a:tc>
                <a:tc>
                  <a:txBody>
                    <a:bodyPr/>
                    <a:lstStyle/>
                    <a:p>
                      <a:pPr algn="r">
                        <a:buNone/>
                      </a:pPr>
                      <a:r>
                        <a:rPr lang="en-CA" sz="1000">
                          <a:effectLst/>
                        </a:rPr>
                        <a:t>0.652174</a:t>
                      </a:r>
                    </a:p>
                  </a:txBody>
                  <a:tcPr marL="50015" marR="50015" marT="25008" marB="25008" anchor="ctr">
                    <a:lnL>
                      <a:noFill/>
                    </a:lnL>
                    <a:lnR>
                      <a:noFill/>
                    </a:lnR>
                    <a:lnT>
                      <a:noFill/>
                    </a:lnT>
                    <a:lnB>
                      <a:noFill/>
                    </a:lnB>
                    <a:noFill/>
                  </a:tcPr>
                </a:tc>
                <a:tc>
                  <a:txBody>
                    <a:bodyPr/>
                    <a:lstStyle/>
                    <a:p>
                      <a:pPr algn="r">
                        <a:buNone/>
                      </a:pPr>
                      <a:r>
                        <a:rPr lang="en-CA" sz="1000">
                          <a:effectLst/>
                        </a:rPr>
                        <a:t>0.666667</a:t>
                      </a:r>
                    </a:p>
                  </a:txBody>
                  <a:tcPr marL="50015" marR="50015" marT="25008" marB="25008" anchor="ctr">
                    <a:lnL>
                      <a:noFill/>
                    </a:lnL>
                    <a:lnR>
                      <a:noFill/>
                    </a:lnR>
                    <a:lnT>
                      <a:noFill/>
                    </a:lnT>
                    <a:lnB>
                      <a:noFill/>
                    </a:lnB>
                    <a:noFill/>
                  </a:tcPr>
                </a:tc>
                <a:extLst>
                  <a:ext uri="{0D108BD9-81ED-4DB2-BD59-A6C34878D82A}">
                    <a16:rowId xmlns:a16="http://schemas.microsoft.com/office/drawing/2014/main" val="3640791263"/>
                  </a:ext>
                </a:extLst>
              </a:tr>
              <a:tr h="249753">
                <a:tc>
                  <a:txBody>
                    <a:bodyPr/>
                    <a:lstStyle/>
                    <a:p>
                      <a:pPr fontAlgn="ctr">
                        <a:buNone/>
                      </a:pPr>
                      <a:r>
                        <a:rPr lang="en-CA" sz="1000" b="1">
                          <a:effectLst/>
                        </a:rPr>
                        <a:t>9</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0.672812</a:t>
                      </a:r>
                    </a:p>
                  </a:txBody>
                  <a:tcPr marL="50015" marR="50015" marT="25008" marB="25008" anchor="ctr">
                    <a:lnL>
                      <a:noFill/>
                    </a:lnL>
                    <a:lnR>
                      <a:noFill/>
                    </a:lnR>
                    <a:lnT>
                      <a:noFill/>
                    </a:lnT>
                    <a:lnB>
                      <a:noFill/>
                    </a:lnB>
                    <a:noFill/>
                  </a:tcPr>
                </a:tc>
                <a:tc>
                  <a:txBody>
                    <a:bodyPr/>
                    <a:lstStyle/>
                    <a:p>
                      <a:pPr algn="r">
                        <a:buNone/>
                      </a:pPr>
                      <a:r>
                        <a:rPr lang="en-CA" sz="1000">
                          <a:effectLst/>
                        </a:rPr>
                        <a:t>0.658346</a:t>
                      </a:r>
                    </a:p>
                  </a:txBody>
                  <a:tcPr marL="50015" marR="50015" marT="25008" marB="25008" anchor="ctr">
                    <a:lnL>
                      <a:noFill/>
                    </a:lnL>
                    <a:lnR>
                      <a:noFill/>
                    </a:lnR>
                    <a:lnT>
                      <a:noFill/>
                    </a:lnT>
                    <a:lnB>
                      <a:noFill/>
                    </a:lnB>
                    <a:noFill/>
                  </a:tcPr>
                </a:tc>
                <a:tc>
                  <a:txBody>
                    <a:bodyPr/>
                    <a:lstStyle/>
                    <a:p>
                      <a:pPr algn="r">
                        <a:buNone/>
                      </a:pPr>
                      <a:r>
                        <a:rPr lang="en-CA" sz="1000">
                          <a:effectLst/>
                        </a:rPr>
                        <a:t>0.851064</a:t>
                      </a:r>
                    </a:p>
                  </a:txBody>
                  <a:tcPr marL="50015" marR="50015" marT="25008" marB="25008" anchor="ctr">
                    <a:lnL>
                      <a:noFill/>
                    </a:lnL>
                    <a:lnR>
                      <a:noFill/>
                    </a:lnR>
                    <a:lnT>
                      <a:noFill/>
                    </a:lnT>
                    <a:lnB>
                      <a:noFill/>
                    </a:lnB>
                    <a:noFill/>
                  </a:tcPr>
                </a:tc>
                <a:tc>
                  <a:txBody>
                    <a:bodyPr/>
                    <a:lstStyle/>
                    <a:p>
                      <a:pPr algn="r">
                        <a:buNone/>
                      </a:pPr>
                      <a:r>
                        <a:rPr lang="en-CA" sz="1000">
                          <a:effectLst/>
                        </a:rPr>
                        <a:t>0.854595</a:t>
                      </a:r>
                    </a:p>
                  </a:txBody>
                  <a:tcPr marL="50015" marR="50015" marT="25008" marB="25008" anchor="ctr">
                    <a:lnL>
                      <a:noFill/>
                    </a:lnL>
                    <a:lnR>
                      <a:noFill/>
                    </a:lnR>
                    <a:lnT>
                      <a:noFill/>
                    </a:lnT>
                    <a:lnB>
                      <a:noFill/>
                    </a:lnB>
                    <a:noFill/>
                  </a:tcPr>
                </a:tc>
                <a:tc>
                  <a:txBody>
                    <a:bodyPr/>
                    <a:lstStyle/>
                    <a:p>
                      <a:pPr algn="r">
                        <a:buNone/>
                      </a:pPr>
                      <a:r>
                        <a:rPr lang="en-CA" sz="1000">
                          <a:effectLst/>
                        </a:rPr>
                        <a:t>0.877193</a:t>
                      </a:r>
                    </a:p>
                  </a:txBody>
                  <a:tcPr marL="50015" marR="50015" marT="25008" marB="25008" anchor="ctr">
                    <a:lnL>
                      <a:noFill/>
                    </a:lnL>
                    <a:lnR>
                      <a:noFill/>
                    </a:lnR>
                    <a:lnT>
                      <a:noFill/>
                    </a:lnT>
                    <a:lnB>
                      <a:noFill/>
                    </a:lnB>
                    <a:noFill/>
                  </a:tcPr>
                </a:tc>
                <a:tc>
                  <a:txBody>
                    <a:bodyPr/>
                    <a:lstStyle/>
                    <a:p>
                      <a:pPr algn="r">
                        <a:buNone/>
                      </a:pPr>
                      <a:r>
                        <a:rPr lang="en-CA" sz="1000">
                          <a:effectLst/>
                        </a:rPr>
                        <a:t>0.810811</a:t>
                      </a:r>
                    </a:p>
                  </a:txBody>
                  <a:tcPr marL="50015" marR="50015" marT="25008" marB="25008" anchor="ctr">
                    <a:lnL>
                      <a:noFill/>
                    </a:lnL>
                    <a:lnR>
                      <a:noFill/>
                    </a:lnR>
                    <a:lnT>
                      <a:noFill/>
                    </a:lnT>
                    <a:lnB>
                      <a:noFill/>
                    </a:lnB>
                    <a:noFill/>
                  </a:tcPr>
                </a:tc>
                <a:extLst>
                  <a:ext uri="{0D108BD9-81ED-4DB2-BD59-A6C34878D82A}">
                    <a16:rowId xmlns:a16="http://schemas.microsoft.com/office/drawing/2014/main" val="1423138632"/>
                  </a:ext>
                </a:extLst>
              </a:tr>
              <a:tr h="249753">
                <a:tc>
                  <a:txBody>
                    <a:bodyPr/>
                    <a:lstStyle/>
                    <a:p>
                      <a:pPr fontAlgn="ctr">
                        <a:buNone/>
                      </a:pPr>
                      <a:r>
                        <a:rPr lang="en-CA" sz="1000" b="1">
                          <a:effectLst/>
                        </a:rPr>
                        <a:t>10</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0.656609</a:t>
                      </a:r>
                    </a:p>
                  </a:txBody>
                  <a:tcPr marL="50015" marR="50015" marT="25008" marB="25008" anchor="ctr">
                    <a:lnL>
                      <a:noFill/>
                    </a:lnL>
                    <a:lnR>
                      <a:noFill/>
                    </a:lnR>
                    <a:lnT>
                      <a:noFill/>
                    </a:lnT>
                    <a:lnB>
                      <a:noFill/>
                    </a:lnB>
                    <a:noFill/>
                  </a:tcPr>
                </a:tc>
                <a:tc>
                  <a:txBody>
                    <a:bodyPr/>
                    <a:lstStyle/>
                    <a:p>
                      <a:pPr algn="r">
                        <a:buNone/>
                      </a:pPr>
                      <a:r>
                        <a:rPr lang="en-CA" sz="1000">
                          <a:effectLst/>
                        </a:rPr>
                        <a:t>0.562649</a:t>
                      </a:r>
                    </a:p>
                  </a:txBody>
                  <a:tcPr marL="50015" marR="50015" marT="25008" marB="25008" anchor="ctr">
                    <a:lnL>
                      <a:noFill/>
                    </a:lnL>
                    <a:lnR>
                      <a:noFill/>
                    </a:lnR>
                    <a:lnT>
                      <a:noFill/>
                    </a:lnT>
                    <a:lnB>
                      <a:noFill/>
                    </a:lnB>
                    <a:noFill/>
                  </a:tcPr>
                </a:tc>
                <a:tc>
                  <a:txBody>
                    <a:bodyPr/>
                    <a:lstStyle/>
                    <a:p>
                      <a:pPr algn="r">
                        <a:buNone/>
                      </a:pPr>
                      <a:r>
                        <a:rPr lang="en-CA" sz="1000">
                          <a:effectLst/>
                        </a:rPr>
                        <a:t>0.851064</a:t>
                      </a:r>
                    </a:p>
                  </a:txBody>
                  <a:tcPr marL="50015" marR="50015" marT="25008" marB="25008" anchor="ctr">
                    <a:lnL>
                      <a:noFill/>
                    </a:lnL>
                    <a:lnR>
                      <a:noFill/>
                    </a:lnR>
                    <a:lnT>
                      <a:noFill/>
                    </a:lnT>
                    <a:lnB>
                      <a:noFill/>
                    </a:lnB>
                    <a:noFill/>
                  </a:tcPr>
                </a:tc>
                <a:tc>
                  <a:txBody>
                    <a:bodyPr/>
                    <a:lstStyle/>
                    <a:p>
                      <a:pPr algn="r">
                        <a:buNone/>
                      </a:pPr>
                      <a:r>
                        <a:rPr lang="en-CA" sz="1000">
                          <a:effectLst/>
                        </a:rPr>
                        <a:t>0.854595</a:t>
                      </a:r>
                    </a:p>
                  </a:txBody>
                  <a:tcPr marL="50015" marR="50015" marT="25008" marB="25008" anchor="ctr">
                    <a:lnL>
                      <a:noFill/>
                    </a:lnL>
                    <a:lnR>
                      <a:noFill/>
                    </a:lnR>
                    <a:lnT>
                      <a:noFill/>
                    </a:lnT>
                    <a:lnB>
                      <a:noFill/>
                    </a:lnB>
                    <a:noFill/>
                  </a:tcPr>
                </a:tc>
                <a:tc>
                  <a:txBody>
                    <a:bodyPr/>
                    <a:lstStyle/>
                    <a:p>
                      <a:pPr algn="r">
                        <a:buNone/>
                      </a:pPr>
                      <a:r>
                        <a:rPr lang="en-CA" sz="1000">
                          <a:effectLst/>
                        </a:rPr>
                        <a:t>0.877193</a:t>
                      </a:r>
                    </a:p>
                  </a:txBody>
                  <a:tcPr marL="50015" marR="50015" marT="25008" marB="25008" anchor="ctr">
                    <a:lnL>
                      <a:noFill/>
                    </a:lnL>
                    <a:lnR>
                      <a:noFill/>
                    </a:lnR>
                    <a:lnT>
                      <a:noFill/>
                    </a:lnT>
                    <a:lnB>
                      <a:noFill/>
                    </a:lnB>
                    <a:noFill/>
                  </a:tcPr>
                </a:tc>
                <a:tc>
                  <a:txBody>
                    <a:bodyPr/>
                    <a:lstStyle/>
                    <a:p>
                      <a:pPr algn="r">
                        <a:buNone/>
                      </a:pPr>
                      <a:r>
                        <a:rPr lang="en-CA" sz="1000">
                          <a:effectLst/>
                        </a:rPr>
                        <a:t>0.810811</a:t>
                      </a:r>
                    </a:p>
                  </a:txBody>
                  <a:tcPr marL="50015" marR="50015" marT="25008" marB="25008" anchor="ctr">
                    <a:lnL>
                      <a:noFill/>
                    </a:lnL>
                    <a:lnR>
                      <a:noFill/>
                    </a:lnR>
                    <a:lnT>
                      <a:noFill/>
                    </a:lnT>
                    <a:lnB>
                      <a:noFill/>
                    </a:lnB>
                    <a:noFill/>
                  </a:tcPr>
                </a:tc>
                <a:extLst>
                  <a:ext uri="{0D108BD9-81ED-4DB2-BD59-A6C34878D82A}">
                    <a16:rowId xmlns:a16="http://schemas.microsoft.com/office/drawing/2014/main" val="3315317764"/>
                  </a:ext>
                </a:extLst>
              </a:tr>
              <a:tr h="249753">
                <a:tc>
                  <a:txBody>
                    <a:bodyPr/>
                    <a:lstStyle/>
                    <a:p>
                      <a:pPr fontAlgn="ctr">
                        <a:buNone/>
                      </a:pPr>
                      <a:r>
                        <a:rPr lang="en-CA" sz="1000" b="1">
                          <a:effectLst/>
                        </a:rPr>
                        <a:t>11</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0.556855</a:t>
                      </a:r>
                    </a:p>
                  </a:txBody>
                  <a:tcPr marL="50015" marR="50015" marT="25008" marB="25008" anchor="ctr">
                    <a:lnL>
                      <a:noFill/>
                    </a:lnL>
                    <a:lnR>
                      <a:noFill/>
                    </a:lnR>
                    <a:lnT>
                      <a:noFill/>
                    </a:lnT>
                    <a:lnB>
                      <a:noFill/>
                    </a:lnB>
                    <a:noFill/>
                  </a:tcPr>
                </a:tc>
                <a:tc>
                  <a:txBody>
                    <a:bodyPr/>
                    <a:lstStyle/>
                    <a:p>
                      <a:pPr algn="r">
                        <a:buNone/>
                      </a:pPr>
                      <a:r>
                        <a:rPr lang="en-CA" sz="1000">
                          <a:effectLst/>
                        </a:rPr>
                        <a:t>0.457815</a:t>
                      </a:r>
                    </a:p>
                  </a:txBody>
                  <a:tcPr marL="50015" marR="50015" marT="25008" marB="25008" anchor="ctr">
                    <a:lnL>
                      <a:noFill/>
                    </a:lnL>
                    <a:lnR>
                      <a:noFill/>
                    </a:lnR>
                    <a:lnT>
                      <a:noFill/>
                    </a:lnT>
                    <a:lnB>
                      <a:noFill/>
                    </a:lnB>
                    <a:noFill/>
                  </a:tcPr>
                </a:tc>
                <a:tc>
                  <a:txBody>
                    <a:bodyPr/>
                    <a:lstStyle/>
                    <a:p>
                      <a:pPr algn="r">
                        <a:buNone/>
                      </a:pPr>
                      <a:r>
                        <a:rPr lang="en-CA" sz="1000">
                          <a:effectLst/>
                        </a:rPr>
                        <a:t>0.851064</a:t>
                      </a:r>
                    </a:p>
                  </a:txBody>
                  <a:tcPr marL="50015" marR="50015" marT="25008" marB="25008" anchor="ctr">
                    <a:lnL>
                      <a:noFill/>
                    </a:lnL>
                    <a:lnR>
                      <a:noFill/>
                    </a:lnR>
                    <a:lnT>
                      <a:noFill/>
                    </a:lnT>
                    <a:lnB>
                      <a:noFill/>
                    </a:lnB>
                    <a:noFill/>
                  </a:tcPr>
                </a:tc>
                <a:tc>
                  <a:txBody>
                    <a:bodyPr/>
                    <a:lstStyle/>
                    <a:p>
                      <a:pPr algn="r">
                        <a:buNone/>
                      </a:pPr>
                      <a:r>
                        <a:rPr lang="en-CA" sz="1000">
                          <a:effectLst/>
                        </a:rPr>
                        <a:t>0.854595</a:t>
                      </a:r>
                    </a:p>
                  </a:txBody>
                  <a:tcPr marL="50015" marR="50015" marT="25008" marB="25008" anchor="ctr">
                    <a:lnL>
                      <a:noFill/>
                    </a:lnL>
                    <a:lnR>
                      <a:noFill/>
                    </a:lnR>
                    <a:lnT>
                      <a:noFill/>
                    </a:lnT>
                    <a:lnB>
                      <a:noFill/>
                    </a:lnB>
                    <a:noFill/>
                  </a:tcPr>
                </a:tc>
                <a:tc>
                  <a:txBody>
                    <a:bodyPr/>
                    <a:lstStyle/>
                    <a:p>
                      <a:pPr algn="r">
                        <a:buNone/>
                      </a:pPr>
                      <a:r>
                        <a:rPr lang="en-CA" sz="1000">
                          <a:effectLst/>
                        </a:rPr>
                        <a:t>0.877193</a:t>
                      </a:r>
                    </a:p>
                  </a:txBody>
                  <a:tcPr marL="50015" marR="50015" marT="25008" marB="25008" anchor="ctr">
                    <a:lnL>
                      <a:noFill/>
                    </a:lnL>
                    <a:lnR>
                      <a:noFill/>
                    </a:lnR>
                    <a:lnT>
                      <a:noFill/>
                    </a:lnT>
                    <a:lnB>
                      <a:noFill/>
                    </a:lnB>
                    <a:noFill/>
                  </a:tcPr>
                </a:tc>
                <a:tc>
                  <a:txBody>
                    <a:bodyPr/>
                    <a:lstStyle/>
                    <a:p>
                      <a:pPr algn="r">
                        <a:buNone/>
                      </a:pPr>
                      <a:r>
                        <a:rPr lang="en-CA" sz="1000">
                          <a:effectLst/>
                        </a:rPr>
                        <a:t>0.810811</a:t>
                      </a:r>
                    </a:p>
                  </a:txBody>
                  <a:tcPr marL="50015" marR="50015" marT="25008" marB="25008" anchor="ctr">
                    <a:lnL>
                      <a:noFill/>
                    </a:lnL>
                    <a:lnR>
                      <a:noFill/>
                    </a:lnR>
                    <a:lnT>
                      <a:noFill/>
                    </a:lnT>
                    <a:lnB>
                      <a:noFill/>
                    </a:lnB>
                    <a:noFill/>
                  </a:tcPr>
                </a:tc>
                <a:extLst>
                  <a:ext uri="{0D108BD9-81ED-4DB2-BD59-A6C34878D82A}">
                    <a16:rowId xmlns:a16="http://schemas.microsoft.com/office/drawing/2014/main" val="3069665074"/>
                  </a:ext>
                </a:extLst>
              </a:tr>
              <a:tr h="249753">
                <a:tc>
                  <a:txBody>
                    <a:bodyPr/>
                    <a:lstStyle/>
                    <a:p>
                      <a:pPr fontAlgn="ctr">
                        <a:buNone/>
                      </a:pPr>
                      <a:r>
                        <a:rPr lang="en-CA" sz="1000" b="1">
                          <a:effectLst/>
                        </a:rPr>
                        <a:t>12</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0.696751</a:t>
                      </a:r>
                    </a:p>
                  </a:txBody>
                  <a:tcPr marL="50015" marR="50015" marT="25008" marB="25008" anchor="ctr">
                    <a:lnL>
                      <a:noFill/>
                    </a:lnL>
                    <a:lnR>
                      <a:noFill/>
                    </a:lnR>
                    <a:lnT>
                      <a:noFill/>
                    </a:lnT>
                    <a:lnB>
                      <a:noFill/>
                    </a:lnB>
                    <a:noFill/>
                  </a:tcPr>
                </a:tc>
                <a:tc>
                  <a:txBody>
                    <a:bodyPr/>
                    <a:lstStyle/>
                    <a:p>
                      <a:pPr algn="r">
                        <a:buNone/>
                      </a:pPr>
                      <a:r>
                        <a:rPr lang="en-CA" sz="1000">
                          <a:effectLst/>
                        </a:rPr>
                        <a:t>0.688629</a:t>
                      </a:r>
                    </a:p>
                  </a:txBody>
                  <a:tcPr marL="50015" marR="50015" marT="25008" marB="25008" anchor="ctr">
                    <a:lnL>
                      <a:noFill/>
                    </a:lnL>
                    <a:lnR>
                      <a:noFill/>
                    </a:lnR>
                    <a:lnT>
                      <a:noFill/>
                    </a:lnT>
                    <a:lnB>
                      <a:noFill/>
                    </a:lnB>
                    <a:noFill/>
                  </a:tcPr>
                </a:tc>
                <a:tc>
                  <a:txBody>
                    <a:bodyPr/>
                    <a:lstStyle/>
                    <a:p>
                      <a:pPr algn="r">
                        <a:buNone/>
                      </a:pPr>
                      <a:r>
                        <a:rPr lang="en-CA" sz="1000">
                          <a:effectLst/>
                        </a:rPr>
                        <a:t>0.659574</a:t>
                      </a:r>
                    </a:p>
                  </a:txBody>
                  <a:tcPr marL="50015" marR="50015" marT="25008" marB="25008" anchor="ctr">
                    <a:lnL>
                      <a:noFill/>
                    </a:lnL>
                    <a:lnR>
                      <a:noFill/>
                    </a:lnR>
                    <a:lnT>
                      <a:noFill/>
                    </a:lnT>
                    <a:lnB>
                      <a:noFill/>
                    </a:lnB>
                    <a:noFill/>
                  </a:tcPr>
                </a:tc>
                <a:tc>
                  <a:txBody>
                    <a:bodyPr/>
                    <a:lstStyle/>
                    <a:p>
                      <a:pPr algn="r">
                        <a:buNone/>
                      </a:pPr>
                      <a:r>
                        <a:rPr lang="en-CA" sz="1000">
                          <a:effectLst/>
                        </a:rPr>
                        <a:t>0.524277</a:t>
                      </a:r>
                    </a:p>
                  </a:txBody>
                  <a:tcPr marL="50015" marR="50015" marT="25008" marB="25008" anchor="ctr">
                    <a:lnL>
                      <a:noFill/>
                    </a:lnL>
                    <a:lnR>
                      <a:noFill/>
                    </a:lnR>
                    <a:lnT>
                      <a:noFill/>
                    </a:lnT>
                    <a:lnB>
                      <a:noFill/>
                    </a:lnB>
                    <a:noFill/>
                  </a:tcPr>
                </a:tc>
                <a:tc>
                  <a:txBody>
                    <a:bodyPr/>
                    <a:lstStyle/>
                    <a:p>
                      <a:pPr algn="r">
                        <a:buNone/>
                      </a:pPr>
                      <a:r>
                        <a:rPr lang="en-CA" sz="1000">
                          <a:effectLst/>
                        </a:rPr>
                        <a:t>0.794872</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796535021"/>
                  </a:ext>
                </a:extLst>
              </a:tr>
              <a:tr h="249753">
                <a:tc>
                  <a:txBody>
                    <a:bodyPr/>
                    <a:lstStyle/>
                    <a:p>
                      <a:pPr fontAlgn="ctr">
                        <a:buNone/>
                      </a:pPr>
                      <a:r>
                        <a:rPr lang="en-CA" sz="1000" b="1">
                          <a:effectLst/>
                        </a:rPr>
                        <a:t>13</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0.688263</a:t>
                      </a:r>
                    </a:p>
                  </a:txBody>
                  <a:tcPr marL="50015" marR="50015" marT="25008" marB="25008" anchor="ctr">
                    <a:lnL>
                      <a:noFill/>
                    </a:lnL>
                    <a:lnR>
                      <a:noFill/>
                    </a:lnR>
                    <a:lnT>
                      <a:noFill/>
                    </a:lnT>
                    <a:lnB>
                      <a:noFill/>
                    </a:lnB>
                    <a:noFill/>
                  </a:tcPr>
                </a:tc>
                <a:tc>
                  <a:txBody>
                    <a:bodyPr/>
                    <a:lstStyle/>
                    <a:p>
                      <a:pPr algn="r">
                        <a:buNone/>
                      </a:pPr>
                      <a:r>
                        <a:rPr lang="en-CA" sz="1000">
                          <a:effectLst/>
                        </a:rPr>
                        <a:t>0.676231</a:t>
                      </a:r>
                    </a:p>
                  </a:txBody>
                  <a:tcPr marL="50015" marR="50015" marT="25008" marB="25008" anchor="ctr">
                    <a:lnL>
                      <a:noFill/>
                    </a:lnL>
                    <a:lnR>
                      <a:noFill/>
                    </a:lnR>
                    <a:lnT>
                      <a:noFill/>
                    </a:lnT>
                    <a:lnB>
                      <a:noFill/>
                    </a:lnB>
                    <a:noFill/>
                  </a:tcPr>
                </a:tc>
                <a:tc>
                  <a:txBody>
                    <a:bodyPr/>
                    <a:lstStyle/>
                    <a:p>
                      <a:pPr algn="r">
                        <a:buNone/>
                      </a:pPr>
                      <a:r>
                        <a:rPr lang="en-CA" sz="1000">
                          <a:effectLst/>
                        </a:rPr>
                        <a:t>0.595745</a:t>
                      </a:r>
                    </a:p>
                  </a:txBody>
                  <a:tcPr marL="50015" marR="50015" marT="25008" marB="25008" anchor="ctr">
                    <a:lnL>
                      <a:noFill/>
                    </a:lnL>
                    <a:lnR>
                      <a:noFill/>
                    </a:lnR>
                    <a:lnT>
                      <a:noFill/>
                    </a:lnT>
                    <a:lnB>
                      <a:noFill/>
                    </a:lnB>
                    <a:noFill/>
                  </a:tcPr>
                </a:tc>
                <a:tc>
                  <a:txBody>
                    <a:bodyPr/>
                    <a:lstStyle/>
                    <a:p>
                      <a:pPr algn="r">
                        <a:buNone/>
                      </a:pPr>
                      <a:r>
                        <a:rPr lang="en-CA" sz="1000">
                          <a:effectLst/>
                        </a:rPr>
                        <a:t>0.589511</a:t>
                      </a:r>
                    </a:p>
                  </a:txBody>
                  <a:tcPr marL="50015" marR="50015" marT="25008" marB="25008" anchor="ctr">
                    <a:lnL>
                      <a:noFill/>
                    </a:lnL>
                    <a:lnR>
                      <a:noFill/>
                    </a:lnR>
                    <a:lnT>
                      <a:noFill/>
                    </a:lnT>
                    <a:lnB>
                      <a:noFill/>
                    </a:lnB>
                    <a:noFill/>
                  </a:tcPr>
                </a:tc>
                <a:tc>
                  <a:txBody>
                    <a:bodyPr/>
                    <a:lstStyle/>
                    <a:p>
                      <a:pPr algn="r">
                        <a:buNone/>
                      </a:pPr>
                      <a:r>
                        <a:rPr lang="en-CA" sz="1000">
                          <a:effectLst/>
                        </a:rPr>
                        <a:t>0.577778</a:t>
                      </a:r>
                    </a:p>
                  </a:txBody>
                  <a:tcPr marL="50015" marR="50015" marT="25008" marB="25008" anchor="ctr">
                    <a:lnL>
                      <a:noFill/>
                    </a:lnL>
                    <a:lnR>
                      <a:noFill/>
                    </a:lnR>
                    <a:lnT>
                      <a:noFill/>
                    </a:lnT>
                    <a:lnB>
                      <a:noFill/>
                    </a:lnB>
                    <a:noFill/>
                  </a:tcPr>
                </a:tc>
                <a:tc>
                  <a:txBody>
                    <a:bodyPr/>
                    <a:lstStyle/>
                    <a:p>
                      <a:pPr algn="r">
                        <a:buNone/>
                      </a:pPr>
                      <a:r>
                        <a:rPr lang="en-CA" sz="1000">
                          <a:effectLst/>
                        </a:rPr>
                        <a:t>0.612245</a:t>
                      </a:r>
                    </a:p>
                  </a:txBody>
                  <a:tcPr marL="50015" marR="50015" marT="25008" marB="25008" anchor="ctr">
                    <a:lnL>
                      <a:noFill/>
                    </a:lnL>
                    <a:lnR>
                      <a:noFill/>
                    </a:lnR>
                    <a:lnT>
                      <a:noFill/>
                    </a:lnT>
                    <a:lnB>
                      <a:noFill/>
                    </a:lnB>
                    <a:noFill/>
                  </a:tcPr>
                </a:tc>
                <a:extLst>
                  <a:ext uri="{0D108BD9-81ED-4DB2-BD59-A6C34878D82A}">
                    <a16:rowId xmlns:a16="http://schemas.microsoft.com/office/drawing/2014/main" val="2521113783"/>
                  </a:ext>
                </a:extLst>
              </a:tr>
              <a:tr h="249753">
                <a:tc>
                  <a:txBody>
                    <a:bodyPr/>
                    <a:lstStyle/>
                    <a:p>
                      <a:pPr fontAlgn="ctr">
                        <a:buNone/>
                      </a:pPr>
                      <a:r>
                        <a:rPr lang="en-CA" sz="1000" b="1">
                          <a:effectLst/>
                        </a:rPr>
                        <a:t>14</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0.668917</a:t>
                      </a:r>
                    </a:p>
                  </a:txBody>
                  <a:tcPr marL="50015" marR="50015" marT="25008" marB="25008" anchor="ctr">
                    <a:lnL>
                      <a:noFill/>
                    </a:lnL>
                    <a:lnR>
                      <a:noFill/>
                    </a:lnR>
                    <a:lnT>
                      <a:noFill/>
                    </a:lnT>
                    <a:lnB>
                      <a:noFill/>
                    </a:lnB>
                    <a:noFill/>
                  </a:tcPr>
                </a:tc>
                <a:tc>
                  <a:txBody>
                    <a:bodyPr/>
                    <a:lstStyle/>
                    <a:p>
                      <a:pPr algn="r">
                        <a:buNone/>
                      </a:pPr>
                      <a:r>
                        <a:rPr lang="en-CA" sz="1000">
                          <a:effectLst/>
                        </a:rPr>
                        <a:t>0.638787</a:t>
                      </a:r>
                    </a:p>
                  </a:txBody>
                  <a:tcPr marL="50015" marR="50015" marT="25008" marB="25008" anchor="ctr">
                    <a:lnL>
                      <a:noFill/>
                    </a:lnL>
                    <a:lnR>
                      <a:noFill/>
                    </a:lnR>
                    <a:lnT>
                      <a:noFill/>
                    </a:lnT>
                    <a:lnB>
                      <a:noFill/>
                    </a:lnB>
                    <a:noFill/>
                  </a:tcPr>
                </a:tc>
                <a:tc>
                  <a:txBody>
                    <a:bodyPr/>
                    <a:lstStyle/>
                    <a:p>
                      <a:pPr algn="r">
                        <a:buNone/>
                      </a:pPr>
                      <a:r>
                        <a:rPr lang="en-CA" sz="1000">
                          <a:effectLst/>
                        </a:rPr>
                        <a:t>0.893617</a:t>
                      </a:r>
                    </a:p>
                  </a:txBody>
                  <a:tcPr marL="50015" marR="50015" marT="25008" marB="25008" anchor="ctr">
                    <a:lnL>
                      <a:noFill/>
                    </a:lnL>
                    <a:lnR>
                      <a:noFill/>
                    </a:lnR>
                    <a:lnT>
                      <a:noFill/>
                    </a:lnT>
                    <a:lnB>
                      <a:noFill/>
                    </a:lnB>
                    <a:noFill/>
                  </a:tcPr>
                </a:tc>
                <a:tc>
                  <a:txBody>
                    <a:bodyPr/>
                    <a:lstStyle/>
                    <a:p>
                      <a:pPr algn="r">
                        <a:buNone/>
                      </a:pPr>
                      <a:r>
                        <a:rPr lang="en-CA" sz="1000">
                          <a:effectLst/>
                        </a:rPr>
                        <a:t>0.892745</a:t>
                      </a:r>
                    </a:p>
                  </a:txBody>
                  <a:tcPr marL="50015" marR="50015" marT="25008" marB="25008" anchor="ctr">
                    <a:lnL>
                      <a:noFill/>
                    </a:lnL>
                    <a:lnR>
                      <a:noFill/>
                    </a:lnR>
                    <a:lnT>
                      <a:noFill/>
                    </a:lnT>
                    <a:lnB>
                      <a:noFill/>
                    </a:lnB>
                    <a:noFill/>
                  </a:tcPr>
                </a:tc>
                <a:tc>
                  <a:txBody>
                    <a:bodyPr/>
                    <a:lstStyle/>
                    <a:p>
                      <a:pPr algn="r">
                        <a:buNone/>
                      </a:pPr>
                      <a:r>
                        <a:rPr lang="en-CA" sz="1000">
                          <a:effectLst/>
                        </a:rPr>
                        <a:t>0.920635</a:t>
                      </a:r>
                    </a:p>
                  </a:txBody>
                  <a:tcPr marL="50015" marR="50015" marT="25008" marB="25008" anchor="ctr">
                    <a:lnL>
                      <a:noFill/>
                    </a:lnL>
                    <a:lnR>
                      <a:noFill/>
                    </a:lnR>
                    <a:lnT>
                      <a:noFill/>
                    </a:lnT>
                    <a:lnB>
                      <a:noFill/>
                    </a:lnB>
                    <a:noFill/>
                  </a:tcPr>
                </a:tc>
                <a:tc>
                  <a:txBody>
                    <a:bodyPr/>
                    <a:lstStyle/>
                    <a:p>
                      <a:pPr algn="r">
                        <a:buNone/>
                      </a:pPr>
                      <a:r>
                        <a:rPr lang="en-CA" sz="1000">
                          <a:effectLst/>
                        </a:rPr>
                        <a:t>0.838710</a:t>
                      </a:r>
                    </a:p>
                  </a:txBody>
                  <a:tcPr marL="50015" marR="50015" marT="25008" marB="25008" anchor="ctr">
                    <a:lnL>
                      <a:noFill/>
                    </a:lnL>
                    <a:lnR>
                      <a:noFill/>
                    </a:lnR>
                    <a:lnT>
                      <a:noFill/>
                    </a:lnT>
                    <a:lnB>
                      <a:noFill/>
                    </a:lnB>
                    <a:noFill/>
                  </a:tcPr>
                </a:tc>
                <a:extLst>
                  <a:ext uri="{0D108BD9-81ED-4DB2-BD59-A6C34878D82A}">
                    <a16:rowId xmlns:a16="http://schemas.microsoft.com/office/drawing/2014/main" val="2687967326"/>
                  </a:ext>
                </a:extLst>
              </a:tr>
              <a:tr h="249753">
                <a:tc>
                  <a:txBody>
                    <a:bodyPr/>
                    <a:lstStyle/>
                    <a:p>
                      <a:pPr fontAlgn="ctr">
                        <a:buNone/>
                      </a:pPr>
                      <a:r>
                        <a:rPr lang="en-CA" sz="1000" b="1">
                          <a:effectLst/>
                        </a:rPr>
                        <a:t>15</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0.615458</a:t>
                      </a:r>
                    </a:p>
                  </a:txBody>
                  <a:tcPr marL="50015" marR="50015" marT="25008" marB="25008" anchor="ctr">
                    <a:lnL>
                      <a:noFill/>
                    </a:lnL>
                    <a:lnR>
                      <a:noFill/>
                    </a:lnR>
                    <a:lnT>
                      <a:noFill/>
                    </a:lnT>
                    <a:lnB>
                      <a:noFill/>
                    </a:lnB>
                    <a:noFill/>
                  </a:tcPr>
                </a:tc>
                <a:tc>
                  <a:txBody>
                    <a:bodyPr/>
                    <a:lstStyle/>
                    <a:p>
                      <a:pPr algn="r">
                        <a:buNone/>
                      </a:pPr>
                      <a:r>
                        <a:rPr lang="en-CA" sz="1000">
                          <a:effectLst/>
                        </a:rPr>
                        <a:t>0.585379</a:t>
                      </a:r>
                    </a:p>
                  </a:txBody>
                  <a:tcPr marL="50015" marR="50015" marT="25008" marB="25008" anchor="ctr">
                    <a:lnL>
                      <a:noFill/>
                    </a:lnL>
                    <a:lnR>
                      <a:noFill/>
                    </a:lnR>
                    <a:lnT>
                      <a:noFill/>
                    </a:lnT>
                    <a:lnB>
                      <a:noFill/>
                    </a:lnB>
                    <a:noFill/>
                  </a:tcPr>
                </a:tc>
                <a:tc>
                  <a:txBody>
                    <a:bodyPr/>
                    <a:lstStyle/>
                    <a:p>
                      <a:pPr algn="r">
                        <a:buNone/>
                      </a:pPr>
                      <a:r>
                        <a:rPr lang="en-CA" sz="1000">
                          <a:effectLst/>
                        </a:rPr>
                        <a:t>0.851064</a:t>
                      </a:r>
                    </a:p>
                  </a:txBody>
                  <a:tcPr marL="50015" marR="50015" marT="25008" marB="25008" anchor="ctr">
                    <a:lnL>
                      <a:noFill/>
                    </a:lnL>
                    <a:lnR>
                      <a:noFill/>
                    </a:lnR>
                    <a:lnT>
                      <a:noFill/>
                    </a:lnT>
                    <a:lnB>
                      <a:noFill/>
                    </a:lnB>
                    <a:noFill/>
                  </a:tcPr>
                </a:tc>
                <a:tc>
                  <a:txBody>
                    <a:bodyPr/>
                    <a:lstStyle/>
                    <a:p>
                      <a:pPr algn="r">
                        <a:buNone/>
                      </a:pPr>
                      <a:r>
                        <a:rPr lang="en-CA" sz="1000">
                          <a:effectLst/>
                        </a:rPr>
                        <a:t>0.846797</a:t>
                      </a:r>
                    </a:p>
                  </a:txBody>
                  <a:tcPr marL="50015" marR="50015" marT="25008" marB="25008" anchor="ctr">
                    <a:lnL>
                      <a:noFill/>
                    </a:lnL>
                    <a:lnR>
                      <a:noFill/>
                    </a:lnR>
                    <a:lnT>
                      <a:noFill/>
                    </a:lnT>
                    <a:lnB>
                      <a:noFill/>
                    </a:lnB>
                    <a:noFill/>
                  </a:tcPr>
                </a:tc>
                <a:tc>
                  <a:txBody>
                    <a:bodyPr/>
                    <a:lstStyle/>
                    <a:p>
                      <a:pPr algn="r">
                        <a:buNone/>
                      </a:pPr>
                      <a:r>
                        <a:rPr lang="en-CA" sz="1000">
                          <a:effectLst/>
                        </a:rPr>
                        <a:t>0.892308</a:t>
                      </a:r>
                    </a:p>
                  </a:txBody>
                  <a:tcPr marL="50015" marR="50015" marT="25008" marB="25008" anchor="ctr">
                    <a:lnL>
                      <a:noFill/>
                    </a:lnL>
                    <a:lnR>
                      <a:noFill/>
                    </a:lnR>
                    <a:lnT>
                      <a:noFill/>
                    </a:lnT>
                    <a:lnB>
                      <a:noFill/>
                    </a:lnB>
                    <a:noFill/>
                  </a:tcPr>
                </a:tc>
                <a:tc>
                  <a:txBody>
                    <a:bodyPr/>
                    <a:lstStyle/>
                    <a:p>
                      <a:pPr algn="r">
                        <a:buNone/>
                      </a:pPr>
                      <a:r>
                        <a:rPr lang="en-CA" sz="1000">
                          <a:effectLst/>
                        </a:rPr>
                        <a:t>0.758621</a:t>
                      </a:r>
                    </a:p>
                  </a:txBody>
                  <a:tcPr marL="50015" marR="50015" marT="25008" marB="25008" anchor="ctr">
                    <a:lnL>
                      <a:noFill/>
                    </a:lnL>
                    <a:lnR>
                      <a:noFill/>
                    </a:lnR>
                    <a:lnT>
                      <a:noFill/>
                    </a:lnT>
                    <a:lnB>
                      <a:noFill/>
                    </a:lnB>
                    <a:noFill/>
                  </a:tcPr>
                </a:tc>
                <a:extLst>
                  <a:ext uri="{0D108BD9-81ED-4DB2-BD59-A6C34878D82A}">
                    <a16:rowId xmlns:a16="http://schemas.microsoft.com/office/drawing/2014/main" val="1175723443"/>
                  </a:ext>
                </a:extLst>
              </a:tr>
              <a:tr h="249753">
                <a:tc>
                  <a:txBody>
                    <a:bodyPr/>
                    <a:lstStyle/>
                    <a:p>
                      <a:pPr fontAlgn="ctr">
                        <a:buNone/>
                      </a:pPr>
                      <a:r>
                        <a:rPr lang="en-CA" sz="1000" b="1">
                          <a:effectLst/>
                        </a:rPr>
                        <a:t>16</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0.696382</a:t>
                      </a:r>
                    </a:p>
                  </a:txBody>
                  <a:tcPr marL="50015" marR="50015" marT="25008" marB="25008" anchor="ctr">
                    <a:lnL>
                      <a:noFill/>
                    </a:lnL>
                    <a:lnR>
                      <a:noFill/>
                    </a:lnR>
                    <a:lnT>
                      <a:noFill/>
                    </a:lnT>
                    <a:lnB>
                      <a:noFill/>
                    </a:lnB>
                    <a:noFill/>
                  </a:tcPr>
                </a:tc>
                <a:tc>
                  <a:txBody>
                    <a:bodyPr/>
                    <a:lstStyle/>
                    <a:p>
                      <a:pPr algn="r">
                        <a:buNone/>
                      </a:pPr>
                      <a:r>
                        <a:rPr lang="en-CA" sz="1000">
                          <a:effectLst/>
                        </a:rPr>
                        <a:t>0.689614</a:t>
                      </a:r>
                    </a:p>
                  </a:txBody>
                  <a:tcPr marL="50015" marR="50015" marT="25008" marB="25008" anchor="ctr">
                    <a:lnL>
                      <a:noFill/>
                    </a:lnL>
                    <a:lnR>
                      <a:noFill/>
                    </a:lnR>
                    <a:lnT>
                      <a:noFill/>
                    </a:lnT>
                    <a:lnB>
                      <a:noFill/>
                    </a:lnB>
                    <a:noFill/>
                  </a:tcPr>
                </a:tc>
                <a:tc>
                  <a:txBody>
                    <a:bodyPr/>
                    <a:lstStyle/>
                    <a:p>
                      <a:pPr algn="r">
                        <a:buNone/>
                      </a:pPr>
                      <a:r>
                        <a:rPr lang="en-CA" sz="1000">
                          <a:effectLst/>
                        </a:rPr>
                        <a:t>0.361702</a:t>
                      </a:r>
                    </a:p>
                  </a:txBody>
                  <a:tcPr marL="50015" marR="50015" marT="25008" marB="25008" anchor="ctr">
                    <a:lnL>
                      <a:noFill/>
                    </a:lnL>
                    <a:lnR>
                      <a:noFill/>
                    </a:lnR>
                    <a:lnT>
                      <a:noFill/>
                    </a:lnT>
                    <a:lnB>
                      <a:noFill/>
                    </a:lnB>
                    <a:noFill/>
                  </a:tcPr>
                </a:tc>
                <a:tc>
                  <a:txBody>
                    <a:bodyPr/>
                    <a:lstStyle/>
                    <a:p>
                      <a:pPr algn="r">
                        <a:buNone/>
                      </a:pPr>
                      <a:r>
                        <a:rPr lang="en-CA" sz="1000">
                          <a:effectLst/>
                        </a:rPr>
                        <a:t>0.192154</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0.531250</a:t>
                      </a:r>
                    </a:p>
                  </a:txBody>
                  <a:tcPr marL="50015" marR="50015" marT="25008" marB="25008" anchor="ctr">
                    <a:lnL>
                      <a:noFill/>
                    </a:lnL>
                    <a:lnR>
                      <a:noFill/>
                    </a:lnR>
                    <a:lnT>
                      <a:noFill/>
                    </a:lnT>
                    <a:lnB>
                      <a:noFill/>
                    </a:lnB>
                    <a:noFill/>
                  </a:tcPr>
                </a:tc>
                <a:extLst>
                  <a:ext uri="{0D108BD9-81ED-4DB2-BD59-A6C34878D82A}">
                    <a16:rowId xmlns:a16="http://schemas.microsoft.com/office/drawing/2014/main" val="2159052644"/>
                  </a:ext>
                </a:extLst>
              </a:tr>
              <a:tr h="249753">
                <a:tc>
                  <a:txBody>
                    <a:bodyPr/>
                    <a:lstStyle/>
                    <a:p>
                      <a:pPr fontAlgn="ctr">
                        <a:buNone/>
                      </a:pPr>
                      <a:r>
                        <a:rPr lang="en-CA" sz="1000" b="1">
                          <a:effectLst/>
                        </a:rPr>
                        <a:t>17</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0.697424</a:t>
                      </a:r>
                    </a:p>
                  </a:txBody>
                  <a:tcPr marL="50015" marR="50015" marT="25008" marB="25008" anchor="ctr">
                    <a:lnL>
                      <a:noFill/>
                    </a:lnL>
                    <a:lnR>
                      <a:noFill/>
                    </a:lnR>
                    <a:lnT>
                      <a:noFill/>
                    </a:lnT>
                    <a:lnB>
                      <a:noFill/>
                    </a:lnB>
                    <a:noFill/>
                  </a:tcPr>
                </a:tc>
                <a:tc>
                  <a:txBody>
                    <a:bodyPr/>
                    <a:lstStyle/>
                    <a:p>
                      <a:pPr algn="r">
                        <a:buNone/>
                      </a:pPr>
                      <a:r>
                        <a:rPr lang="en-CA" sz="1000">
                          <a:effectLst/>
                        </a:rPr>
                        <a:t>0.685593</a:t>
                      </a:r>
                    </a:p>
                  </a:txBody>
                  <a:tcPr marL="50015" marR="50015" marT="25008" marB="25008" anchor="ctr">
                    <a:lnL>
                      <a:noFill/>
                    </a:lnL>
                    <a:lnR>
                      <a:noFill/>
                    </a:lnR>
                    <a:lnT>
                      <a:noFill/>
                    </a:lnT>
                    <a:lnB>
                      <a:noFill/>
                    </a:lnB>
                    <a:noFill/>
                  </a:tcPr>
                </a:tc>
                <a:tc>
                  <a:txBody>
                    <a:bodyPr/>
                    <a:lstStyle/>
                    <a:p>
                      <a:pPr algn="r">
                        <a:buNone/>
                      </a:pPr>
                      <a:r>
                        <a:rPr lang="en-CA" sz="1000">
                          <a:effectLst/>
                        </a:rPr>
                        <a:t>0.638298</a:t>
                      </a:r>
                    </a:p>
                  </a:txBody>
                  <a:tcPr marL="50015" marR="50015" marT="25008" marB="25008" anchor="ctr">
                    <a:lnL>
                      <a:noFill/>
                    </a:lnL>
                    <a:lnR>
                      <a:noFill/>
                    </a:lnR>
                    <a:lnT>
                      <a:noFill/>
                    </a:lnT>
                    <a:lnB>
                      <a:noFill/>
                    </a:lnB>
                    <a:noFill/>
                  </a:tcPr>
                </a:tc>
                <a:tc>
                  <a:txBody>
                    <a:bodyPr/>
                    <a:lstStyle/>
                    <a:p>
                      <a:pPr algn="r">
                        <a:buNone/>
                      </a:pPr>
                      <a:r>
                        <a:rPr lang="en-CA" sz="1000">
                          <a:effectLst/>
                        </a:rPr>
                        <a:t>0.497375</a:t>
                      </a:r>
                    </a:p>
                  </a:txBody>
                  <a:tcPr marL="50015" marR="50015" marT="25008" marB="25008" anchor="ctr">
                    <a:lnL>
                      <a:noFill/>
                    </a:lnL>
                    <a:lnR>
                      <a:noFill/>
                    </a:lnR>
                    <a:lnT>
                      <a:noFill/>
                    </a:lnT>
                    <a:lnB>
                      <a:noFill/>
                    </a:lnB>
                    <a:noFill/>
                  </a:tcPr>
                </a:tc>
                <a:tc>
                  <a:txBody>
                    <a:bodyPr/>
                    <a:lstStyle/>
                    <a:p>
                      <a:pPr algn="r">
                        <a:buNone/>
                      </a:pPr>
                      <a:r>
                        <a:rPr lang="en-CA" sz="1000">
                          <a:effectLst/>
                        </a:rPr>
                        <a:t>0.779221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797527565"/>
                  </a:ext>
                </a:extLst>
              </a:tr>
              <a:tr h="249753">
                <a:tc>
                  <a:txBody>
                    <a:bodyPr/>
                    <a:lstStyle/>
                    <a:p>
                      <a:pPr fontAlgn="ctr">
                        <a:buNone/>
                      </a:pPr>
                      <a:r>
                        <a:rPr lang="en-CA" sz="1000" b="1">
                          <a:effectLst/>
                        </a:rPr>
                        <a:t>18</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0.668353</a:t>
                      </a:r>
                    </a:p>
                  </a:txBody>
                  <a:tcPr marL="50015" marR="50015" marT="25008" marB="25008" anchor="ctr">
                    <a:lnL>
                      <a:noFill/>
                    </a:lnL>
                    <a:lnR>
                      <a:noFill/>
                    </a:lnR>
                    <a:lnT>
                      <a:noFill/>
                    </a:lnT>
                    <a:lnB>
                      <a:noFill/>
                    </a:lnB>
                    <a:noFill/>
                  </a:tcPr>
                </a:tc>
                <a:tc>
                  <a:txBody>
                    <a:bodyPr/>
                    <a:lstStyle/>
                    <a:p>
                      <a:pPr algn="r">
                        <a:buNone/>
                      </a:pPr>
                      <a:r>
                        <a:rPr lang="en-CA" sz="1000">
                          <a:effectLst/>
                        </a:rPr>
                        <a:t>0.655760</a:t>
                      </a:r>
                    </a:p>
                  </a:txBody>
                  <a:tcPr marL="50015" marR="50015" marT="25008" marB="25008" anchor="ctr">
                    <a:lnL>
                      <a:noFill/>
                    </a:lnL>
                    <a:lnR>
                      <a:noFill/>
                    </a:lnR>
                    <a:lnT>
                      <a:noFill/>
                    </a:lnT>
                    <a:lnB>
                      <a:noFill/>
                    </a:lnB>
                    <a:noFill/>
                  </a:tcPr>
                </a:tc>
                <a:tc>
                  <a:txBody>
                    <a:bodyPr/>
                    <a:lstStyle/>
                    <a:p>
                      <a:pPr algn="r">
                        <a:buNone/>
                      </a:pPr>
                      <a:r>
                        <a:rPr lang="en-CA" sz="1000">
                          <a:effectLst/>
                        </a:rPr>
                        <a:t>0.680851</a:t>
                      </a:r>
                    </a:p>
                  </a:txBody>
                  <a:tcPr marL="50015" marR="50015" marT="25008" marB="25008" anchor="ctr">
                    <a:lnL>
                      <a:noFill/>
                    </a:lnL>
                    <a:lnR>
                      <a:noFill/>
                    </a:lnR>
                    <a:lnT>
                      <a:noFill/>
                    </a:lnT>
                    <a:lnB>
                      <a:noFill/>
                    </a:lnB>
                    <a:noFill/>
                  </a:tcPr>
                </a:tc>
                <a:tc>
                  <a:txBody>
                    <a:bodyPr/>
                    <a:lstStyle/>
                    <a:p>
                      <a:pPr algn="r">
                        <a:buNone/>
                      </a:pPr>
                      <a:r>
                        <a:rPr lang="en-CA" sz="1000">
                          <a:effectLst/>
                        </a:rPr>
                        <a:t>0.586786</a:t>
                      </a:r>
                    </a:p>
                  </a:txBody>
                  <a:tcPr marL="50015" marR="50015" marT="25008" marB="25008" anchor="ctr">
                    <a:lnL>
                      <a:noFill/>
                    </a:lnL>
                    <a:lnR>
                      <a:noFill/>
                    </a:lnR>
                    <a:lnT>
                      <a:noFill/>
                    </a:lnT>
                    <a:lnB>
                      <a:noFill/>
                    </a:lnB>
                    <a:noFill/>
                  </a:tcPr>
                </a:tc>
                <a:tc>
                  <a:txBody>
                    <a:bodyPr/>
                    <a:lstStyle/>
                    <a:p>
                      <a:pPr algn="r">
                        <a:buNone/>
                      </a:pPr>
                      <a:r>
                        <a:rPr lang="en-CA" sz="1000">
                          <a:effectLst/>
                        </a:rPr>
                        <a:t>0.800000</a:t>
                      </a:r>
                    </a:p>
                  </a:txBody>
                  <a:tcPr marL="50015" marR="50015" marT="25008" marB="25008" anchor="ctr">
                    <a:lnL>
                      <a:noFill/>
                    </a:lnL>
                    <a:lnR>
                      <a:noFill/>
                    </a:lnR>
                    <a:lnT>
                      <a:noFill/>
                    </a:lnT>
                    <a:lnB>
                      <a:noFill/>
                    </a:lnB>
                    <a:noFill/>
                  </a:tcPr>
                </a:tc>
                <a:tc>
                  <a:txBody>
                    <a:bodyPr/>
                    <a:lstStyle/>
                    <a:p>
                      <a:pPr algn="r">
                        <a:buNone/>
                      </a:pPr>
                      <a:r>
                        <a:rPr lang="en-CA" sz="1000">
                          <a:effectLst/>
                        </a:rPr>
                        <a:t>0.210526</a:t>
                      </a:r>
                    </a:p>
                  </a:txBody>
                  <a:tcPr marL="50015" marR="50015" marT="25008" marB="25008" anchor="ctr">
                    <a:lnL>
                      <a:noFill/>
                    </a:lnL>
                    <a:lnR>
                      <a:noFill/>
                    </a:lnR>
                    <a:lnT>
                      <a:noFill/>
                    </a:lnT>
                    <a:lnB>
                      <a:noFill/>
                    </a:lnB>
                    <a:noFill/>
                  </a:tcPr>
                </a:tc>
                <a:extLst>
                  <a:ext uri="{0D108BD9-81ED-4DB2-BD59-A6C34878D82A}">
                    <a16:rowId xmlns:a16="http://schemas.microsoft.com/office/drawing/2014/main" val="3013329084"/>
                  </a:ext>
                </a:extLst>
              </a:tr>
              <a:tr h="249753">
                <a:tc>
                  <a:txBody>
                    <a:bodyPr/>
                    <a:lstStyle/>
                    <a:p>
                      <a:pPr fontAlgn="ctr">
                        <a:buNone/>
                      </a:pPr>
                      <a:r>
                        <a:rPr lang="en-CA" sz="1000" b="1">
                          <a:effectLst/>
                        </a:rPr>
                        <a:t>19</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0.622997</a:t>
                      </a:r>
                    </a:p>
                  </a:txBody>
                  <a:tcPr marL="50015" marR="50015" marT="25008" marB="25008" anchor="ctr">
                    <a:lnL>
                      <a:noFill/>
                    </a:lnL>
                    <a:lnR>
                      <a:noFill/>
                    </a:lnR>
                    <a:lnT>
                      <a:noFill/>
                    </a:lnT>
                    <a:lnB>
                      <a:noFill/>
                    </a:lnB>
                    <a:noFill/>
                  </a:tcPr>
                </a:tc>
                <a:tc>
                  <a:txBody>
                    <a:bodyPr/>
                    <a:lstStyle/>
                    <a:p>
                      <a:pPr algn="r">
                        <a:buNone/>
                      </a:pPr>
                      <a:r>
                        <a:rPr lang="en-CA" sz="1000">
                          <a:effectLst/>
                        </a:rPr>
                        <a:t>0.626733</a:t>
                      </a:r>
                    </a:p>
                  </a:txBody>
                  <a:tcPr marL="50015" marR="50015" marT="25008" marB="25008" anchor="ctr">
                    <a:lnL>
                      <a:noFill/>
                    </a:lnL>
                    <a:lnR>
                      <a:noFill/>
                    </a:lnR>
                    <a:lnT>
                      <a:noFill/>
                    </a:lnT>
                    <a:lnB>
                      <a:noFill/>
                    </a:lnB>
                    <a:noFill/>
                  </a:tcPr>
                </a:tc>
                <a:tc>
                  <a:txBody>
                    <a:bodyPr/>
                    <a:lstStyle/>
                    <a:p>
                      <a:pPr algn="r">
                        <a:buNone/>
                      </a:pPr>
                      <a:r>
                        <a:rPr lang="en-CA" sz="1000">
                          <a:effectLst/>
                        </a:rPr>
                        <a:t>0.659574</a:t>
                      </a:r>
                    </a:p>
                  </a:txBody>
                  <a:tcPr marL="50015" marR="50015" marT="25008" marB="25008" anchor="ctr">
                    <a:lnL>
                      <a:noFill/>
                    </a:lnL>
                    <a:lnR>
                      <a:noFill/>
                    </a:lnR>
                    <a:lnT>
                      <a:noFill/>
                    </a:lnT>
                    <a:lnB>
                      <a:noFill/>
                    </a:lnB>
                    <a:noFill/>
                  </a:tcPr>
                </a:tc>
                <a:tc>
                  <a:txBody>
                    <a:bodyPr/>
                    <a:lstStyle/>
                    <a:p>
                      <a:pPr algn="r">
                        <a:buNone/>
                      </a:pPr>
                      <a:r>
                        <a:rPr lang="en-CA" sz="1000">
                          <a:effectLst/>
                        </a:rPr>
                        <a:t>0.572628</a:t>
                      </a:r>
                    </a:p>
                  </a:txBody>
                  <a:tcPr marL="50015" marR="50015" marT="25008" marB="25008" anchor="ctr">
                    <a:lnL>
                      <a:noFill/>
                    </a:lnL>
                    <a:lnR>
                      <a:noFill/>
                    </a:lnR>
                    <a:lnT>
                      <a:noFill/>
                    </a:lnT>
                    <a:lnB>
                      <a:noFill/>
                    </a:lnB>
                    <a:noFill/>
                  </a:tcPr>
                </a:tc>
                <a:tc>
                  <a:txBody>
                    <a:bodyPr/>
                    <a:lstStyle/>
                    <a:p>
                      <a:pPr algn="r">
                        <a:buNone/>
                      </a:pPr>
                      <a:r>
                        <a:rPr lang="en-CA" sz="1000">
                          <a:effectLst/>
                        </a:rPr>
                        <a:t>0.783784</a:t>
                      </a:r>
                    </a:p>
                  </a:txBody>
                  <a:tcPr marL="50015" marR="50015" marT="25008" marB="25008" anchor="ctr">
                    <a:lnL>
                      <a:noFill/>
                    </a:lnL>
                    <a:lnR>
                      <a:noFill/>
                    </a:lnR>
                    <a:lnT>
                      <a:noFill/>
                    </a:lnT>
                    <a:lnB>
                      <a:noFill/>
                    </a:lnB>
                    <a:noFill/>
                  </a:tcPr>
                </a:tc>
                <a:tc>
                  <a:txBody>
                    <a:bodyPr/>
                    <a:lstStyle/>
                    <a:p>
                      <a:pPr algn="r">
                        <a:buNone/>
                      </a:pPr>
                      <a:r>
                        <a:rPr lang="en-CA" sz="1000" dirty="0">
                          <a:effectLst/>
                        </a:rPr>
                        <a:t>0.200000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898423562"/>
                  </a:ext>
                </a:extLst>
              </a:tr>
            </a:tbl>
          </a:graphicData>
        </a:graphic>
      </p:graphicFrame>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1EFFDA4-4305-00D1-D8D1-6355AC0D7A8D}"/>
                  </a:ext>
                </a:extLst>
              </p14:cNvPr>
              <p14:cNvContentPartPr/>
              <p14:nvPr/>
            </p14:nvContentPartPr>
            <p14:xfrm>
              <a:off x="6095014" y="4041341"/>
              <a:ext cx="582840" cy="23040"/>
            </p14:xfrm>
          </p:contentPart>
        </mc:Choice>
        <mc:Fallback>
          <p:pic>
            <p:nvPicPr>
              <p:cNvPr id="4" name="Ink 3">
                <a:extLst>
                  <a:ext uri="{FF2B5EF4-FFF2-40B4-BE49-F238E27FC236}">
                    <a16:creationId xmlns:a16="http://schemas.microsoft.com/office/drawing/2014/main" id="{11EFFDA4-4305-00D1-D8D1-6355AC0D7A8D}"/>
                  </a:ext>
                </a:extLst>
              </p:cNvPr>
              <p:cNvPicPr/>
              <p:nvPr/>
            </p:nvPicPr>
            <p:blipFill>
              <a:blip r:embed="rId4"/>
              <a:stretch>
                <a:fillRect/>
              </a:stretch>
            </p:blipFill>
            <p:spPr>
              <a:xfrm>
                <a:off x="6041374" y="3933341"/>
                <a:ext cx="69048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1E038745-A0E0-ABC1-1FDE-C1A5FCB3AABA}"/>
                  </a:ext>
                </a:extLst>
              </p14:cNvPr>
              <p14:cNvContentPartPr/>
              <p14:nvPr/>
            </p14:nvContentPartPr>
            <p14:xfrm>
              <a:off x="6108694" y="4305941"/>
              <a:ext cx="500040" cy="16200"/>
            </p14:xfrm>
          </p:contentPart>
        </mc:Choice>
        <mc:Fallback>
          <p:pic>
            <p:nvPicPr>
              <p:cNvPr id="5" name="Ink 4">
                <a:extLst>
                  <a:ext uri="{FF2B5EF4-FFF2-40B4-BE49-F238E27FC236}">
                    <a16:creationId xmlns:a16="http://schemas.microsoft.com/office/drawing/2014/main" id="{1E038745-A0E0-ABC1-1FDE-C1A5FCB3AABA}"/>
                  </a:ext>
                </a:extLst>
              </p:cNvPr>
              <p:cNvPicPr/>
              <p:nvPr/>
            </p:nvPicPr>
            <p:blipFill>
              <a:blip r:embed="rId6"/>
              <a:stretch>
                <a:fillRect/>
              </a:stretch>
            </p:blipFill>
            <p:spPr>
              <a:xfrm>
                <a:off x="6054694" y="4197941"/>
                <a:ext cx="60768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67B946F4-CF6C-7910-B12A-E1FA20299A98}"/>
                  </a:ext>
                </a:extLst>
              </p14:cNvPr>
              <p14:cNvContentPartPr/>
              <p14:nvPr/>
            </p14:nvContentPartPr>
            <p14:xfrm>
              <a:off x="7109494" y="4051061"/>
              <a:ext cx="570600" cy="360"/>
            </p14:xfrm>
          </p:contentPart>
        </mc:Choice>
        <mc:Fallback>
          <p:pic>
            <p:nvPicPr>
              <p:cNvPr id="6" name="Ink 5">
                <a:extLst>
                  <a:ext uri="{FF2B5EF4-FFF2-40B4-BE49-F238E27FC236}">
                    <a16:creationId xmlns:a16="http://schemas.microsoft.com/office/drawing/2014/main" id="{67B946F4-CF6C-7910-B12A-E1FA20299A98}"/>
                  </a:ext>
                </a:extLst>
              </p:cNvPr>
              <p:cNvPicPr/>
              <p:nvPr/>
            </p:nvPicPr>
            <p:blipFill>
              <a:blip r:embed="rId8"/>
              <a:stretch>
                <a:fillRect/>
              </a:stretch>
            </p:blipFill>
            <p:spPr>
              <a:xfrm>
                <a:off x="7055494" y="3943061"/>
                <a:ext cx="6782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B7DFFFF9-EA9B-6AAE-3CBA-A15DCED5B7E5}"/>
                  </a:ext>
                </a:extLst>
              </p14:cNvPr>
              <p14:cNvContentPartPr/>
              <p14:nvPr/>
            </p14:nvContentPartPr>
            <p14:xfrm>
              <a:off x="7113814" y="4268141"/>
              <a:ext cx="518760" cy="10440"/>
            </p14:xfrm>
          </p:contentPart>
        </mc:Choice>
        <mc:Fallback>
          <p:pic>
            <p:nvPicPr>
              <p:cNvPr id="8" name="Ink 7">
                <a:extLst>
                  <a:ext uri="{FF2B5EF4-FFF2-40B4-BE49-F238E27FC236}">
                    <a16:creationId xmlns:a16="http://schemas.microsoft.com/office/drawing/2014/main" id="{B7DFFFF9-EA9B-6AAE-3CBA-A15DCED5B7E5}"/>
                  </a:ext>
                </a:extLst>
              </p:cNvPr>
              <p:cNvPicPr/>
              <p:nvPr/>
            </p:nvPicPr>
            <p:blipFill>
              <a:blip r:embed="rId10"/>
              <a:stretch>
                <a:fillRect/>
              </a:stretch>
            </p:blipFill>
            <p:spPr>
              <a:xfrm>
                <a:off x="7059814" y="4160501"/>
                <a:ext cx="62640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907C5E27-67F2-A235-2203-B73226E45290}"/>
                  </a:ext>
                </a:extLst>
              </p14:cNvPr>
              <p14:cNvContentPartPr/>
              <p14:nvPr/>
            </p14:nvContentPartPr>
            <p14:xfrm>
              <a:off x="6097894" y="5031341"/>
              <a:ext cx="662400" cy="360"/>
            </p14:xfrm>
          </p:contentPart>
        </mc:Choice>
        <mc:Fallback>
          <p:pic>
            <p:nvPicPr>
              <p:cNvPr id="9" name="Ink 8">
                <a:extLst>
                  <a:ext uri="{FF2B5EF4-FFF2-40B4-BE49-F238E27FC236}">
                    <a16:creationId xmlns:a16="http://schemas.microsoft.com/office/drawing/2014/main" id="{907C5E27-67F2-A235-2203-B73226E45290}"/>
                  </a:ext>
                </a:extLst>
              </p:cNvPr>
              <p:cNvPicPr/>
              <p:nvPr/>
            </p:nvPicPr>
            <p:blipFill>
              <a:blip r:embed="rId12"/>
              <a:stretch>
                <a:fillRect/>
              </a:stretch>
            </p:blipFill>
            <p:spPr>
              <a:xfrm>
                <a:off x="6043894" y="4923701"/>
                <a:ext cx="770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B91BE5B3-8DA6-2964-B059-A87453693D97}"/>
                  </a:ext>
                </a:extLst>
              </p14:cNvPr>
              <p14:cNvContentPartPr/>
              <p14:nvPr/>
            </p14:nvContentPartPr>
            <p14:xfrm>
              <a:off x="6093934" y="5293781"/>
              <a:ext cx="611280" cy="360"/>
            </p14:xfrm>
          </p:contentPart>
        </mc:Choice>
        <mc:Fallback>
          <p:pic>
            <p:nvPicPr>
              <p:cNvPr id="11" name="Ink 10">
                <a:extLst>
                  <a:ext uri="{FF2B5EF4-FFF2-40B4-BE49-F238E27FC236}">
                    <a16:creationId xmlns:a16="http://schemas.microsoft.com/office/drawing/2014/main" id="{B91BE5B3-8DA6-2964-B059-A87453693D97}"/>
                  </a:ext>
                </a:extLst>
              </p:cNvPr>
              <p:cNvPicPr/>
              <p:nvPr/>
            </p:nvPicPr>
            <p:blipFill>
              <a:blip r:embed="rId14"/>
              <a:stretch>
                <a:fillRect/>
              </a:stretch>
            </p:blipFill>
            <p:spPr>
              <a:xfrm>
                <a:off x="6039934" y="5185781"/>
                <a:ext cx="718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3A5D85A0-B9E1-D9EE-EEEC-D072FD78915C}"/>
                  </a:ext>
                </a:extLst>
              </p14:cNvPr>
              <p14:cNvContentPartPr/>
              <p14:nvPr/>
            </p14:nvContentPartPr>
            <p14:xfrm>
              <a:off x="7105534" y="5072741"/>
              <a:ext cx="526320" cy="6480"/>
            </p14:xfrm>
          </p:contentPart>
        </mc:Choice>
        <mc:Fallback>
          <p:pic>
            <p:nvPicPr>
              <p:cNvPr id="12" name="Ink 11">
                <a:extLst>
                  <a:ext uri="{FF2B5EF4-FFF2-40B4-BE49-F238E27FC236}">
                    <a16:creationId xmlns:a16="http://schemas.microsoft.com/office/drawing/2014/main" id="{3A5D85A0-B9E1-D9EE-EEEC-D072FD78915C}"/>
                  </a:ext>
                </a:extLst>
              </p:cNvPr>
              <p:cNvPicPr/>
              <p:nvPr/>
            </p:nvPicPr>
            <p:blipFill>
              <a:blip r:embed="rId16"/>
              <a:stretch>
                <a:fillRect/>
              </a:stretch>
            </p:blipFill>
            <p:spPr>
              <a:xfrm>
                <a:off x="7051894" y="4965101"/>
                <a:ext cx="63396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9246A2DC-99E3-D49F-4D5A-9555AAB114E3}"/>
                  </a:ext>
                </a:extLst>
              </p14:cNvPr>
              <p14:cNvContentPartPr/>
              <p14:nvPr/>
            </p14:nvContentPartPr>
            <p14:xfrm>
              <a:off x="7127134" y="5289101"/>
              <a:ext cx="538560" cy="360"/>
            </p14:xfrm>
          </p:contentPart>
        </mc:Choice>
        <mc:Fallback>
          <p:pic>
            <p:nvPicPr>
              <p:cNvPr id="13" name="Ink 12">
                <a:extLst>
                  <a:ext uri="{FF2B5EF4-FFF2-40B4-BE49-F238E27FC236}">
                    <a16:creationId xmlns:a16="http://schemas.microsoft.com/office/drawing/2014/main" id="{9246A2DC-99E3-D49F-4D5A-9555AAB114E3}"/>
                  </a:ext>
                </a:extLst>
              </p:cNvPr>
              <p:cNvPicPr/>
              <p:nvPr/>
            </p:nvPicPr>
            <p:blipFill>
              <a:blip r:embed="rId18"/>
              <a:stretch>
                <a:fillRect/>
              </a:stretch>
            </p:blipFill>
            <p:spPr>
              <a:xfrm>
                <a:off x="7073494" y="5181461"/>
                <a:ext cx="6462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97498A94-0560-5E71-9310-3149ECEB4CAE}"/>
                  </a:ext>
                </a:extLst>
              </p14:cNvPr>
              <p14:cNvContentPartPr/>
              <p14:nvPr/>
            </p14:nvContentPartPr>
            <p14:xfrm>
              <a:off x="6066934" y="3788621"/>
              <a:ext cx="627120" cy="3600"/>
            </p14:xfrm>
          </p:contentPart>
        </mc:Choice>
        <mc:Fallback>
          <p:pic>
            <p:nvPicPr>
              <p:cNvPr id="15" name="Ink 14">
                <a:extLst>
                  <a:ext uri="{FF2B5EF4-FFF2-40B4-BE49-F238E27FC236}">
                    <a16:creationId xmlns:a16="http://schemas.microsoft.com/office/drawing/2014/main" id="{97498A94-0560-5E71-9310-3149ECEB4CAE}"/>
                  </a:ext>
                </a:extLst>
              </p:cNvPr>
              <p:cNvPicPr/>
              <p:nvPr/>
            </p:nvPicPr>
            <p:blipFill>
              <a:blip r:embed="rId20"/>
              <a:stretch>
                <a:fillRect/>
              </a:stretch>
            </p:blipFill>
            <p:spPr>
              <a:xfrm>
                <a:off x="6013294" y="3680621"/>
                <a:ext cx="73476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0D69984B-79AE-EFE7-7775-67E9CFA8321F}"/>
                  </a:ext>
                </a:extLst>
              </p14:cNvPr>
              <p14:cNvContentPartPr/>
              <p14:nvPr/>
            </p14:nvContentPartPr>
            <p14:xfrm>
              <a:off x="7092574" y="3783581"/>
              <a:ext cx="572400" cy="360"/>
            </p14:xfrm>
          </p:contentPart>
        </mc:Choice>
        <mc:Fallback>
          <p:pic>
            <p:nvPicPr>
              <p:cNvPr id="16" name="Ink 15">
                <a:extLst>
                  <a:ext uri="{FF2B5EF4-FFF2-40B4-BE49-F238E27FC236}">
                    <a16:creationId xmlns:a16="http://schemas.microsoft.com/office/drawing/2014/main" id="{0D69984B-79AE-EFE7-7775-67E9CFA8321F}"/>
                  </a:ext>
                </a:extLst>
              </p:cNvPr>
              <p:cNvPicPr/>
              <p:nvPr/>
            </p:nvPicPr>
            <p:blipFill>
              <a:blip r:embed="rId22"/>
              <a:stretch>
                <a:fillRect/>
              </a:stretch>
            </p:blipFill>
            <p:spPr>
              <a:xfrm>
                <a:off x="7038934" y="3675941"/>
                <a:ext cx="680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7331664A-30D8-73F7-A44E-5496EF447FBC}"/>
                  </a:ext>
                </a:extLst>
              </p14:cNvPr>
              <p14:cNvContentPartPr/>
              <p14:nvPr/>
            </p14:nvContentPartPr>
            <p14:xfrm>
              <a:off x="6087454" y="2304341"/>
              <a:ext cx="590760" cy="1800"/>
            </p14:xfrm>
          </p:contentPart>
        </mc:Choice>
        <mc:Fallback>
          <p:pic>
            <p:nvPicPr>
              <p:cNvPr id="17" name="Ink 16">
                <a:extLst>
                  <a:ext uri="{FF2B5EF4-FFF2-40B4-BE49-F238E27FC236}">
                    <a16:creationId xmlns:a16="http://schemas.microsoft.com/office/drawing/2014/main" id="{7331664A-30D8-73F7-A44E-5496EF447FBC}"/>
                  </a:ext>
                </a:extLst>
              </p:cNvPr>
              <p:cNvPicPr/>
              <p:nvPr/>
            </p:nvPicPr>
            <p:blipFill>
              <a:blip r:embed="rId24"/>
              <a:stretch>
                <a:fillRect/>
              </a:stretch>
            </p:blipFill>
            <p:spPr>
              <a:xfrm>
                <a:off x="6033454" y="2196341"/>
                <a:ext cx="69840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53091652-B6B4-5130-A992-DB2FA230ECBD}"/>
                  </a:ext>
                </a:extLst>
              </p14:cNvPr>
              <p14:cNvContentPartPr/>
              <p14:nvPr/>
            </p14:nvContentPartPr>
            <p14:xfrm>
              <a:off x="7101934" y="2301101"/>
              <a:ext cx="573120" cy="14040"/>
            </p14:xfrm>
          </p:contentPart>
        </mc:Choice>
        <mc:Fallback>
          <p:pic>
            <p:nvPicPr>
              <p:cNvPr id="18" name="Ink 17">
                <a:extLst>
                  <a:ext uri="{FF2B5EF4-FFF2-40B4-BE49-F238E27FC236}">
                    <a16:creationId xmlns:a16="http://schemas.microsoft.com/office/drawing/2014/main" id="{53091652-B6B4-5130-A992-DB2FA230ECBD}"/>
                  </a:ext>
                </a:extLst>
              </p:cNvPr>
              <p:cNvPicPr/>
              <p:nvPr/>
            </p:nvPicPr>
            <p:blipFill>
              <a:blip r:embed="rId26"/>
              <a:stretch>
                <a:fillRect/>
              </a:stretch>
            </p:blipFill>
            <p:spPr>
              <a:xfrm>
                <a:off x="7047934" y="2193461"/>
                <a:ext cx="68076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DB5004F1-F15C-AA19-0FCD-510235E558BF}"/>
                  </a:ext>
                </a:extLst>
              </p14:cNvPr>
              <p14:cNvContentPartPr/>
              <p14:nvPr/>
            </p14:nvContentPartPr>
            <p14:xfrm>
              <a:off x="6011854" y="5569901"/>
              <a:ext cx="686520" cy="8640"/>
            </p14:xfrm>
          </p:contentPart>
        </mc:Choice>
        <mc:Fallback>
          <p:pic>
            <p:nvPicPr>
              <p:cNvPr id="19" name="Ink 18">
                <a:extLst>
                  <a:ext uri="{FF2B5EF4-FFF2-40B4-BE49-F238E27FC236}">
                    <a16:creationId xmlns:a16="http://schemas.microsoft.com/office/drawing/2014/main" id="{DB5004F1-F15C-AA19-0FCD-510235E558BF}"/>
                  </a:ext>
                </a:extLst>
              </p:cNvPr>
              <p:cNvPicPr/>
              <p:nvPr/>
            </p:nvPicPr>
            <p:blipFill>
              <a:blip r:embed="rId28"/>
              <a:stretch>
                <a:fillRect/>
              </a:stretch>
            </p:blipFill>
            <p:spPr>
              <a:xfrm>
                <a:off x="5958214" y="5462261"/>
                <a:ext cx="79416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BE231EB0-A79D-D104-492C-134665201304}"/>
                  </a:ext>
                </a:extLst>
              </p14:cNvPr>
              <p14:cNvContentPartPr/>
              <p14:nvPr/>
            </p14:nvContentPartPr>
            <p14:xfrm>
              <a:off x="7126774" y="5541101"/>
              <a:ext cx="462240" cy="26280"/>
            </p14:xfrm>
          </p:contentPart>
        </mc:Choice>
        <mc:Fallback>
          <p:pic>
            <p:nvPicPr>
              <p:cNvPr id="20" name="Ink 19">
                <a:extLst>
                  <a:ext uri="{FF2B5EF4-FFF2-40B4-BE49-F238E27FC236}">
                    <a16:creationId xmlns:a16="http://schemas.microsoft.com/office/drawing/2014/main" id="{BE231EB0-A79D-D104-492C-134665201304}"/>
                  </a:ext>
                </a:extLst>
              </p:cNvPr>
              <p:cNvPicPr/>
              <p:nvPr/>
            </p:nvPicPr>
            <p:blipFill>
              <a:blip r:embed="rId30"/>
              <a:stretch>
                <a:fillRect/>
              </a:stretch>
            </p:blipFill>
            <p:spPr>
              <a:xfrm>
                <a:off x="7073134" y="5433461"/>
                <a:ext cx="56988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0896301A-C0B5-5E30-D263-42CFF7511DF9}"/>
                  </a:ext>
                </a:extLst>
              </p14:cNvPr>
              <p14:cNvContentPartPr/>
              <p14:nvPr/>
            </p14:nvContentPartPr>
            <p14:xfrm>
              <a:off x="9164734" y="2791421"/>
              <a:ext cx="498600" cy="13680"/>
            </p14:xfrm>
          </p:contentPart>
        </mc:Choice>
        <mc:Fallback>
          <p:pic>
            <p:nvPicPr>
              <p:cNvPr id="21" name="Ink 20">
                <a:extLst>
                  <a:ext uri="{FF2B5EF4-FFF2-40B4-BE49-F238E27FC236}">
                    <a16:creationId xmlns:a16="http://schemas.microsoft.com/office/drawing/2014/main" id="{0896301A-C0B5-5E30-D263-42CFF7511DF9}"/>
                  </a:ext>
                </a:extLst>
              </p:cNvPr>
              <p:cNvPicPr/>
              <p:nvPr/>
            </p:nvPicPr>
            <p:blipFill>
              <a:blip r:embed="rId32"/>
              <a:stretch>
                <a:fillRect/>
              </a:stretch>
            </p:blipFill>
            <p:spPr>
              <a:xfrm>
                <a:off x="9111094" y="2683781"/>
                <a:ext cx="60624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26AFC69C-0BC8-DC4E-2EAF-E8DA1544E9C0}"/>
                  </a:ext>
                </a:extLst>
              </p14:cNvPr>
              <p14:cNvContentPartPr/>
              <p14:nvPr/>
            </p14:nvContentPartPr>
            <p14:xfrm>
              <a:off x="9129094" y="3013181"/>
              <a:ext cx="575280" cy="18360"/>
            </p14:xfrm>
          </p:contentPart>
        </mc:Choice>
        <mc:Fallback>
          <p:pic>
            <p:nvPicPr>
              <p:cNvPr id="22" name="Ink 21">
                <a:extLst>
                  <a:ext uri="{FF2B5EF4-FFF2-40B4-BE49-F238E27FC236}">
                    <a16:creationId xmlns:a16="http://schemas.microsoft.com/office/drawing/2014/main" id="{26AFC69C-0BC8-DC4E-2EAF-E8DA1544E9C0}"/>
                  </a:ext>
                </a:extLst>
              </p:cNvPr>
              <p:cNvPicPr/>
              <p:nvPr/>
            </p:nvPicPr>
            <p:blipFill>
              <a:blip r:embed="rId34"/>
              <a:stretch>
                <a:fillRect/>
              </a:stretch>
            </p:blipFill>
            <p:spPr>
              <a:xfrm>
                <a:off x="9075454" y="2905541"/>
                <a:ext cx="68292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D4A4BC1D-A370-056B-8D03-901226F9B40C}"/>
                  </a:ext>
                </a:extLst>
              </p14:cNvPr>
              <p14:cNvContentPartPr/>
              <p14:nvPr/>
            </p14:nvContentPartPr>
            <p14:xfrm>
              <a:off x="9187054" y="1539341"/>
              <a:ext cx="562680" cy="360"/>
            </p14:xfrm>
          </p:contentPart>
        </mc:Choice>
        <mc:Fallback>
          <p:pic>
            <p:nvPicPr>
              <p:cNvPr id="23" name="Ink 22">
                <a:extLst>
                  <a:ext uri="{FF2B5EF4-FFF2-40B4-BE49-F238E27FC236}">
                    <a16:creationId xmlns:a16="http://schemas.microsoft.com/office/drawing/2014/main" id="{D4A4BC1D-A370-056B-8D03-901226F9B40C}"/>
                  </a:ext>
                </a:extLst>
              </p:cNvPr>
              <p:cNvPicPr/>
              <p:nvPr/>
            </p:nvPicPr>
            <p:blipFill>
              <a:blip r:embed="rId36"/>
              <a:stretch>
                <a:fillRect/>
              </a:stretch>
            </p:blipFill>
            <p:spPr>
              <a:xfrm>
                <a:off x="9133054" y="1431701"/>
                <a:ext cx="6703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Ink 23">
                <a:extLst>
                  <a:ext uri="{FF2B5EF4-FFF2-40B4-BE49-F238E27FC236}">
                    <a16:creationId xmlns:a16="http://schemas.microsoft.com/office/drawing/2014/main" id="{23AEF6E0-F47E-DAAF-1E3C-49FA90B7BB1A}"/>
                  </a:ext>
                </a:extLst>
              </p14:cNvPr>
              <p14:cNvContentPartPr/>
              <p14:nvPr/>
            </p14:nvContentPartPr>
            <p14:xfrm>
              <a:off x="9142414" y="4562261"/>
              <a:ext cx="507600" cy="16560"/>
            </p14:xfrm>
          </p:contentPart>
        </mc:Choice>
        <mc:Fallback>
          <p:pic>
            <p:nvPicPr>
              <p:cNvPr id="24" name="Ink 23">
                <a:extLst>
                  <a:ext uri="{FF2B5EF4-FFF2-40B4-BE49-F238E27FC236}">
                    <a16:creationId xmlns:a16="http://schemas.microsoft.com/office/drawing/2014/main" id="{23AEF6E0-F47E-DAAF-1E3C-49FA90B7BB1A}"/>
                  </a:ext>
                </a:extLst>
              </p:cNvPr>
              <p:cNvPicPr/>
              <p:nvPr/>
            </p:nvPicPr>
            <p:blipFill>
              <a:blip r:embed="rId38"/>
              <a:stretch>
                <a:fillRect/>
              </a:stretch>
            </p:blipFill>
            <p:spPr>
              <a:xfrm>
                <a:off x="9088414" y="4454261"/>
                <a:ext cx="61524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 name="Ink 1">
                <a:extLst>
                  <a:ext uri="{FF2B5EF4-FFF2-40B4-BE49-F238E27FC236}">
                    <a16:creationId xmlns:a16="http://schemas.microsoft.com/office/drawing/2014/main" id="{63BC6763-6F1B-463A-CF7D-7A611C331269}"/>
                  </a:ext>
                </a:extLst>
              </p14:cNvPr>
              <p14:cNvContentPartPr/>
              <p14:nvPr/>
            </p14:nvContentPartPr>
            <p14:xfrm>
              <a:off x="8143054" y="5522741"/>
              <a:ext cx="520920" cy="46800"/>
            </p14:xfrm>
          </p:contentPart>
        </mc:Choice>
        <mc:Fallback>
          <p:pic>
            <p:nvPicPr>
              <p:cNvPr id="2" name="Ink 1">
                <a:extLst>
                  <a:ext uri="{FF2B5EF4-FFF2-40B4-BE49-F238E27FC236}">
                    <a16:creationId xmlns:a16="http://schemas.microsoft.com/office/drawing/2014/main" id="{63BC6763-6F1B-463A-CF7D-7A611C331269}"/>
                  </a:ext>
                </a:extLst>
              </p:cNvPr>
              <p:cNvPicPr/>
              <p:nvPr/>
            </p:nvPicPr>
            <p:blipFill>
              <a:blip r:embed="rId40"/>
              <a:stretch>
                <a:fillRect/>
              </a:stretch>
            </p:blipFill>
            <p:spPr>
              <a:xfrm>
                <a:off x="8089414" y="5414741"/>
                <a:ext cx="62856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14" name="Ink 13">
                <a:extLst>
                  <a:ext uri="{FF2B5EF4-FFF2-40B4-BE49-F238E27FC236}">
                    <a16:creationId xmlns:a16="http://schemas.microsoft.com/office/drawing/2014/main" id="{2A152C97-4BFE-727F-0341-EEC5C715941D}"/>
                  </a:ext>
                </a:extLst>
              </p14:cNvPr>
              <p14:cNvContentPartPr/>
              <p14:nvPr/>
            </p14:nvContentPartPr>
            <p14:xfrm>
              <a:off x="9125494" y="5813261"/>
              <a:ext cx="541440" cy="28080"/>
            </p14:xfrm>
          </p:contentPart>
        </mc:Choice>
        <mc:Fallback>
          <p:pic>
            <p:nvPicPr>
              <p:cNvPr id="14" name="Ink 13">
                <a:extLst>
                  <a:ext uri="{FF2B5EF4-FFF2-40B4-BE49-F238E27FC236}">
                    <a16:creationId xmlns:a16="http://schemas.microsoft.com/office/drawing/2014/main" id="{2A152C97-4BFE-727F-0341-EEC5C715941D}"/>
                  </a:ext>
                </a:extLst>
              </p:cNvPr>
              <p:cNvPicPr/>
              <p:nvPr/>
            </p:nvPicPr>
            <p:blipFill>
              <a:blip r:embed="rId42"/>
              <a:stretch>
                <a:fillRect/>
              </a:stretch>
            </p:blipFill>
            <p:spPr>
              <a:xfrm>
                <a:off x="9071854" y="5705621"/>
                <a:ext cx="649080" cy="243720"/>
              </a:xfrm>
              <a:prstGeom prst="rect">
                <a:avLst/>
              </a:prstGeom>
            </p:spPr>
          </p:pic>
        </mc:Fallback>
      </mc:AlternateContent>
    </p:spTree>
    <p:extLst>
      <p:ext uri="{BB962C8B-B14F-4D97-AF65-F5344CB8AC3E}">
        <p14:creationId xmlns:p14="http://schemas.microsoft.com/office/powerpoint/2010/main" val="2666369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51A4D-14D9-1072-61AF-16FA59E3BBA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069AE264-8C0E-9853-4BDC-1758BA847B56}"/>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 Intensity</a:t>
            </a:r>
            <a:r>
              <a:rPr lang="en-US" dirty="0"/>
              <a:t>)</a:t>
            </a:r>
          </a:p>
        </p:txBody>
      </p:sp>
      <p:sp>
        <p:nvSpPr>
          <p:cNvPr id="2" name="TextBox 1">
            <a:extLst>
              <a:ext uri="{FF2B5EF4-FFF2-40B4-BE49-F238E27FC236}">
                <a16:creationId xmlns:a16="http://schemas.microsoft.com/office/drawing/2014/main" id="{0C4E309C-5E68-638F-135B-1CDCB715EE9F}"/>
              </a:ext>
            </a:extLst>
          </p:cNvPr>
          <p:cNvSpPr txBox="1"/>
          <p:nvPr/>
        </p:nvSpPr>
        <p:spPr>
          <a:xfrm>
            <a:off x="8737257" y="94389"/>
            <a:ext cx="2545492" cy="461665"/>
          </a:xfrm>
          <a:prstGeom prst="rect">
            <a:avLst/>
          </a:prstGeom>
          <a:noFill/>
        </p:spPr>
        <p:txBody>
          <a:bodyPr wrap="square" rtlCol="0">
            <a:spAutoFit/>
          </a:bodyPr>
          <a:lstStyle/>
          <a:p>
            <a:r>
              <a:rPr lang="en-US" sz="2400" b="1" dirty="0">
                <a:solidFill>
                  <a:schemeClr val="accent2">
                    <a:lumMod val="50000"/>
                  </a:schemeClr>
                </a:solidFill>
              </a:rPr>
              <a:t>Phase 3</a:t>
            </a:r>
          </a:p>
        </p:txBody>
      </p:sp>
      <p:sp>
        <p:nvSpPr>
          <p:cNvPr id="3" name="TextBox 2">
            <a:extLst>
              <a:ext uri="{FF2B5EF4-FFF2-40B4-BE49-F238E27FC236}">
                <a16:creationId xmlns:a16="http://schemas.microsoft.com/office/drawing/2014/main" id="{62C53390-3779-73F2-A929-58C0B723D1B2}"/>
              </a:ext>
            </a:extLst>
          </p:cNvPr>
          <p:cNvSpPr txBox="1"/>
          <p:nvPr/>
        </p:nvSpPr>
        <p:spPr>
          <a:xfrm>
            <a:off x="10900717" y="186723"/>
            <a:ext cx="1223319" cy="369332"/>
          </a:xfrm>
          <a:prstGeom prst="rect">
            <a:avLst/>
          </a:prstGeom>
          <a:noFill/>
        </p:spPr>
        <p:txBody>
          <a:bodyPr wrap="square" rtlCol="0">
            <a:spAutoFit/>
          </a:bodyPr>
          <a:lstStyle/>
          <a:p>
            <a:r>
              <a:rPr lang="en-US" dirty="0"/>
              <a:t>V23. xlsx</a:t>
            </a:r>
          </a:p>
        </p:txBody>
      </p:sp>
      <p:pic>
        <p:nvPicPr>
          <p:cNvPr id="4" name="Picture 3">
            <a:extLst>
              <a:ext uri="{FF2B5EF4-FFF2-40B4-BE49-F238E27FC236}">
                <a16:creationId xmlns:a16="http://schemas.microsoft.com/office/drawing/2014/main" id="{0D6FAB9B-3077-794C-F660-2D719ADAB33F}"/>
              </a:ext>
            </a:extLst>
          </p:cNvPr>
          <p:cNvPicPr>
            <a:picLocks noChangeAspect="1"/>
          </p:cNvPicPr>
          <p:nvPr/>
        </p:nvPicPr>
        <p:blipFill>
          <a:blip r:embed="rId3"/>
          <a:stretch>
            <a:fillRect/>
          </a:stretch>
        </p:blipFill>
        <p:spPr>
          <a:xfrm>
            <a:off x="242159" y="2505905"/>
            <a:ext cx="11531204" cy="848034"/>
          </a:xfrm>
          <a:prstGeom prst="rect">
            <a:avLst/>
          </a:prstGeom>
        </p:spPr>
      </p:pic>
      <p:sp>
        <p:nvSpPr>
          <p:cNvPr id="5" name="TextBox 4">
            <a:extLst>
              <a:ext uri="{FF2B5EF4-FFF2-40B4-BE49-F238E27FC236}">
                <a16:creationId xmlns:a16="http://schemas.microsoft.com/office/drawing/2014/main" id="{27D23602-62CB-019E-A5DC-97804E580901}"/>
              </a:ext>
            </a:extLst>
          </p:cNvPr>
          <p:cNvSpPr txBox="1"/>
          <p:nvPr/>
        </p:nvSpPr>
        <p:spPr>
          <a:xfrm>
            <a:off x="667266" y="4506846"/>
            <a:ext cx="4411362" cy="923330"/>
          </a:xfrm>
          <a:prstGeom prst="rect">
            <a:avLst/>
          </a:prstGeom>
          <a:noFill/>
        </p:spPr>
        <p:txBody>
          <a:bodyPr wrap="square" rtlCol="0">
            <a:spAutoFit/>
          </a:bodyPr>
          <a:lstStyle/>
          <a:p>
            <a:r>
              <a:rPr lang="en-US" dirty="0"/>
              <a:t>Stratified K Fold</a:t>
            </a:r>
          </a:p>
          <a:p>
            <a:r>
              <a:rPr lang="en-US" dirty="0"/>
              <a:t>No Class Weight Loss</a:t>
            </a:r>
          </a:p>
          <a:p>
            <a:r>
              <a:rPr lang="en-US" dirty="0"/>
              <a:t>Weighted Sampling</a:t>
            </a:r>
          </a:p>
        </p:txBody>
      </p:sp>
      <p:sp>
        <p:nvSpPr>
          <p:cNvPr id="7" name="TextBox 6">
            <a:extLst>
              <a:ext uri="{FF2B5EF4-FFF2-40B4-BE49-F238E27FC236}">
                <a16:creationId xmlns:a16="http://schemas.microsoft.com/office/drawing/2014/main" id="{CCB0F95A-BC41-A0EF-B482-0F6276B282FF}"/>
              </a:ext>
            </a:extLst>
          </p:cNvPr>
          <p:cNvSpPr txBox="1"/>
          <p:nvPr/>
        </p:nvSpPr>
        <p:spPr>
          <a:xfrm>
            <a:off x="3419733" y="751578"/>
            <a:ext cx="6098058" cy="1754326"/>
          </a:xfrm>
          <a:prstGeom prst="rect">
            <a:avLst/>
          </a:prstGeom>
          <a:noFill/>
        </p:spPr>
        <p:txBody>
          <a:bodyPr wrap="square">
            <a:spAutoFit/>
          </a:bodyPr>
          <a:lstStyle/>
          <a:p>
            <a:pPr>
              <a:buNone/>
            </a:pPr>
            <a:r>
              <a:rPr lang="en-CA" sz="1800" dirty="0">
                <a:solidFill>
                  <a:srgbClr val="000000"/>
                </a:solidFill>
                <a:effectLst/>
                <a:latin typeface="-webkit-standard"/>
                <a:ea typeface="Aptos" panose="020B0004020202020204" pitchFamily="34" charset="0"/>
                <a:cs typeface="Times New Roman" panose="02020603050405020304" pitchFamily="18" charset="0"/>
              </a:rPr>
              <a:t>“Expanding the labeled dataset substantially improved model performance, enabling the classifier to reliably distinguish between low and high resource dependence. While early training epochs exhibited instability, later epochs produced consistent and balanced classification performance across folds, with F1 scores exceeding 0.70 for both classes.”</a:t>
            </a:r>
            <a:endParaRPr lang="en-CA" sz="16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6275C419-813E-E3ED-908E-72C3AD024349}"/>
              </a:ext>
            </a:extLst>
          </p:cNvPr>
          <p:cNvSpPr txBox="1"/>
          <p:nvPr/>
        </p:nvSpPr>
        <p:spPr>
          <a:xfrm>
            <a:off x="5184691" y="3718679"/>
            <a:ext cx="6098058" cy="3139321"/>
          </a:xfrm>
          <a:prstGeom prst="rect">
            <a:avLst/>
          </a:prstGeom>
          <a:noFill/>
        </p:spPr>
        <p:txBody>
          <a:bodyPr wrap="square">
            <a:spAutoFit/>
          </a:bodyPr>
          <a:lstStyle/>
          <a:p>
            <a:pPr>
              <a:buNone/>
            </a:pPr>
            <a:r>
              <a:rPr lang="en-CA" sz="1800" dirty="0">
                <a:solidFill>
                  <a:srgbClr val="000000"/>
                </a:solidFill>
                <a:effectLst/>
                <a:latin typeface="-webkit-standard"/>
                <a:ea typeface="Aptos" panose="020B0004020202020204" pitchFamily="34" charset="0"/>
                <a:cs typeface="Times New Roman" panose="02020603050405020304" pitchFamily="18" charset="0"/>
              </a:rPr>
              <a:t>“The model demonstrates predictive capability, but performance variability across folds suggests sensitivity to training data composition.”</a:t>
            </a:r>
            <a:endParaRPr lang="en-CA" sz="16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CA" sz="1800" dirty="0">
                <a:solidFill>
                  <a:srgbClr val="000000"/>
                </a:solidFill>
                <a:effectLst/>
                <a:latin typeface="-webkit-standard"/>
                <a:ea typeface="Aptos" panose="020B0004020202020204" pitchFamily="34" charset="0"/>
                <a:cs typeface="Times New Roman" panose="02020603050405020304" pitchFamily="18" charset="0"/>
              </a:rPr>
              <a:t> </a:t>
            </a:r>
            <a:endParaRPr lang="en-CA" sz="16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CA" sz="1800" dirty="0">
                <a:solidFill>
                  <a:srgbClr val="000000"/>
                </a:solidFill>
                <a:effectLst/>
                <a:latin typeface="-webkit-standard"/>
                <a:ea typeface="Aptos" panose="020B0004020202020204" pitchFamily="34" charset="0"/>
                <a:cs typeface="Times New Roman" panose="02020603050405020304" pitchFamily="18" charset="0"/>
              </a:rPr>
              <a:t>“The model achieved moderate predictive performance (Mean F1 = 0.59), with balanced classification across both classes. However, relatively high variance across cross-validation folds indicates sensitivity to training sample composition, likely reflecting both limited sample size and the conceptual ambiguity inherent in coding resource dependence in textual data.”</a:t>
            </a:r>
            <a:endParaRPr lang="en-CA" sz="16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1979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EB847E9-B7EB-3C46-571B-74B67E02AE64}"/>
              </a:ext>
            </a:extLst>
          </p:cNvPr>
          <p:cNvGraphicFramePr>
            <a:graphicFrameLocks noGrp="1"/>
          </p:cNvGraphicFramePr>
          <p:nvPr>
            <p:extLst>
              <p:ext uri="{D42A27DB-BD31-4B8C-83A1-F6EECF244321}">
                <p14:modId xmlns:p14="http://schemas.microsoft.com/office/powerpoint/2010/main" val="3136820607"/>
              </p:ext>
            </p:extLst>
          </p:nvPr>
        </p:nvGraphicFramePr>
        <p:xfrm>
          <a:off x="1762018" y="1017365"/>
          <a:ext cx="8654728" cy="5568787"/>
        </p:xfrm>
        <a:graphic>
          <a:graphicData uri="http://schemas.openxmlformats.org/drawingml/2006/table">
            <a:tbl>
              <a:tblPr/>
              <a:tblGrid>
                <a:gridCol w="1081841">
                  <a:extLst>
                    <a:ext uri="{9D8B030D-6E8A-4147-A177-3AD203B41FA5}">
                      <a16:colId xmlns:a16="http://schemas.microsoft.com/office/drawing/2014/main" val="3541819165"/>
                    </a:ext>
                  </a:extLst>
                </a:gridCol>
                <a:gridCol w="1081841">
                  <a:extLst>
                    <a:ext uri="{9D8B030D-6E8A-4147-A177-3AD203B41FA5}">
                      <a16:colId xmlns:a16="http://schemas.microsoft.com/office/drawing/2014/main" val="1340090963"/>
                    </a:ext>
                  </a:extLst>
                </a:gridCol>
                <a:gridCol w="1081841">
                  <a:extLst>
                    <a:ext uri="{9D8B030D-6E8A-4147-A177-3AD203B41FA5}">
                      <a16:colId xmlns:a16="http://schemas.microsoft.com/office/drawing/2014/main" val="4164949450"/>
                    </a:ext>
                  </a:extLst>
                </a:gridCol>
                <a:gridCol w="1081841">
                  <a:extLst>
                    <a:ext uri="{9D8B030D-6E8A-4147-A177-3AD203B41FA5}">
                      <a16:colId xmlns:a16="http://schemas.microsoft.com/office/drawing/2014/main" val="4131166838"/>
                    </a:ext>
                  </a:extLst>
                </a:gridCol>
                <a:gridCol w="1081841">
                  <a:extLst>
                    <a:ext uri="{9D8B030D-6E8A-4147-A177-3AD203B41FA5}">
                      <a16:colId xmlns:a16="http://schemas.microsoft.com/office/drawing/2014/main" val="3078260347"/>
                    </a:ext>
                  </a:extLst>
                </a:gridCol>
                <a:gridCol w="1081841">
                  <a:extLst>
                    <a:ext uri="{9D8B030D-6E8A-4147-A177-3AD203B41FA5}">
                      <a16:colId xmlns:a16="http://schemas.microsoft.com/office/drawing/2014/main" val="1564881086"/>
                    </a:ext>
                  </a:extLst>
                </a:gridCol>
                <a:gridCol w="1081841">
                  <a:extLst>
                    <a:ext uri="{9D8B030D-6E8A-4147-A177-3AD203B41FA5}">
                      <a16:colId xmlns:a16="http://schemas.microsoft.com/office/drawing/2014/main" val="3279795487"/>
                    </a:ext>
                  </a:extLst>
                </a:gridCol>
                <a:gridCol w="1081841">
                  <a:extLst>
                    <a:ext uri="{9D8B030D-6E8A-4147-A177-3AD203B41FA5}">
                      <a16:colId xmlns:a16="http://schemas.microsoft.com/office/drawing/2014/main" val="699291031"/>
                    </a:ext>
                  </a:extLst>
                </a:gridCol>
              </a:tblGrid>
              <a:tr h="448747">
                <a:tc>
                  <a:txBody>
                    <a:bodyPr/>
                    <a:lstStyle/>
                    <a:p>
                      <a:pPr algn="r">
                        <a:buNone/>
                      </a:pPr>
                      <a:endParaRPr lang="en-CA" sz="1000" b="1">
                        <a:effectLst/>
                      </a:endParaRPr>
                    </a:p>
                  </a:txBody>
                  <a:tcPr marL="50015" marR="50015" marT="25008" marB="25008" anchor="ctr">
                    <a:lnL>
                      <a:noFill/>
                    </a:lnL>
                    <a:lnR>
                      <a:noFill/>
                    </a:lnR>
                    <a:lnT>
                      <a:noFill/>
                    </a:lnT>
                    <a:lnB>
                      <a:noFill/>
                    </a:lnB>
                    <a:noFill/>
                  </a:tcPr>
                </a:tc>
                <a:tc>
                  <a:txBody>
                    <a:bodyPr/>
                    <a:lstStyle/>
                    <a:p>
                      <a:pPr algn="r">
                        <a:buNone/>
                      </a:pPr>
                      <a:r>
                        <a:rPr lang="en-CA" sz="1000" b="1">
                          <a:effectLst/>
                        </a:rPr>
                        <a:t>fold</a:t>
                      </a:r>
                    </a:p>
                  </a:txBody>
                  <a:tcPr marL="50015" marR="50015" marT="25008" marB="25008" anchor="ctr">
                    <a:lnL>
                      <a:noFill/>
                    </a:lnL>
                    <a:lnR>
                      <a:noFill/>
                    </a:lnR>
                    <a:lnT>
                      <a:noFill/>
                    </a:lnT>
                    <a:lnB>
                      <a:noFill/>
                    </a:lnB>
                    <a:noFill/>
                  </a:tcPr>
                </a:tc>
                <a:tc>
                  <a:txBody>
                    <a:bodyPr/>
                    <a:lstStyle/>
                    <a:p>
                      <a:pPr algn="r">
                        <a:buNone/>
                      </a:pPr>
                      <a:r>
                        <a:rPr lang="en-CA" sz="1000" b="1">
                          <a:effectLst/>
                        </a:rPr>
                        <a:t>Train Loss</a:t>
                      </a:r>
                    </a:p>
                  </a:txBody>
                  <a:tcPr marL="50015" marR="50015" marT="25008" marB="25008" anchor="ctr">
                    <a:lnL>
                      <a:noFill/>
                    </a:lnL>
                    <a:lnR>
                      <a:noFill/>
                    </a:lnR>
                    <a:lnT>
                      <a:noFill/>
                    </a:lnT>
                    <a:lnB>
                      <a:noFill/>
                    </a:lnB>
                    <a:noFill/>
                  </a:tcPr>
                </a:tc>
                <a:tc>
                  <a:txBody>
                    <a:bodyPr/>
                    <a:lstStyle/>
                    <a:p>
                      <a:pPr algn="r">
                        <a:buNone/>
                      </a:pPr>
                      <a:r>
                        <a:rPr lang="en-CA" sz="1000" b="1">
                          <a:effectLst/>
                        </a:rPr>
                        <a:t>Val Loss</a:t>
                      </a:r>
                    </a:p>
                  </a:txBody>
                  <a:tcPr marL="50015" marR="50015" marT="25008" marB="25008" anchor="ctr">
                    <a:lnL>
                      <a:noFill/>
                    </a:lnL>
                    <a:lnR>
                      <a:noFill/>
                    </a:lnR>
                    <a:lnT>
                      <a:noFill/>
                    </a:lnT>
                    <a:lnB>
                      <a:noFill/>
                    </a:lnB>
                    <a:noFill/>
                  </a:tcPr>
                </a:tc>
                <a:tc>
                  <a:txBody>
                    <a:bodyPr/>
                    <a:lstStyle/>
                    <a:p>
                      <a:pPr algn="r">
                        <a:buNone/>
                      </a:pPr>
                      <a:r>
                        <a:rPr lang="en-CA" sz="1000" b="1">
                          <a:effectLst/>
                        </a:rPr>
                        <a:t>Accuracy</a:t>
                      </a:r>
                    </a:p>
                  </a:txBody>
                  <a:tcPr marL="50015" marR="50015" marT="25008" marB="25008" anchor="ctr">
                    <a:lnL>
                      <a:noFill/>
                    </a:lnL>
                    <a:lnR>
                      <a:noFill/>
                    </a:lnR>
                    <a:lnT>
                      <a:noFill/>
                    </a:lnT>
                    <a:lnB>
                      <a:noFill/>
                    </a:lnB>
                    <a:noFill/>
                  </a:tcPr>
                </a:tc>
                <a:tc>
                  <a:txBody>
                    <a:bodyPr/>
                    <a:lstStyle/>
                    <a:p>
                      <a:pPr algn="r">
                        <a:buNone/>
                      </a:pPr>
                      <a:r>
                        <a:rPr lang="en-CA" sz="1000" b="1">
                          <a:effectLst/>
                        </a:rPr>
                        <a:t>Weighted F1</a:t>
                      </a:r>
                    </a:p>
                  </a:txBody>
                  <a:tcPr marL="50015" marR="50015" marT="25008" marB="25008" anchor="ctr">
                    <a:lnL>
                      <a:noFill/>
                    </a:lnL>
                    <a:lnR>
                      <a:noFill/>
                    </a:lnR>
                    <a:lnT>
                      <a:noFill/>
                    </a:lnT>
                    <a:lnB>
                      <a:noFill/>
                    </a:lnB>
                    <a:noFill/>
                  </a:tcPr>
                </a:tc>
                <a:tc>
                  <a:txBody>
                    <a:bodyPr/>
                    <a:lstStyle/>
                    <a:p>
                      <a:pPr algn="r">
                        <a:buNone/>
                      </a:pPr>
                      <a:r>
                        <a:rPr lang="en-CA" sz="1000" b="1">
                          <a:effectLst/>
                        </a:rPr>
                        <a:t>F1_0</a:t>
                      </a:r>
                    </a:p>
                  </a:txBody>
                  <a:tcPr marL="50015" marR="50015" marT="25008" marB="25008" anchor="ctr">
                    <a:lnL>
                      <a:noFill/>
                    </a:lnL>
                    <a:lnR>
                      <a:noFill/>
                    </a:lnR>
                    <a:lnT>
                      <a:noFill/>
                    </a:lnT>
                    <a:lnB>
                      <a:noFill/>
                    </a:lnB>
                    <a:noFill/>
                  </a:tcPr>
                </a:tc>
                <a:tc>
                  <a:txBody>
                    <a:bodyPr/>
                    <a:lstStyle/>
                    <a:p>
                      <a:pPr algn="r">
                        <a:buNone/>
                      </a:pPr>
                      <a:r>
                        <a:rPr lang="en-CA" sz="1000" b="1">
                          <a:effectLst/>
                        </a:rPr>
                        <a:t>F1_1</a:t>
                      </a:r>
                    </a:p>
                  </a:txBody>
                  <a:tcPr marL="50015" marR="50015" marT="25008" marB="25008" anchor="ctr">
                    <a:lnL>
                      <a:noFill/>
                    </a:lnL>
                    <a:lnR>
                      <a:noFill/>
                    </a:lnR>
                    <a:lnT>
                      <a:noFill/>
                    </a:lnT>
                    <a:lnB>
                      <a:noFill/>
                    </a:lnB>
                    <a:noFill/>
                  </a:tcPr>
                </a:tc>
                <a:extLst>
                  <a:ext uri="{0D108BD9-81ED-4DB2-BD59-A6C34878D82A}">
                    <a16:rowId xmlns:a16="http://schemas.microsoft.com/office/drawing/2014/main" val="2510837963"/>
                  </a:ext>
                </a:extLst>
              </a:tr>
              <a:tr h="256002">
                <a:tc>
                  <a:txBody>
                    <a:bodyPr/>
                    <a:lstStyle/>
                    <a:p>
                      <a:pPr fontAlgn="ctr">
                        <a:buNone/>
                      </a:pPr>
                      <a:r>
                        <a:rPr lang="en-CA" sz="1000" b="1">
                          <a:effectLst/>
                        </a:rPr>
                        <a:t>0</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0.696740</a:t>
                      </a:r>
                    </a:p>
                  </a:txBody>
                  <a:tcPr marL="50015" marR="50015" marT="25008" marB="25008" anchor="ctr">
                    <a:lnL>
                      <a:noFill/>
                    </a:lnL>
                    <a:lnR>
                      <a:noFill/>
                    </a:lnR>
                    <a:lnT>
                      <a:noFill/>
                    </a:lnT>
                    <a:lnB>
                      <a:noFill/>
                    </a:lnB>
                    <a:noFill/>
                  </a:tcPr>
                </a:tc>
                <a:tc>
                  <a:txBody>
                    <a:bodyPr/>
                    <a:lstStyle/>
                    <a:p>
                      <a:pPr algn="r">
                        <a:buNone/>
                      </a:pPr>
                      <a:r>
                        <a:rPr lang="en-CA" sz="1000">
                          <a:effectLst/>
                        </a:rPr>
                        <a:t>0.685739</a:t>
                      </a:r>
                    </a:p>
                  </a:txBody>
                  <a:tcPr marL="50015" marR="50015" marT="25008" marB="25008" anchor="ctr">
                    <a:lnL>
                      <a:noFill/>
                    </a:lnL>
                    <a:lnR>
                      <a:noFill/>
                    </a:lnR>
                    <a:lnT>
                      <a:noFill/>
                    </a:lnT>
                    <a:lnB>
                      <a:noFill/>
                    </a:lnB>
                    <a:noFill/>
                  </a:tcPr>
                </a:tc>
                <a:tc>
                  <a:txBody>
                    <a:bodyPr/>
                    <a:lstStyle/>
                    <a:p>
                      <a:pPr algn="r">
                        <a:buNone/>
                      </a:pPr>
                      <a:r>
                        <a:rPr lang="en-CA" sz="1000">
                          <a:effectLst/>
                        </a:rPr>
                        <a:t>0.632353</a:t>
                      </a:r>
                    </a:p>
                  </a:txBody>
                  <a:tcPr marL="50015" marR="50015" marT="25008" marB="25008" anchor="ctr">
                    <a:lnL>
                      <a:noFill/>
                    </a:lnL>
                    <a:lnR>
                      <a:noFill/>
                    </a:lnR>
                    <a:lnT>
                      <a:noFill/>
                    </a:lnT>
                    <a:lnB>
                      <a:noFill/>
                    </a:lnB>
                    <a:noFill/>
                  </a:tcPr>
                </a:tc>
                <a:tc>
                  <a:txBody>
                    <a:bodyPr/>
                    <a:lstStyle/>
                    <a:p>
                      <a:pPr algn="r">
                        <a:buNone/>
                      </a:pPr>
                      <a:r>
                        <a:rPr lang="en-CA" sz="1000">
                          <a:effectLst/>
                        </a:rPr>
                        <a:t>0.489931</a:t>
                      </a:r>
                    </a:p>
                  </a:txBody>
                  <a:tcPr marL="50015" marR="50015" marT="25008" marB="25008" anchor="ctr">
                    <a:lnL>
                      <a:noFill/>
                    </a:lnL>
                    <a:lnR>
                      <a:noFill/>
                    </a:lnR>
                    <a:lnT>
                      <a:noFill/>
                    </a:lnT>
                    <a:lnB>
                      <a:noFill/>
                    </a:lnB>
                    <a:noFill/>
                  </a:tcPr>
                </a:tc>
                <a:tc>
                  <a:txBody>
                    <a:bodyPr/>
                    <a:lstStyle/>
                    <a:p>
                      <a:pPr algn="r">
                        <a:buNone/>
                      </a:pPr>
                      <a:r>
                        <a:rPr lang="en-CA" sz="1000">
                          <a:effectLst/>
                        </a:rPr>
                        <a:t>0.774775</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2433667704"/>
                  </a:ext>
                </a:extLst>
              </a:tr>
              <a:tr h="256002">
                <a:tc>
                  <a:txBody>
                    <a:bodyPr/>
                    <a:lstStyle/>
                    <a:p>
                      <a:pPr fontAlgn="ctr">
                        <a:buNone/>
                      </a:pPr>
                      <a:r>
                        <a:rPr lang="en-CA" sz="1000" b="1">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0.677979</a:t>
                      </a:r>
                    </a:p>
                  </a:txBody>
                  <a:tcPr marL="50015" marR="50015" marT="25008" marB="25008" anchor="ctr">
                    <a:lnL>
                      <a:noFill/>
                    </a:lnL>
                    <a:lnR>
                      <a:noFill/>
                    </a:lnR>
                    <a:lnT>
                      <a:noFill/>
                    </a:lnT>
                    <a:lnB>
                      <a:noFill/>
                    </a:lnB>
                    <a:noFill/>
                  </a:tcPr>
                </a:tc>
                <a:tc>
                  <a:txBody>
                    <a:bodyPr/>
                    <a:lstStyle/>
                    <a:p>
                      <a:pPr algn="r">
                        <a:buNone/>
                      </a:pPr>
                      <a:r>
                        <a:rPr lang="en-CA" sz="1000">
                          <a:effectLst/>
                        </a:rPr>
                        <a:t>0.692894</a:t>
                      </a:r>
                    </a:p>
                  </a:txBody>
                  <a:tcPr marL="50015" marR="50015" marT="25008" marB="25008" anchor="ctr">
                    <a:lnL>
                      <a:noFill/>
                    </a:lnL>
                    <a:lnR>
                      <a:noFill/>
                    </a:lnR>
                    <a:lnT>
                      <a:noFill/>
                    </a:lnT>
                    <a:lnB>
                      <a:noFill/>
                    </a:lnB>
                    <a:noFill/>
                  </a:tcPr>
                </a:tc>
                <a:tc>
                  <a:txBody>
                    <a:bodyPr/>
                    <a:lstStyle/>
                    <a:p>
                      <a:pPr algn="r">
                        <a:buNone/>
                      </a:pPr>
                      <a:r>
                        <a:rPr lang="en-CA" sz="1000">
                          <a:effectLst/>
                        </a:rPr>
                        <a:t>0.367647</a:t>
                      </a:r>
                    </a:p>
                  </a:txBody>
                  <a:tcPr marL="50015" marR="50015" marT="25008" marB="25008" anchor="ctr">
                    <a:lnL>
                      <a:noFill/>
                    </a:lnL>
                    <a:lnR>
                      <a:noFill/>
                    </a:lnR>
                    <a:lnT>
                      <a:noFill/>
                    </a:lnT>
                    <a:lnB>
                      <a:noFill/>
                    </a:lnB>
                    <a:noFill/>
                  </a:tcPr>
                </a:tc>
                <a:tc>
                  <a:txBody>
                    <a:bodyPr/>
                    <a:lstStyle/>
                    <a:p>
                      <a:pPr algn="r">
                        <a:buNone/>
                      </a:pPr>
                      <a:r>
                        <a:rPr lang="en-CA" sz="1000">
                          <a:effectLst/>
                        </a:rPr>
                        <a:t>0.197660</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0.537634</a:t>
                      </a:r>
                    </a:p>
                  </a:txBody>
                  <a:tcPr marL="50015" marR="50015" marT="25008" marB="25008" anchor="ctr">
                    <a:lnL>
                      <a:noFill/>
                    </a:lnL>
                    <a:lnR>
                      <a:noFill/>
                    </a:lnR>
                    <a:lnT>
                      <a:noFill/>
                    </a:lnT>
                    <a:lnB>
                      <a:noFill/>
                    </a:lnB>
                    <a:noFill/>
                  </a:tcPr>
                </a:tc>
                <a:extLst>
                  <a:ext uri="{0D108BD9-81ED-4DB2-BD59-A6C34878D82A}">
                    <a16:rowId xmlns:a16="http://schemas.microsoft.com/office/drawing/2014/main" val="1871065073"/>
                  </a:ext>
                </a:extLst>
              </a:tr>
              <a:tr h="256002">
                <a:tc>
                  <a:txBody>
                    <a:bodyPr/>
                    <a:lstStyle/>
                    <a:p>
                      <a:pPr fontAlgn="ctr">
                        <a:buNone/>
                      </a:pPr>
                      <a:r>
                        <a:rPr lang="en-CA" sz="1000" b="1">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0.627203</a:t>
                      </a:r>
                    </a:p>
                  </a:txBody>
                  <a:tcPr marL="50015" marR="50015" marT="25008" marB="25008" anchor="ctr">
                    <a:lnL>
                      <a:noFill/>
                    </a:lnL>
                    <a:lnR>
                      <a:noFill/>
                    </a:lnR>
                    <a:lnT>
                      <a:noFill/>
                    </a:lnT>
                    <a:lnB>
                      <a:noFill/>
                    </a:lnB>
                    <a:noFill/>
                  </a:tcPr>
                </a:tc>
                <a:tc>
                  <a:txBody>
                    <a:bodyPr/>
                    <a:lstStyle/>
                    <a:p>
                      <a:pPr algn="r">
                        <a:buNone/>
                      </a:pPr>
                      <a:r>
                        <a:rPr lang="en-CA" sz="1000">
                          <a:effectLst/>
                        </a:rPr>
                        <a:t>0.556448</a:t>
                      </a:r>
                    </a:p>
                  </a:txBody>
                  <a:tcPr marL="50015" marR="50015" marT="25008" marB="25008" anchor="ctr">
                    <a:lnL>
                      <a:noFill/>
                    </a:lnL>
                    <a:lnR>
                      <a:noFill/>
                    </a:lnR>
                    <a:lnT>
                      <a:noFill/>
                    </a:lnT>
                    <a:lnB>
                      <a:noFill/>
                    </a:lnB>
                    <a:noFill/>
                  </a:tcPr>
                </a:tc>
                <a:tc>
                  <a:txBody>
                    <a:bodyPr/>
                    <a:lstStyle/>
                    <a:p>
                      <a:pPr algn="r">
                        <a:buNone/>
                      </a:pPr>
                      <a:r>
                        <a:rPr lang="en-CA" sz="1000">
                          <a:effectLst/>
                        </a:rPr>
                        <a:t>0.735294</a:t>
                      </a:r>
                    </a:p>
                  </a:txBody>
                  <a:tcPr marL="50015" marR="50015" marT="25008" marB="25008" anchor="ctr">
                    <a:lnL>
                      <a:noFill/>
                    </a:lnL>
                    <a:lnR>
                      <a:noFill/>
                    </a:lnR>
                    <a:lnT>
                      <a:noFill/>
                    </a:lnT>
                    <a:lnB>
                      <a:noFill/>
                    </a:lnB>
                    <a:noFill/>
                  </a:tcPr>
                </a:tc>
                <a:tc>
                  <a:txBody>
                    <a:bodyPr/>
                    <a:lstStyle/>
                    <a:p>
                      <a:pPr algn="r">
                        <a:buNone/>
                      </a:pPr>
                      <a:r>
                        <a:rPr lang="en-CA" sz="1000">
                          <a:effectLst/>
                        </a:rPr>
                        <a:t>0.739938</a:t>
                      </a:r>
                    </a:p>
                  </a:txBody>
                  <a:tcPr marL="50015" marR="50015" marT="25008" marB="25008" anchor="ctr">
                    <a:lnL>
                      <a:noFill/>
                    </a:lnL>
                    <a:lnR>
                      <a:noFill/>
                    </a:lnR>
                    <a:lnT>
                      <a:noFill/>
                    </a:lnT>
                    <a:lnB>
                      <a:noFill/>
                    </a:lnB>
                    <a:noFill/>
                  </a:tcPr>
                </a:tc>
                <a:tc>
                  <a:txBody>
                    <a:bodyPr/>
                    <a:lstStyle/>
                    <a:p>
                      <a:pPr algn="r">
                        <a:buNone/>
                      </a:pPr>
                      <a:r>
                        <a:rPr lang="en-CA" sz="1000">
                          <a:effectLst/>
                        </a:rPr>
                        <a:t>0.763158</a:t>
                      </a:r>
                    </a:p>
                  </a:txBody>
                  <a:tcPr marL="50015" marR="50015" marT="25008" marB="25008" anchor="ctr">
                    <a:lnL>
                      <a:noFill/>
                    </a:lnL>
                    <a:lnR>
                      <a:noFill/>
                    </a:lnR>
                    <a:lnT>
                      <a:noFill/>
                    </a:lnT>
                    <a:lnB>
                      <a:noFill/>
                    </a:lnB>
                    <a:noFill/>
                  </a:tcPr>
                </a:tc>
                <a:tc>
                  <a:txBody>
                    <a:bodyPr/>
                    <a:lstStyle/>
                    <a:p>
                      <a:pPr algn="r">
                        <a:buNone/>
                      </a:pPr>
                      <a:r>
                        <a:rPr lang="en-CA" sz="1000">
                          <a:effectLst/>
                        </a:rPr>
                        <a:t>0.700000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735678833"/>
                  </a:ext>
                </a:extLst>
              </a:tr>
              <a:tr h="256002">
                <a:tc>
                  <a:txBody>
                    <a:bodyPr/>
                    <a:lstStyle/>
                    <a:p>
                      <a:pPr fontAlgn="ctr">
                        <a:buNone/>
                      </a:pPr>
                      <a:r>
                        <a:rPr lang="en-CA" sz="1000" b="1">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0.419074</a:t>
                      </a:r>
                    </a:p>
                  </a:txBody>
                  <a:tcPr marL="50015" marR="50015" marT="25008" marB="25008" anchor="ctr">
                    <a:lnL>
                      <a:noFill/>
                    </a:lnL>
                    <a:lnR>
                      <a:noFill/>
                    </a:lnR>
                    <a:lnT>
                      <a:noFill/>
                    </a:lnT>
                    <a:lnB>
                      <a:noFill/>
                    </a:lnB>
                    <a:noFill/>
                  </a:tcPr>
                </a:tc>
                <a:tc>
                  <a:txBody>
                    <a:bodyPr/>
                    <a:lstStyle/>
                    <a:p>
                      <a:pPr algn="r">
                        <a:buNone/>
                      </a:pPr>
                      <a:r>
                        <a:rPr lang="en-CA" sz="1000">
                          <a:effectLst/>
                        </a:rPr>
                        <a:t>0.470369</a:t>
                      </a:r>
                    </a:p>
                  </a:txBody>
                  <a:tcPr marL="50015" marR="50015" marT="25008" marB="25008" anchor="ctr">
                    <a:lnL>
                      <a:noFill/>
                    </a:lnL>
                    <a:lnR>
                      <a:noFill/>
                    </a:lnR>
                    <a:lnT>
                      <a:noFill/>
                    </a:lnT>
                    <a:lnB>
                      <a:noFill/>
                    </a:lnB>
                    <a:noFill/>
                  </a:tcPr>
                </a:tc>
                <a:tc>
                  <a:txBody>
                    <a:bodyPr/>
                    <a:lstStyle/>
                    <a:p>
                      <a:pPr algn="r">
                        <a:buNone/>
                      </a:pPr>
                      <a:r>
                        <a:rPr lang="en-CA" sz="1000">
                          <a:effectLst/>
                        </a:rPr>
                        <a:t>0.735294</a:t>
                      </a:r>
                    </a:p>
                  </a:txBody>
                  <a:tcPr marL="50015" marR="50015" marT="25008" marB="25008" anchor="ctr">
                    <a:lnL>
                      <a:noFill/>
                    </a:lnL>
                    <a:lnR>
                      <a:noFill/>
                    </a:lnR>
                    <a:lnT>
                      <a:noFill/>
                    </a:lnT>
                    <a:lnB>
                      <a:noFill/>
                    </a:lnB>
                    <a:noFill/>
                  </a:tcPr>
                </a:tc>
                <a:tc>
                  <a:txBody>
                    <a:bodyPr/>
                    <a:lstStyle/>
                    <a:p>
                      <a:pPr algn="r">
                        <a:buNone/>
                      </a:pPr>
                      <a:r>
                        <a:rPr lang="en-CA" sz="1000">
                          <a:effectLst/>
                        </a:rPr>
                        <a:t>0.738642</a:t>
                      </a:r>
                    </a:p>
                  </a:txBody>
                  <a:tcPr marL="50015" marR="50015" marT="25008" marB="25008" anchor="ctr">
                    <a:lnL>
                      <a:noFill/>
                    </a:lnL>
                    <a:lnR>
                      <a:noFill/>
                    </a:lnR>
                    <a:lnT>
                      <a:noFill/>
                    </a:lnT>
                    <a:lnB>
                      <a:noFill/>
                    </a:lnB>
                    <a:noFill/>
                  </a:tcPr>
                </a:tc>
                <a:tc>
                  <a:txBody>
                    <a:bodyPr/>
                    <a:lstStyle/>
                    <a:p>
                      <a:pPr algn="r">
                        <a:buNone/>
                      </a:pPr>
                      <a:r>
                        <a:rPr lang="en-CA" sz="1000">
                          <a:effectLst/>
                        </a:rPr>
                        <a:t>0.780488</a:t>
                      </a:r>
                    </a:p>
                  </a:txBody>
                  <a:tcPr marL="50015" marR="50015" marT="25008" marB="25008" anchor="ctr">
                    <a:lnL>
                      <a:noFill/>
                    </a:lnL>
                    <a:lnR>
                      <a:noFill/>
                    </a:lnR>
                    <a:lnT>
                      <a:noFill/>
                    </a:lnT>
                    <a:lnB>
                      <a:noFill/>
                    </a:lnB>
                    <a:noFill/>
                  </a:tcPr>
                </a:tc>
                <a:tc>
                  <a:txBody>
                    <a:bodyPr/>
                    <a:lstStyle/>
                    <a:p>
                      <a:pPr algn="r">
                        <a:buNone/>
                      </a:pPr>
                      <a:r>
                        <a:rPr lang="en-CA" sz="1000">
                          <a:effectLst/>
                        </a:rPr>
                        <a:t>0.666667</a:t>
                      </a:r>
                    </a:p>
                  </a:txBody>
                  <a:tcPr marL="50015" marR="50015" marT="25008" marB="25008" anchor="ctr">
                    <a:lnL>
                      <a:noFill/>
                    </a:lnL>
                    <a:lnR>
                      <a:noFill/>
                    </a:lnR>
                    <a:lnT>
                      <a:noFill/>
                    </a:lnT>
                    <a:lnB>
                      <a:noFill/>
                    </a:lnB>
                    <a:noFill/>
                  </a:tcPr>
                </a:tc>
                <a:extLst>
                  <a:ext uri="{0D108BD9-81ED-4DB2-BD59-A6C34878D82A}">
                    <a16:rowId xmlns:a16="http://schemas.microsoft.com/office/drawing/2014/main" val="1926208859"/>
                  </a:ext>
                </a:extLst>
              </a:tr>
              <a:tr h="256002">
                <a:tc>
                  <a:txBody>
                    <a:bodyPr/>
                    <a:lstStyle/>
                    <a:p>
                      <a:pPr fontAlgn="ctr">
                        <a:buNone/>
                      </a:pPr>
                      <a:r>
                        <a:rPr lang="en-CA" sz="1000" b="1">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0.694548</a:t>
                      </a:r>
                    </a:p>
                  </a:txBody>
                  <a:tcPr marL="50015" marR="50015" marT="25008" marB="25008" anchor="ctr">
                    <a:lnL>
                      <a:noFill/>
                    </a:lnL>
                    <a:lnR>
                      <a:noFill/>
                    </a:lnR>
                    <a:lnT>
                      <a:noFill/>
                    </a:lnT>
                    <a:lnB>
                      <a:noFill/>
                    </a:lnB>
                    <a:noFill/>
                  </a:tcPr>
                </a:tc>
                <a:tc>
                  <a:txBody>
                    <a:bodyPr/>
                    <a:lstStyle/>
                    <a:p>
                      <a:pPr algn="r">
                        <a:buNone/>
                      </a:pPr>
                      <a:r>
                        <a:rPr lang="en-CA" sz="1000">
                          <a:effectLst/>
                        </a:rPr>
                        <a:t>0.704199</a:t>
                      </a:r>
                    </a:p>
                  </a:txBody>
                  <a:tcPr marL="50015" marR="50015" marT="25008" marB="25008" anchor="ctr">
                    <a:lnL>
                      <a:noFill/>
                    </a:lnL>
                    <a:lnR>
                      <a:noFill/>
                    </a:lnR>
                    <a:lnT>
                      <a:noFill/>
                    </a:lnT>
                    <a:lnB>
                      <a:noFill/>
                    </a:lnB>
                    <a:noFill/>
                  </a:tcPr>
                </a:tc>
                <a:tc>
                  <a:txBody>
                    <a:bodyPr/>
                    <a:lstStyle/>
                    <a:p>
                      <a:pPr algn="r">
                        <a:buNone/>
                      </a:pPr>
                      <a:r>
                        <a:rPr lang="en-CA" sz="1000">
                          <a:effectLst/>
                        </a:rPr>
                        <a:t>0.367647</a:t>
                      </a:r>
                    </a:p>
                  </a:txBody>
                  <a:tcPr marL="50015" marR="50015" marT="25008" marB="25008" anchor="ctr">
                    <a:lnL>
                      <a:noFill/>
                    </a:lnL>
                    <a:lnR>
                      <a:noFill/>
                    </a:lnR>
                    <a:lnT>
                      <a:noFill/>
                    </a:lnT>
                    <a:lnB>
                      <a:noFill/>
                    </a:lnB>
                    <a:noFill/>
                  </a:tcPr>
                </a:tc>
                <a:tc>
                  <a:txBody>
                    <a:bodyPr/>
                    <a:lstStyle/>
                    <a:p>
                      <a:pPr algn="r">
                        <a:buNone/>
                      </a:pPr>
                      <a:r>
                        <a:rPr lang="en-CA" sz="1000">
                          <a:effectLst/>
                        </a:rPr>
                        <a:t>0.197660</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0.537634</a:t>
                      </a:r>
                    </a:p>
                  </a:txBody>
                  <a:tcPr marL="50015" marR="50015" marT="25008" marB="25008" anchor="ctr">
                    <a:lnL>
                      <a:noFill/>
                    </a:lnL>
                    <a:lnR>
                      <a:noFill/>
                    </a:lnR>
                    <a:lnT>
                      <a:noFill/>
                    </a:lnT>
                    <a:lnB>
                      <a:noFill/>
                    </a:lnB>
                    <a:noFill/>
                  </a:tcPr>
                </a:tc>
                <a:extLst>
                  <a:ext uri="{0D108BD9-81ED-4DB2-BD59-A6C34878D82A}">
                    <a16:rowId xmlns:a16="http://schemas.microsoft.com/office/drawing/2014/main" val="2627363513"/>
                  </a:ext>
                </a:extLst>
              </a:tr>
              <a:tr h="256002">
                <a:tc>
                  <a:txBody>
                    <a:bodyPr/>
                    <a:lstStyle/>
                    <a:p>
                      <a:pPr fontAlgn="ctr">
                        <a:buNone/>
                      </a:pPr>
                      <a:r>
                        <a:rPr lang="en-CA" sz="1000" b="1">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0.684775</a:t>
                      </a:r>
                    </a:p>
                  </a:txBody>
                  <a:tcPr marL="50015" marR="50015" marT="25008" marB="25008" anchor="ctr">
                    <a:lnL>
                      <a:noFill/>
                    </a:lnL>
                    <a:lnR>
                      <a:noFill/>
                    </a:lnR>
                    <a:lnT>
                      <a:noFill/>
                    </a:lnT>
                    <a:lnB>
                      <a:noFill/>
                    </a:lnB>
                    <a:noFill/>
                  </a:tcPr>
                </a:tc>
                <a:tc>
                  <a:txBody>
                    <a:bodyPr/>
                    <a:lstStyle/>
                    <a:p>
                      <a:pPr algn="r">
                        <a:buNone/>
                      </a:pPr>
                      <a:r>
                        <a:rPr lang="en-CA" sz="1000">
                          <a:effectLst/>
                        </a:rPr>
                        <a:t>0.667640</a:t>
                      </a:r>
                    </a:p>
                  </a:txBody>
                  <a:tcPr marL="50015" marR="50015" marT="25008" marB="25008" anchor="ctr">
                    <a:lnL>
                      <a:noFill/>
                    </a:lnL>
                    <a:lnR>
                      <a:noFill/>
                    </a:lnR>
                    <a:lnT>
                      <a:noFill/>
                    </a:lnT>
                    <a:lnB>
                      <a:noFill/>
                    </a:lnB>
                    <a:noFill/>
                  </a:tcPr>
                </a:tc>
                <a:tc>
                  <a:txBody>
                    <a:bodyPr/>
                    <a:lstStyle/>
                    <a:p>
                      <a:pPr algn="r">
                        <a:buNone/>
                      </a:pPr>
                      <a:r>
                        <a:rPr lang="en-CA" sz="1000">
                          <a:effectLst/>
                        </a:rPr>
                        <a:t>0.705882</a:t>
                      </a:r>
                    </a:p>
                  </a:txBody>
                  <a:tcPr marL="50015" marR="50015" marT="25008" marB="25008" anchor="ctr">
                    <a:lnL>
                      <a:noFill/>
                    </a:lnL>
                    <a:lnR>
                      <a:noFill/>
                    </a:lnR>
                    <a:lnT>
                      <a:noFill/>
                    </a:lnT>
                    <a:lnB>
                      <a:noFill/>
                    </a:lnB>
                    <a:noFill/>
                  </a:tcPr>
                </a:tc>
                <a:tc>
                  <a:txBody>
                    <a:bodyPr/>
                    <a:lstStyle/>
                    <a:p>
                      <a:pPr algn="r">
                        <a:buNone/>
                      </a:pPr>
                      <a:r>
                        <a:rPr lang="en-CA" sz="1000">
                          <a:effectLst/>
                        </a:rPr>
                        <a:t>0.635590</a:t>
                      </a:r>
                    </a:p>
                  </a:txBody>
                  <a:tcPr marL="50015" marR="50015" marT="25008" marB="25008" anchor="ctr">
                    <a:lnL>
                      <a:noFill/>
                    </a:lnL>
                    <a:lnR>
                      <a:noFill/>
                    </a:lnR>
                    <a:lnT>
                      <a:noFill/>
                    </a:lnT>
                    <a:lnB>
                      <a:noFill/>
                    </a:lnB>
                    <a:noFill/>
                  </a:tcPr>
                </a:tc>
                <a:tc>
                  <a:txBody>
                    <a:bodyPr/>
                    <a:lstStyle/>
                    <a:p>
                      <a:pPr algn="r">
                        <a:buNone/>
                      </a:pPr>
                      <a:r>
                        <a:rPr lang="en-CA" sz="1000">
                          <a:effectLst/>
                        </a:rPr>
                        <a:t>0.811321</a:t>
                      </a:r>
                    </a:p>
                  </a:txBody>
                  <a:tcPr marL="50015" marR="50015" marT="25008" marB="25008" anchor="ctr">
                    <a:lnL>
                      <a:noFill/>
                    </a:lnL>
                    <a:lnR>
                      <a:noFill/>
                    </a:lnR>
                    <a:lnT>
                      <a:noFill/>
                    </a:lnT>
                    <a:lnB>
                      <a:noFill/>
                    </a:lnB>
                    <a:noFill/>
                  </a:tcPr>
                </a:tc>
                <a:tc>
                  <a:txBody>
                    <a:bodyPr/>
                    <a:lstStyle/>
                    <a:p>
                      <a:pPr algn="r">
                        <a:buNone/>
                      </a:pPr>
                      <a:r>
                        <a:rPr lang="en-CA" sz="1000">
                          <a:effectLst/>
                        </a:rPr>
                        <a:t>0.333333</a:t>
                      </a:r>
                    </a:p>
                  </a:txBody>
                  <a:tcPr marL="50015" marR="50015" marT="25008" marB="25008" anchor="ctr">
                    <a:lnL>
                      <a:noFill/>
                    </a:lnL>
                    <a:lnR>
                      <a:noFill/>
                    </a:lnR>
                    <a:lnT>
                      <a:noFill/>
                    </a:lnT>
                    <a:lnB>
                      <a:noFill/>
                    </a:lnB>
                    <a:noFill/>
                  </a:tcPr>
                </a:tc>
                <a:extLst>
                  <a:ext uri="{0D108BD9-81ED-4DB2-BD59-A6C34878D82A}">
                    <a16:rowId xmlns:a16="http://schemas.microsoft.com/office/drawing/2014/main" val="240798637"/>
                  </a:ext>
                </a:extLst>
              </a:tr>
              <a:tr h="256002">
                <a:tc>
                  <a:txBody>
                    <a:bodyPr/>
                    <a:lstStyle/>
                    <a:p>
                      <a:pPr fontAlgn="ctr">
                        <a:buNone/>
                      </a:pPr>
                      <a:r>
                        <a:rPr lang="en-CA" sz="1000" b="1">
                          <a:effectLst/>
                        </a:rPr>
                        <a:t>6</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0.684862</a:t>
                      </a:r>
                    </a:p>
                  </a:txBody>
                  <a:tcPr marL="50015" marR="50015" marT="25008" marB="25008" anchor="ctr">
                    <a:lnL>
                      <a:noFill/>
                    </a:lnL>
                    <a:lnR>
                      <a:noFill/>
                    </a:lnR>
                    <a:lnT>
                      <a:noFill/>
                    </a:lnT>
                    <a:lnB>
                      <a:noFill/>
                    </a:lnB>
                    <a:noFill/>
                  </a:tcPr>
                </a:tc>
                <a:tc>
                  <a:txBody>
                    <a:bodyPr/>
                    <a:lstStyle/>
                    <a:p>
                      <a:pPr algn="r">
                        <a:buNone/>
                      </a:pPr>
                      <a:r>
                        <a:rPr lang="en-CA" sz="1000">
                          <a:effectLst/>
                        </a:rPr>
                        <a:t>0.626919</a:t>
                      </a:r>
                    </a:p>
                  </a:txBody>
                  <a:tcPr marL="50015" marR="50015" marT="25008" marB="25008" anchor="ctr">
                    <a:lnL>
                      <a:noFill/>
                    </a:lnL>
                    <a:lnR>
                      <a:noFill/>
                    </a:lnR>
                    <a:lnT>
                      <a:noFill/>
                    </a:lnT>
                    <a:lnB>
                      <a:noFill/>
                    </a:lnB>
                    <a:noFill/>
                  </a:tcPr>
                </a:tc>
                <a:tc>
                  <a:txBody>
                    <a:bodyPr/>
                    <a:lstStyle/>
                    <a:p>
                      <a:pPr algn="r">
                        <a:buNone/>
                      </a:pPr>
                      <a:r>
                        <a:rPr lang="en-CA" sz="1000">
                          <a:effectLst/>
                        </a:rPr>
                        <a:t>0.779412</a:t>
                      </a:r>
                    </a:p>
                  </a:txBody>
                  <a:tcPr marL="50015" marR="50015" marT="25008" marB="25008" anchor="ctr">
                    <a:lnL>
                      <a:noFill/>
                    </a:lnL>
                    <a:lnR>
                      <a:noFill/>
                    </a:lnR>
                    <a:lnT>
                      <a:noFill/>
                    </a:lnT>
                    <a:lnB>
                      <a:noFill/>
                    </a:lnB>
                    <a:noFill/>
                  </a:tcPr>
                </a:tc>
                <a:tc>
                  <a:txBody>
                    <a:bodyPr/>
                    <a:lstStyle/>
                    <a:p>
                      <a:pPr algn="r">
                        <a:buNone/>
                      </a:pPr>
                      <a:r>
                        <a:rPr lang="en-CA" sz="1000">
                          <a:effectLst/>
                        </a:rPr>
                        <a:t>0.755143</a:t>
                      </a:r>
                    </a:p>
                  </a:txBody>
                  <a:tcPr marL="50015" marR="50015" marT="25008" marB="25008" anchor="ctr">
                    <a:lnL>
                      <a:noFill/>
                    </a:lnL>
                    <a:lnR>
                      <a:noFill/>
                    </a:lnR>
                    <a:lnT>
                      <a:noFill/>
                    </a:lnT>
                    <a:lnB>
                      <a:noFill/>
                    </a:lnB>
                    <a:noFill/>
                  </a:tcPr>
                </a:tc>
                <a:tc>
                  <a:txBody>
                    <a:bodyPr/>
                    <a:lstStyle/>
                    <a:p>
                      <a:pPr algn="r">
                        <a:buNone/>
                      </a:pPr>
                      <a:r>
                        <a:rPr lang="en-CA" sz="1000">
                          <a:effectLst/>
                        </a:rPr>
                        <a:t>0.848485</a:t>
                      </a:r>
                    </a:p>
                  </a:txBody>
                  <a:tcPr marL="50015" marR="50015" marT="25008" marB="25008" anchor="ctr">
                    <a:lnL>
                      <a:noFill/>
                    </a:lnL>
                    <a:lnR>
                      <a:noFill/>
                    </a:lnR>
                    <a:lnT>
                      <a:noFill/>
                    </a:lnT>
                    <a:lnB>
                      <a:noFill/>
                    </a:lnB>
                    <a:noFill/>
                  </a:tcPr>
                </a:tc>
                <a:tc>
                  <a:txBody>
                    <a:bodyPr/>
                    <a:lstStyle/>
                    <a:p>
                      <a:pPr algn="r">
                        <a:buNone/>
                      </a:pPr>
                      <a:r>
                        <a:rPr lang="en-CA" sz="1000">
                          <a:effectLst/>
                        </a:rPr>
                        <a:t>0.594595</a:t>
                      </a:r>
                    </a:p>
                  </a:txBody>
                  <a:tcPr marL="50015" marR="50015" marT="25008" marB="25008" anchor="ctr">
                    <a:lnL>
                      <a:noFill/>
                    </a:lnL>
                    <a:lnR>
                      <a:noFill/>
                    </a:lnR>
                    <a:lnT>
                      <a:noFill/>
                    </a:lnT>
                    <a:lnB>
                      <a:noFill/>
                    </a:lnB>
                    <a:noFill/>
                  </a:tcPr>
                </a:tc>
                <a:extLst>
                  <a:ext uri="{0D108BD9-81ED-4DB2-BD59-A6C34878D82A}">
                    <a16:rowId xmlns:a16="http://schemas.microsoft.com/office/drawing/2014/main" val="2847159109"/>
                  </a:ext>
                </a:extLst>
              </a:tr>
              <a:tr h="256002">
                <a:tc>
                  <a:txBody>
                    <a:bodyPr/>
                    <a:lstStyle/>
                    <a:p>
                      <a:pPr fontAlgn="ctr">
                        <a:buNone/>
                      </a:pPr>
                      <a:r>
                        <a:rPr lang="en-CA" sz="1000" b="1">
                          <a:effectLst/>
                        </a:rPr>
                        <a:t>7</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0.608624</a:t>
                      </a:r>
                    </a:p>
                  </a:txBody>
                  <a:tcPr marL="50015" marR="50015" marT="25008" marB="25008" anchor="ctr">
                    <a:lnL>
                      <a:noFill/>
                    </a:lnL>
                    <a:lnR>
                      <a:noFill/>
                    </a:lnR>
                    <a:lnT>
                      <a:noFill/>
                    </a:lnT>
                    <a:lnB>
                      <a:noFill/>
                    </a:lnB>
                    <a:noFill/>
                  </a:tcPr>
                </a:tc>
                <a:tc>
                  <a:txBody>
                    <a:bodyPr/>
                    <a:lstStyle/>
                    <a:p>
                      <a:pPr algn="r">
                        <a:buNone/>
                      </a:pPr>
                      <a:r>
                        <a:rPr lang="en-CA" sz="1000">
                          <a:effectLst/>
                        </a:rPr>
                        <a:t>0.591515</a:t>
                      </a:r>
                    </a:p>
                  </a:txBody>
                  <a:tcPr marL="50015" marR="50015" marT="25008" marB="25008" anchor="ctr">
                    <a:lnL>
                      <a:noFill/>
                    </a:lnL>
                    <a:lnR>
                      <a:noFill/>
                    </a:lnR>
                    <a:lnT>
                      <a:noFill/>
                    </a:lnT>
                    <a:lnB>
                      <a:noFill/>
                    </a:lnB>
                    <a:noFill/>
                  </a:tcPr>
                </a:tc>
                <a:tc>
                  <a:txBody>
                    <a:bodyPr/>
                    <a:lstStyle/>
                    <a:p>
                      <a:pPr algn="r">
                        <a:buNone/>
                      </a:pPr>
                      <a:r>
                        <a:rPr lang="en-CA" sz="1000">
                          <a:effectLst/>
                        </a:rPr>
                        <a:t>0.808824</a:t>
                      </a:r>
                    </a:p>
                  </a:txBody>
                  <a:tcPr marL="50015" marR="50015" marT="25008" marB="25008" anchor="ctr">
                    <a:lnL>
                      <a:noFill/>
                    </a:lnL>
                    <a:lnR>
                      <a:noFill/>
                    </a:lnR>
                    <a:lnT>
                      <a:noFill/>
                    </a:lnT>
                    <a:lnB>
                      <a:noFill/>
                    </a:lnB>
                    <a:noFill/>
                  </a:tcPr>
                </a:tc>
                <a:tc>
                  <a:txBody>
                    <a:bodyPr/>
                    <a:lstStyle/>
                    <a:p>
                      <a:pPr algn="r">
                        <a:buNone/>
                      </a:pPr>
                      <a:r>
                        <a:rPr lang="en-CA" sz="1000">
                          <a:effectLst/>
                        </a:rPr>
                        <a:t>0.810779</a:t>
                      </a:r>
                    </a:p>
                  </a:txBody>
                  <a:tcPr marL="50015" marR="50015" marT="25008" marB="25008" anchor="ctr">
                    <a:lnL>
                      <a:noFill/>
                    </a:lnL>
                    <a:lnR>
                      <a:noFill/>
                    </a:lnR>
                    <a:lnT>
                      <a:noFill/>
                    </a:lnT>
                    <a:lnB>
                      <a:noFill/>
                    </a:lnB>
                    <a:noFill/>
                  </a:tcPr>
                </a:tc>
                <a:tc>
                  <a:txBody>
                    <a:bodyPr/>
                    <a:lstStyle/>
                    <a:p>
                      <a:pPr algn="r">
                        <a:buNone/>
                      </a:pPr>
                      <a:r>
                        <a:rPr lang="en-CA" sz="1000">
                          <a:effectLst/>
                        </a:rPr>
                        <a:t>0.843373</a:t>
                      </a:r>
                    </a:p>
                  </a:txBody>
                  <a:tcPr marL="50015" marR="50015" marT="25008" marB="25008" anchor="ctr">
                    <a:lnL>
                      <a:noFill/>
                    </a:lnL>
                    <a:lnR>
                      <a:noFill/>
                    </a:lnR>
                    <a:lnT>
                      <a:noFill/>
                    </a:lnT>
                    <a:lnB>
                      <a:noFill/>
                    </a:lnB>
                    <a:noFill/>
                  </a:tcPr>
                </a:tc>
                <a:tc>
                  <a:txBody>
                    <a:bodyPr/>
                    <a:lstStyle/>
                    <a:p>
                      <a:pPr algn="r">
                        <a:buNone/>
                      </a:pPr>
                      <a:r>
                        <a:rPr lang="en-CA" sz="1000">
                          <a:effectLst/>
                        </a:rPr>
                        <a:t>0.754717</a:t>
                      </a:r>
                    </a:p>
                  </a:txBody>
                  <a:tcPr marL="50015" marR="50015" marT="25008" marB="25008" anchor="ctr">
                    <a:lnL>
                      <a:noFill/>
                    </a:lnL>
                    <a:lnR>
                      <a:noFill/>
                    </a:lnR>
                    <a:lnT>
                      <a:noFill/>
                    </a:lnT>
                    <a:lnB>
                      <a:noFill/>
                    </a:lnB>
                    <a:noFill/>
                  </a:tcPr>
                </a:tc>
                <a:extLst>
                  <a:ext uri="{0D108BD9-81ED-4DB2-BD59-A6C34878D82A}">
                    <a16:rowId xmlns:a16="http://schemas.microsoft.com/office/drawing/2014/main" val="2570125675"/>
                  </a:ext>
                </a:extLst>
              </a:tr>
              <a:tr h="256002">
                <a:tc>
                  <a:txBody>
                    <a:bodyPr/>
                    <a:lstStyle/>
                    <a:p>
                      <a:pPr fontAlgn="ctr">
                        <a:buNone/>
                      </a:pPr>
                      <a:r>
                        <a:rPr lang="en-CA" sz="1000" b="1">
                          <a:effectLst/>
                        </a:rPr>
                        <a:t>8</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0.697393</a:t>
                      </a:r>
                    </a:p>
                  </a:txBody>
                  <a:tcPr marL="50015" marR="50015" marT="25008" marB="25008" anchor="ctr">
                    <a:lnL>
                      <a:noFill/>
                    </a:lnL>
                    <a:lnR>
                      <a:noFill/>
                    </a:lnR>
                    <a:lnT>
                      <a:noFill/>
                    </a:lnT>
                    <a:lnB>
                      <a:noFill/>
                    </a:lnB>
                    <a:noFill/>
                  </a:tcPr>
                </a:tc>
                <a:tc>
                  <a:txBody>
                    <a:bodyPr/>
                    <a:lstStyle/>
                    <a:p>
                      <a:pPr algn="r">
                        <a:buNone/>
                      </a:pPr>
                      <a:r>
                        <a:rPr lang="en-CA" sz="1000">
                          <a:effectLst/>
                        </a:rPr>
                        <a:t>0.700866</a:t>
                      </a:r>
                    </a:p>
                  </a:txBody>
                  <a:tcPr marL="50015" marR="50015" marT="25008" marB="25008" anchor="ctr">
                    <a:lnL>
                      <a:noFill/>
                    </a:lnL>
                    <a:lnR>
                      <a:noFill/>
                    </a:lnR>
                    <a:lnT>
                      <a:noFill/>
                    </a:lnT>
                    <a:lnB>
                      <a:noFill/>
                    </a:lnB>
                    <a:noFill/>
                  </a:tcPr>
                </a:tc>
                <a:tc>
                  <a:txBody>
                    <a:bodyPr/>
                    <a:lstStyle/>
                    <a:p>
                      <a:pPr algn="r">
                        <a:buNone/>
                      </a:pPr>
                      <a:r>
                        <a:rPr lang="en-CA" sz="1000">
                          <a:effectLst/>
                        </a:rPr>
                        <a:t>0.373134</a:t>
                      </a:r>
                    </a:p>
                  </a:txBody>
                  <a:tcPr marL="50015" marR="50015" marT="25008" marB="25008" anchor="ctr">
                    <a:lnL>
                      <a:noFill/>
                    </a:lnL>
                    <a:lnR>
                      <a:noFill/>
                    </a:lnR>
                    <a:lnT>
                      <a:noFill/>
                    </a:lnT>
                    <a:lnB>
                      <a:noFill/>
                    </a:lnB>
                    <a:noFill/>
                  </a:tcPr>
                </a:tc>
                <a:tc>
                  <a:txBody>
                    <a:bodyPr/>
                    <a:lstStyle/>
                    <a:p>
                      <a:pPr algn="r">
                        <a:buNone/>
                      </a:pPr>
                      <a:r>
                        <a:rPr lang="en-CA" sz="1000">
                          <a:effectLst/>
                        </a:rPr>
                        <a:t>0.220217</a:t>
                      </a:r>
                    </a:p>
                  </a:txBody>
                  <a:tcPr marL="50015" marR="50015" marT="25008" marB="25008" anchor="ctr">
                    <a:lnL>
                      <a:noFill/>
                    </a:lnL>
                    <a:lnR>
                      <a:noFill/>
                    </a:lnR>
                    <a:lnT>
                      <a:noFill/>
                    </a:lnT>
                    <a:lnB>
                      <a:noFill/>
                    </a:lnB>
                    <a:noFill/>
                  </a:tcPr>
                </a:tc>
                <a:tc>
                  <a:txBody>
                    <a:bodyPr/>
                    <a:lstStyle/>
                    <a:p>
                      <a:pPr algn="r">
                        <a:buNone/>
                      </a:pPr>
                      <a:r>
                        <a:rPr lang="en-CA" sz="1000">
                          <a:effectLst/>
                        </a:rPr>
                        <a:t>0.045455</a:t>
                      </a:r>
                    </a:p>
                  </a:txBody>
                  <a:tcPr marL="50015" marR="50015" marT="25008" marB="25008" anchor="ctr">
                    <a:lnL>
                      <a:noFill/>
                    </a:lnL>
                    <a:lnR>
                      <a:noFill/>
                    </a:lnR>
                    <a:lnT>
                      <a:noFill/>
                    </a:lnT>
                    <a:lnB>
                      <a:noFill/>
                    </a:lnB>
                    <a:noFill/>
                  </a:tcPr>
                </a:tc>
                <a:tc>
                  <a:txBody>
                    <a:bodyPr/>
                    <a:lstStyle/>
                    <a:p>
                      <a:pPr algn="r">
                        <a:buNone/>
                      </a:pPr>
                      <a:r>
                        <a:rPr lang="en-CA" sz="1000">
                          <a:effectLst/>
                        </a:rPr>
                        <a:t>0.533333</a:t>
                      </a:r>
                    </a:p>
                  </a:txBody>
                  <a:tcPr marL="50015" marR="50015" marT="25008" marB="25008" anchor="ctr">
                    <a:lnL>
                      <a:noFill/>
                    </a:lnL>
                    <a:lnR>
                      <a:noFill/>
                    </a:lnR>
                    <a:lnT>
                      <a:noFill/>
                    </a:lnT>
                    <a:lnB>
                      <a:noFill/>
                    </a:lnB>
                    <a:noFill/>
                  </a:tcPr>
                </a:tc>
                <a:extLst>
                  <a:ext uri="{0D108BD9-81ED-4DB2-BD59-A6C34878D82A}">
                    <a16:rowId xmlns:a16="http://schemas.microsoft.com/office/drawing/2014/main" val="246909673"/>
                  </a:ext>
                </a:extLst>
              </a:tr>
              <a:tr h="256002">
                <a:tc>
                  <a:txBody>
                    <a:bodyPr/>
                    <a:lstStyle/>
                    <a:p>
                      <a:pPr fontAlgn="ctr">
                        <a:buNone/>
                      </a:pPr>
                      <a:r>
                        <a:rPr lang="en-CA" sz="1000" b="1">
                          <a:effectLst/>
                        </a:rPr>
                        <a:t>9</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0.685998</a:t>
                      </a:r>
                    </a:p>
                  </a:txBody>
                  <a:tcPr marL="50015" marR="50015" marT="25008" marB="25008" anchor="ctr">
                    <a:lnL>
                      <a:noFill/>
                    </a:lnL>
                    <a:lnR>
                      <a:noFill/>
                    </a:lnR>
                    <a:lnT>
                      <a:noFill/>
                    </a:lnT>
                    <a:lnB>
                      <a:noFill/>
                    </a:lnB>
                    <a:noFill/>
                  </a:tcPr>
                </a:tc>
                <a:tc>
                  <a:txBody>
                    <a:bodyPr/>
                    <a:lstStyle/>
                    <a:p>
                      <a:pPr algn="r">
                        <a:buNone/>
                      </a:pPr>
                      <a:r>
                        <a:rPr lang="en-CA" sz="1000">
                          <a:effectLst/>
                        </a:rPr>
                        <a:t>0.675704</a:t>
                      </a:r>
                    </a:p>
                  </a:txBody>
                  <a:tcPr marL="50015" marR="50015" marT="25008" marB="25008" anchor="ctr">
                    <a:lnL>
                      <a:noFill/>
                    </a:lnL>
                    <a:lnR>
                      <a:noFill/>
                    </a:lnR>
                    <a:lnT>
                      <a:noFill/>
                    </a:lnT>
                    <a:lnB>
                      <a:noFill/>
                    </a:lnB>
                    <a:noFill/>
                  </a:tcPr>
                </a:tc>
                <a:tc>
                  <a:txBody>
                    <a:bodyPr/>
                    <a:lstStyle/>
                    <a:p>
                      <a:pPr algn="r">
                        <a:buNone/>
                      </a:pPr>
                      <a:r>
                        <a:rPr lang="en-CA" sz="1000">
                          <a:effectLst/>
                        </a:rPr>
                        <a:t>0.701493</a:t>
                      </a:r>
                    </a:p>
                  </a:txBody>
                  <a:tcPr marL="50015" marR="50015" marT="25008" marB="25008" anchor="ctr">
                    <a:lnL>
                      <a:noFill/>
                    </a:lnL>
                    <a:lnR>
                      <a:noFill/>
                    </a:lnR>
                    <a:lnT>
                      <a:noFill/>
                    </a:lnT>
                    <a:lnB>
                      <a:noFill/>
                    </a:lnB>
                    <a:noFill/>
                  </a:tcPr>
                </a:tc>
                <a:tc>
                  <a:txBody>
                    <a:bodyPr/>
                    <a:lstStyle/>
                    <a:p>
                      <a:pPr algn="r">
                        <a:buNone/>
                      </a:pPr>
                      <a:r>
                        <a:rPr lang="en-CA" sz="1000">
                          <a:effectLst/>
                        </a:rPr>
                        <a:t>0.703909</a:t>
                      </a:r>
                    </a:p>
                  </a:txBody>
                  <a:tcPr marL="50015" marR="50015" marT="25008" marB="25008" anchor="ctr">
                    <a:lnL>
                      <a:noFill/>
                    </a:lnL>
                    <a:lnR>
                      <a:noFill/>
                    </a:lnR>
                    <a:lnT>
                      <a:noFill/>
                    </a:lnT>
                    <a:lnB>
                      <a:noFill/>
                    </a:lnB>
                    <a:noFill/>
                  </a:tcPr>
                </a:tc>
                <a:tc>
                  <a:txBody>
                    <a:bodyPr/>
                    <a:lstStyle/>
                    <a:p>
                      <a:pPr algn="r">
                        <a:buNone/>
                      </a:pPr>
                      <a:r>
                        <a:rPr lang="en-CA" sz="1000">
                          <a:effectLst/>
                        </a:rPr>
                        <a:t>0.761905</a:t>
                      </a:r>
                    </a:p>
                  </a:txBody>
                  <a:tcPr marL="50015" marR="50015" marT="25008" marB="25008" anchor="ctr">
                    <a:lnL>
                      <a:noFill/>
                    </a:lnL>
                    <a:lnR>
                      <a:noFill/>
                    </a:lnR>
                    <a:lnT>
                      <a:noFill/>
                    </a:lnT>
                    <a:lnB>
                      <a:noFill/>
                    </a:lnB>
                    <a:noFill/>
                  </a:tcPr>
                </a:tc>
                <a:tc>
                  <a:txBody>
                    <a:bodyPr/>
                    <a:lstStyle/>
                    <a:p>
                      <a:pPr algn="r">
                        <a:buNone/>
                      </a:pPr>
                      <a:r>
                        <a:rPr lang="en-CA" sz="1000">
                          <a:effectLst/>
                        </a:rPr>
                        <a:t>0.600000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367613999"/>
                  </a:ext>
                </a:extLst>
              </a:tr>
              <a:tr h="256002">
                <a:tc>
                  <a:txBody>
                    <a:bodyPr/>
                    <a:lstStyle/>
                    <a:p>
                      <a:pPr fontAlgn="ctr">
                        <a:buNone/>
                      </a:pPr>
                      <a:r>
                        <a:rPr lang="en-CA" sz="1000" b="1">
                          <a:effectLst/>
                        </a:rPr>
                        <a:t>10</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0.574339</a:t>
                      </a:r>
                    </a:p>
                  </a:txBody>
                  <a:tcPr marL="50015" marR="50015" marT="25008" marB="25008" anchor="ctr">
                    <a:lnL>
                      <a:noFill/>
                    </a:lnL>
                    <a:lnR>
                      <a:noFill/>
                    </a:lnR>
                    <a:lnT>
                      <a:noFill/>
                    </a:lnT>
                    <a:lnB>
                      <a:noFill/>
                    </a:lnB>
                    <a:noFill/>
                  </a:tcPr>
                </a:tc>
                <a:tc>
                  <a:txBody>
                    <a:bodyPr/>
                    <a:lstStyle/>
                    <a:p>
                      <a:pPr algn="r">
                        <a:buNone/>
                      </a:pPr>
                      <a:r>
                        <a:rPr lang="en-CA" sz="1000">
                          <a:effectLst/>
                        </a:rPr>
                        <a:t>0.598587</a:t>
                      </a:r>
                    </a:p>
                  </a:txBody>
                  <a:tcPr marL="50015" marR="50015" marT="25008" marB="25008" anchor="ctr">
                    <a:lnL>
                      <a:noFill/>
                    </a:lnL>
                    <a:lnR>
                      <a:noFill/>
                    </a:lnR>
                    <a:lnT>
                      <a:noFill/>
                    </a:lnT>
                    <a:lnB>
                      <a:noFill/>
                    </a:lnB>
                    <a:noFill/>
                  </a:tcPr>
                </a:tc>
                <a:tc>
                  <a:txBody>
                    <a:bodyPr/>
                    <a:lstStyle/>
                    <a:p>
                      <a:pPr algn="r">
                        <a:buNone/>
                      </a:pPr>
                      <a:r>
                        <a:rPr lang="en-CA" sz="1000">
                          <a:effectLst/>
                        </a:rPr>
                        <a:t>0.835821</a:t>
                      </a:r>
                    </a:p>
                  </a:txBody>
                  <a:tcPr marL="50015" marR="50015" marT="25008" marB="25008" anchor="ctr">
                    <a:lnL>
                      <a:noFill/>
                    </a:lnL>
                    <a:lnR>
                      <a:noFill/>
                    </a:lnR>
                    <a:lnT>
                      <a:noFill/>
                    </a:lnT>
                    <a:lnB>
                      <a:noFill/>
                    </a:lnB>
                    <a:noFill/>
                  </a:tcPr>
                </a:tc>
                <a:tc>
                  <a:txBody>
                    <a:bodyPr/>
                    <a:lstStyle/>
                    <a:p>
                      <a:pPr algn="r">
                        <a:buNone/>
                      </a:pPr>
                      <a:r>
                        <a:rPr lang="en-CA" sz="1000">
                          <a:effectLst/>
                        </a:rPr>
                        <a:t>0.830786</a:t>
                      </a:r>
                    </a:p>
                  </a:txBody>
                  <a:tcPr marL="50015" marR="50015" marT="25008" marB="25008" anchor="ctr">
                    <a:lnL>
                      <a:noFill/>
                    </a:lnL>
                    <a:lnR>
                      <a:noFill/>
                    </a:lnR>
                    <a:lnT>
                      <a:noFill/>
                    </a:lnT>
                    <a:lnB>
                      <a:noFill/>
                    </a:lnB>
                    <a:noFill/>
                  </a:tcPr>
                </a:tc>
                <a:tc>
                  <a:txBody>
                    <a:bodyPr/>
                    <a:lstStyle/>
                    <a:p>
                      <a:pPr algn="r">
                        <a:buNone/>
                      </a:pPr>
                      <a:r>
                        <a:rPr lang="en-CA" sz="1000">
                          <a:effectLst/>
                        </a:rPr>
                        <a:t>0.879121</a:t>
                      </a:r>
                    </a:p>
                  </a:txBody>
                  <a:tcPr marL="50015" marR="50015" marT="25008" marB="25008" anchor="ctr">
                    <a:lnL>
                      <a:noFill/>
                    </a:lnL>
                    <a:lnR>
                      <a:noFill/>
                    </a:lnR>
                    <a:lnT>
                      <a:noFill/>
                    </a:lnT>
                    <a:lnB>
                      <a:noFill/>
                    </a:lnB>
                    <a:noFill/>
                  </a:tcPr>
                </a:tc>
                <a:tc>
                  <a:txBody>
                    <a:bodyPr/>
                    <a:lstStyle/>
                    <a:p>
                      <a:pPr algn="r">
                        <a:buNone/>
                      </a:pPr>
                      <a:r>
                        <a:rPr lang="en-CA" sz="1000">
                          <a:effectLst/>
                        </a:rPr>
                        <a:t>0.744186</a:t>
                      </a:r>
                    </a:p>
                  </a:txBody>
                  <a:tcPr marL="50015" marR="50015" marT="25008" marB="25008" anchor="ctr">
                    <a:lnL>
                      <a:noFill/>
                    </a:lnL>
                    <a:lnR>
                      <a:noFill/>
                    </a:lnR>
                    <a:lnT>
                      <a:noFill/>
                    </a:lnT>
                    <a:lnB>
                      <a:noFill/>
                    </a:lnB>
                    <a:noFill/>
                  </a:tcPr>
                </a:tc>
                <a:extLst>
                  <a:ext uri="{0D108BD9-81ED-4DB2-BD59-A6C34878D82A}">
                    <a16:rowId xmlns:a16="http://schemas.microsoft.com/office/drawing/2014/main" val="3103551499"/>
                  </a:ext>
                </a:extLst>
              </a:tr>
              <a:tr h="256002">
                <a:tc>
                  <a:txBody>
                    <a:bodyPr/>
                    <a:lstStyle/>
                    <a:p>
                      <a:pPr fontAlgn="ctr">
                        <a:buNone/>
                      </a:pPr>
                      <a:r>
                        <a:rPr lang="en-CA" sz="1000" b="1">
                          <a:effectLst/>
                        </a:rPr>
                        <a:t>11</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0.425907</a:t>
                      </a:r>
                    </a:p>
                  </a:txBody>
                  <a:tcPr marL="50015" marR="50015" marT="25008" marB="25008" anchor="ctr">
                    <a:lnL>
                      <a:noFill/>
                    </a:lnL>
                    <a:lnR>
                      <a:noFill/>
                    </a:lnR>
                    <a:lnT>
                      <a:noFill/>
                    </a:lnT>
                    <a:lnB>
                      <a:noFill/>
                    </a:lnB>
                    <a:noFill/>
                  </a:tcPr>
                </a:tc>
                <a:tc>
                  <a:txBody>
                    <a:bodyPr/>
                    <a:lstStyle/>
                    <a:p>
                      <a:pPr algn="r">
                        <a:buNone/>
                      </a:pPr>
                      <a:r>
                        <a:rPr lang="en-CA" sz="1000">
                          <a:effectLst/>
                        </a:rPr>
                        <a:t>0.600454</a:t>
                      </a:r>
                    </a:p>
                  </a:txBody>
                  <a:tcPr marL="50015" marR="50015" marT="25008" marB="25008" anchor="ctr">
                    <a:lnL>
                      <a:noFill/>
                    </a:lnL>
                    <a:lnR>
                      <a:noFill/>
                    </a:lnR>
                    <a:lnT>
                      <a:noFill/>
                    </a:lnT>
                    <a:lnB>
                      <a:noFill/>
                    </a:lnB>
                    <a:noFill/>
                  </a:tcPr>
                </a:tc>
                <a:tc>
                  <a:txBody>
                    <a:bodyPr/>
                    <a:lstStyle/>
                    <a:p>
                      <a:pPr algn="r">
                        <a:buNone/>
                      </a:pPr>
                      <a:r>
                        <a:rPr lang="en-CA" sz="1000">
                          <a:effectLst/>
                        </a:rPr>
                        <a:t>0.761194</a:t>
                      </a:r>
                    </a:p>
                  </a:txBody>
                  <a:tcPr marL="50015" marR="50015" marT="25008" marB="25008" anchor="ctr">
                    <a:lnL>
                      <a:noFill/>
                    </a:lnL>
                    <a:lnR>
                      <a:noFill/>
                    </a:lnR>
                    <a:lnT>
                      <a:noFill/>
                    </a:lnT>
                    <a:lnB>
                      <a:noFill/>
                    </a:lnB>
                    <a:noFill/>
                  </a:tcPr>
                </a:tc>
                <a:tc>
                  <a:txBody>
                    <a:bodyPr/>
                    <a:lstStyle/>
                    <a:p>
                      <a:pPr algn="r">
                        <a:buNone/>
                      </a:pPr>
                      <a:r>
                        <a:rPr lang="en-CA" sz="1000">
                          <a:effectLst/>
                        </a:rPr>
                        <a:t>0.763127</a:t>
                      </a:r>
                    </a:p>
                  </a:txBody>
                  <a:tcPr marL="50015" marR="50015" marT="25008" marB="25008" anchor="ctr">
                    <a:lnL>
                      <a:noFill/>
                    </a:lnL>
                    <a:lnR>
                      <a:noFill/>
                    </a:lnR>
                    <a:lnT>
                      <a:noFill/>
                    </a:lnT>
                    <a:lnB>
                      <a:noFill/>
                    </a:lnB>
                    <a:noFill/>
                  </a:tcPr>
                </a:tc>
                <a:tc>
                  <a:txBody>
                    <a:bodyPr/>
                    <a:lstStyle/>
                    <a:p>
                      <a:pPr algn="r">
                        <a:buNone/>
                      </a:pPr>
                      <a:r>
                        <a:rPr lang="en-CA" sz="1000">
                          <a:effectLst/>
                        </a:rPr>
                        <a:t>0.809524</a:t>
                      </a:r>
                    </a:p>
                  </a:txBody>
                  <a:tcPr marL="50015" marR="50015" marT="25008" marB="25008" anchor="ctr">
                    <a:lnL>
                      <a:noFill/>
                    </a:lnL>
                    <a:lnR>
                      <a:noFill/>
                    </a:lnR>
                    <a:lnT>
                      <a:noFill/>
                    </a:lnT>
                    <a:lnB>
                      <a:noFill/>
                    </a:lnB>
                    <a:noFill/>
                  </a:tcPr>
                </a:tc>
                <a:tc>
                  <a:txBody>
                    <a:bodyPr/>
                    <a:lstStyle/>
                    <a:p>
                      <a:pPr algn="r">
                        <a:buNone/>
                      </a:pPr>
                      <a:r>
                        <a:rPr lang="en-CA" sz="1000">
                          <a:effectLst/>
                        </a:rPr>
                        <a:t>0.680000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3960756194"/>
                  </a:ext>
                </a:extLst>
              </a:tr>
              <a:tr h="256002">
                <a:tc>
                  <a:txBody>
                    <a:bodyPr/>
                    <a:lstStyle/>
                    <a:p>
                      <a:pPr fontAlgn="ctr">
                        <a:buNone/>
                      </a:pPr>
                      <a:r>
                        <a:rPr lang="en-CA" sz="1000" b="1">
                          <a:effectLst/>
                        </a:rPr>
                        <a:t>12</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0.696004</a:t>
                      </a:r>
                    </a:p>
                  </a:txBody>
                  <a:tcPr marL="50015" marR="50015" marT="25008" marB="25008" anchor="ctr">
                    <a:lnL>
                      <a:noFill/>
                    </a:lnL>
                    <a:lnR>
                      <a:noFill/>
                    </a:lnR>
                    <a:lnT>
                      <a:noFill/>
                    </a:lnT>
                    <a:lnB>
                      <a:noFill/>
                    </a:lnB>
                    <a:noFill/>
                  </a:tcPr>
                </a:tc>
                <a:tc>
                  <a:txBody>
                    <a:bodyPr/>
                    <a:lstStyle/>
                    <a:p>
                      <a:pPr algn="r">
                        <a:buNone/>
                      </a:pPr>
                      <a:r>
                        <a:rPr lang="en-CA" sz="1000">
                          <a:effectLst/>
                        </a:rPr>
                        <a:t>0.693863</a:t>
                      </a:r>
                    </a:p>
                  </a:txBody>
                  <a:tcPr marL="50015" marR="50015" marT="25008" marB="25008" anchor="ctr">
                    <a:lnL>
                      <a:noFill/>
                    </a:lnL>
                    <a:lnR>
                      <a:noFill/>
                    </a:lnR>
                    <a:lnT>
                      <a:noFill/>
                    </a:lnT>
                    <a:lnB>
                      <a:noFill/>
                    </a:lnB>
                    <a:noFill/>
                  </a:tcPr>
                </a:tc>
                <a:tc>
                  <a:txBody>
                    <a:bodyPr/>
                    <a:lstStyle/>
                    <a:p>
                      <a:pPr algn="r">
                        <a:buNone/>
                      </a:pPr>
                      <a:r>
                        <a:rPr lang="en-CA" sz="1000">
                          <a:effectLst/>
                        </a:rPr>
                        <a:t>0.417910</a:t>
                      </a:r>
                    </a:p>
                  </a:txBody>
                  <a:tcPr marL="50015" marR="50015" marT="25008" marB="25008" anchor="ctr">
                    <a:lnL>
                      <a:noFill/>
                    </a:lnL>
                    <a:lnR>
                      <a:noFill/>
                    </a:lnR>
                    <a:lnT>
                      <a:noFill/>
                    </a:lnT>
                    <a:lnB>
                      <a:noFill/>
                    </a:lnB>
                    <a:noFill/>
                  </a:tcPr>
                </a:tc>
                <a:tc>
                  <a:txBody>
                    <a:bodyPr/>
                    <a:lstStyle/>
                    <a:p>
                      <a:pPr algn="r">
                        <a:buNone/>
                      </a:pPr>
                      <a:r>
                        <a:rPr lang="en-CA" sz="1000">
                          <a:effectLst/>
                        </a:rPr>
                        <a:t>0.306874</a:t>
                      </a:r>
                    </a:p>
                  </a:txBody>
                  <a:tcPr marL="50015" marR="50015" marT="25008" marB="25008" anchor="ctr">
                    <a:lnL>
                      <a:noFill/>
                    </a:lnL>
                    <a:lnR>
                      <a:noFill/>
                    </a:lnR>
                    <a:lnT>
                      <a:noFill/>
                    </a:lnT>
                    <a:lnB>
                      <a:noFill/>
                    </a:lnB>
                    <a:noFill/>
                  </a:tcPr>
                </a:tc>
                <a:tc>
                  <a:txBody>
                    <a:bodyPr/>
                    <a:lstStyle/>
                    <a:p>
                      <a:pPr algn="r">
                        <a:buNone/>
                      </a:pPr>
                      <a:r>
                        <a:rPr lang="en-CA" sz="1000">
                          <a:effectLst/>
                        </a:rPr>
                        <a:t>0.170213</a:t>
                      </a:r>
                    </a:p>
                  </a:txBody>
                  <a:tcPr marL="50015" marR="50015" marT="25008" marB="25008" anchor="ctr">
                    <a:lnL>
                      <a:noFill/>
                    </a:lnL>
                    <a:lnR>
                      <a:noFill/>
                    </a:lnR>
                    <a:lnT>
                      <a:noFill/>
                    </a:lnT>
                    <a:lnB>
                      <a:noFill/>
                    </a:lnB>
                    <a:noFill/>
                  </a:tcPr>
                </a:tc>
                <a:tc>
                  <a:txBody>
                    <a:bodyPr/>
                    <a:lstStyle/>
                    <a:p>
                      <a:pPr algn="r">
                        <a:buNone/>
                      </a:pPr>
                      <a:r>
                        <a:rPr lang="en-CA" sz="1000">
                          <a:effectLst/>
                        </a:rPr>
                        <a:t>0.551724</a:t>
                      </a:r>
                    </a:p>
                  </a:txBody>
                  <a:tcPr marL="50015" marR="50015" marT="25008" marB="25008" anchor="ctr">
                    <a:lnL>
                      <a:noFill/>
                    </a:lnL>
                    <a:lnR>
                      <a:noFill/>
                    </a:lnR>
                    <a:lnT>
                      <a:noFill/>
                    </a:lnT>
                    <a:lnB>
                      <a:noFill/>
                    </a:lnB>
                    <a:noFill/>
                  </a:tcPr>
                </a:tc>
                <a:extLst>
                  <a:ext uri="{0D108BD9-81ED-4DB2-BD59-A6C34878D82A}">
                    <a16:rowId xmlns:a16="http://schemas.microsoft.com/office/drawing/2014/main" val="117977880"/>
                  </a:ext>
                </a:extLst>
              </a:tr>
              <a:tr h="256002">
                <a:tc>
                  <a:txBody>
                    <a:bodyPr/>
                    <a:lstStyle/>
                    <a:p>
                      <a:pPr fontAlgn="ctr">
                        <a:buNone/>
                      </a:pPr>
                      <a:r>
                        <a:rPr lang="en-CA" sz="1000" b="1">
                          <a:effectLst/>
                        </a:rPr>
                        <a:t>13</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0.673409</a:t>
                      </a:r>
                    </a:p>
                  </a:txBody>
                  <a:tcPr marL="50015" marR="50015" marT="25008" marB="25008" anchor="ctr">
                    <a:lnL>
                      <a:noFill/>
                    </a:lnL>
                    <a:lnR>
                      <a:noFill/>
                    </a:lnR>
                    <a:lnT>
                      <a:noFill/>
                    </a:lnT>
                    <a:lnB>
                      <a:noFill/>
                    </a:lnB>
                    <a:noFill/>
                  </a:tcPr>
                </a:tc>
                <a:tc>
                  <a:txBody>
                    <a:bodyPr/>
                    <a:lstStyle/>
                    <a:p>
                      <a:pPr algn="r">
                        <a:buNone/>
                      </a:pPr>
                      <a:r>
                        <a:rPr lang="en-CA" sz="1000">
                          <a:effectLst/>
                        </a:rPr>
                        <a:t>0.624674</a:t>
                      </a:r>
                    </a:p>
                  </a:txBody>
                  <a:tcPr marL="50015" marR="50015" marT="25008" marB="25008" anchor="ctr">
                    <a:lnL>
                      <a:noFill/>
                    </a:lnL>
                    <a:lnR>
                      <a:noFill/>
                    </a:lnR>
                    <a:lnT>
                      <a:noFill/>
                    </a:lnT>
                    <a:lnB>
                      <a:noFill/>
                    </a:lnB>
                    <a:noFill/>
                  </a:tcPr>
                </a:tc>
                <a:tc>
                  <a:txBody>
                    <a:bodyPr/>
                    <a:lstStyle/>
                    <a:p>
                      <a:pPr algn="r">
                        <a:buNone/>
                      </a:pPr>
                      <a:r>
                        <a:rPr lang="en-CA" sz="1000">
                          <a:effectLst/>
                        </a:rPr>
                        <a:t>0.701493</a:t>
                      </a:r>
                    </a:p>
                  </a:txBody>
                  <a:tcPr marL="50015" marR="50015" marT="25008" marB="25008" anchor="ctr">
                    <a:lnL>
                      <a:noFill/>
                    </a:lnL>
                    <a:lnR>
                      <a:noFill/>
                    </a:lnR>
                    <a:lnT>
                      <a:noFill/>
                    </a:lnT>
                    <a:lnB>
                      <a:noFill/>
                    </a:lnB>
                    <a:noFill/>
                  </a:tcPr>
                </a:tc>
                <a:tc>
                  <a:txBody>
                    <a:bodyPr/>
                    <a:lstStyle/>
                    <a:p>
                      <a:pPr algn="r">
                        <a:buNone/>
                      </a:pPr>
                      <a:r>
                        <a:rPr lang="en-CA" sz="1000">
                          <a:effectLst/>
                        </a:rPr>
                        <a:t>0.660931</a:t>
                      </a:r>
                    </a:p>
                  </a:txBody>
                  <a:tcPr marL="50015" marR="50015" marT="25008" marB="25008" anchor="ctr">
                    <a:lnL>
                      <a:noFill/>
                    </a:lnL>
                    <a:lnR>
                      <a:noFill/>
                    </a:lnR>
                    <a:lnT>
                      <a:noFill/>
                    </a:lnT>
                    <a:lnB>
                      <a:noFill/>
                    </a:lnB>
                    <a:noFill/>
                  </a:tcPr>
                </a:tc>
                <a:tc>
                  <a:txBody>
                    <a:bodyPr/>
                    <a:lstStyle/>
                    <a:p>
                      <a:pPr algn="r">
                        <a:buNone/>
                      </a:pPr>
                      <a:r>
                        <a:rPr lang="en-CA" sz="1000">
                          <a:effectLst/>
                        </a:rPr>
                        <a:t>0.800000</a:t>
                      </a:r>
                    </a:p>
                  </a:txBody>
                  <a:tcPr marL="50015" marR="50015" marT="25008" marB="25008" anchor="ctr">
                    <a:lnL>
                      <a:noFill/>
                    </a:lnL>
                    <a:lnR>
                      <a:noFill/>
                    </a:lnR>
                    <a:lnT>
                      <a:noFill/>
                    </a:lnT>
                    <a:lnB>
                      <a:noFill/>
                    </a:lnB>
                    <a:noFill/>
                  </a:tcPr>
                </a:tc>
                <a:tc>
                  <a:txBody>
                    <a:bodyPr/>
                    <a:lstStyle/>
                    <a:p>
                      <a:pPr algn="r">
                        <a:buNone/>
                      </a:pPr>
                      <a:r>
                        <a:rPr lang="en-CA" sz="1000">
                          <a:effectLst/>
                        </a:rPr>
                        <a:t>0.411765</a:t>
                      </a:r>
                    </a:p>
                  </a:txBody>
                  <a:tcPr marL="50015" marR="50015" marT="25008" marB="25008" anchor="ctr">
                    <a:lnL>
                      <a:noFill/>
                    </a:lnL>
                    <a:lnR>
                      <a:noFill/>
                    </a:lnR>
                    <a:lnT>
                      <a:noFill/>
                    </a:lnT>
                    <a:lnB>
                      <a:noFill/>
                    </a:lnB>
                    <a:noFill/>
                  </a:tcPr>
                </a:tc>
                <a:extLst>
                  <a:ext uri="{0D108BD9-81ED-4DB2-BD59-A6C34878D82A}">
                    <a16:rowId xmlns:a16="http://schemas.microsoft.com/office/drawing/2014/main" val="527345187"/>
                  </a:ext>
                </a:extLst>
              </a:tr>
              <a:tr h="256002">
                <a:tc>
                  <a:txBody>
                    <a:bodyPr/>
                    <a:lstStyle/>
                    <a:p>
                      <a:pPr fontAlgn="ctr">
                        <a:buNone/>
                      </a:pPr>
                      <a:r>
                        <a:rPr lang="en-CA" sz="1000" b="1">
                          <a:effectLst/>
                        </a:rPr>
                        <a:t>14</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0.589471</a:t>
                      </a:r>
                    </a:p>
                  </a:txBody>
                  <a:tcPr marL="50015" marR="50015" marT="25008" marB="25008" anchor="ctr">
                    <a:lnL>
                      <a:noFill/>
                    </a:lnL>
                    <a:lnR>
                      <a:noFill/>
                    </a:lnR>
                    <a:lnT>
                      <a:noFill/>
                    </a:lnT>
                    <a:lnB>
                      <a:noFill/>
                    </a:lnB>
                    <a:noFill/>
                  </a:tcPr>
                </a:tc>
                <a:tc>
                  <a:txBody>
                    <a:bodyPr/>
                    <a:lstStyle/>
                    <a:p>
                      <a:pPr algn="r">
                        <a:buNone/>
                      </a:pPr>
                      <a:r>
                        <a:rPr lang="en-CA" sz="1000">
                          <a:effectLst/>
                        </a:rPr>
                        <a:t>0.443287</a:t>
                      </a:r>
                    </a:p>
                  </a:txBody>
                  <a:tcPr marL="50015" marR="50015" marT="25008" marB="25008" anchor="ctr">
                    <a:lnL>
                      <a:noFill/>
                    </a:lnL>
                    <a:lnR>
                      <a:noFill/>
                    </a:lnR>
                    <a:lnT>
                      <a:noFill/>
                    </a:lnT>
                    <a:lnB>
                      <a:noFill/>
                    </a:lnB>
                    <a:noFill/>
                  </a:tcPr>
                </a:tc>
                <a:tc>
                  <a:txBody>
                    <a:bodyPr/>
                    <a:lstStyle/>
                    <a:p>
                      <a:pPr algn="r">
                        <a:buNone/>
                      </a:pPr>
                      <a:r>
                        <a:rPr lang="en-CA" sz="1000">
                          <a:effectLst/>
                        </a:rPr>
                        <a:t>0.776119</a:t>
                      </a:r>
                    </a:p>
                  </a:txBody>
                  <a:tcPr marL="50015" marR="50015" marT="25008" marB="25008" anchor="ctr">
                    <a:lnL>
                      <a:noFill/>
                    </a:lnL>
                    <a:lnR>
                      <a:noFill/>
                    </a:lnR>
                    <a:lnT>
                      <a:noFill/>
                    </a:lnT>
                    <a:lnB>
                      <a:noFill/>
                    </a:lnB>
                    <a:noFill/>
                  </a:tcPr>
                </a:tc>
                <a:tc>
                  <a:txBody>
                    <a:bodyPr/>
                    <a:lstStyle/>
                    <a:p>
                      <a:pPr algn="r">
                        <a:buNone/>
                      </a:pPr>
                      <a:r>
                        <a:rPr lang="en-CA" sz="1000">
                          <a:effectLst/>
                        </a:rPr>
                        <a:t>0.775024</a:t>
                      </a:r>
                    </a:p>
                  </a:txBody>
                  <a:tcPr marL="50015" marR="50015" marT="25008" marB="25008" anchor="ctr">
                    <a:lnL>
                      <a:noFill/>
                    </a:lnL>
                    <a:lnR>
                      <a:noFill/>
                    </a:lnR>
                    <a:lnT>
                      <a:noFill/>
                    </a:lnT>
                    <a:lnB>
                      <a:noFill/>
                    </a:lnB>
                    <a:noFill/>
                  </a:tcPr>
                </a:tc>
                <a:tc>
                  <a:txBody>
                    <a:bodyPr/>
                    <a:lstStyle/>
                    <a:p>
                      <a:pPr algn="r">
                        <a:buNone/>
                      </a:pPr>
                      <a:r>
                        <a:rPr lang="en-CA" sz="1000">
                          <a:effectLst/>
                        </a:rPr>
                        <a:t>0.827586</a:t>
                      </a:r>
                    </a:p>
                  </a:txBody>
                  <a:tcPr marL="50015" marR="50015" marT="25008" marB="25008" anchor="ctr">
                    <a:lnL>
                      <a:noFill/>
                    </a:lnL>
                    <a:lnR>
                      <a:noFill/>
                    </a:lnR>
                    <a:lnT>
                      <a:noFill/>
                    </a:lnT>
                    <a:lnB>
                      <a:noFill/>
                    </a:lnB>
                    <a:noFill/>
                  </a:tcPr>
                </a:tc>
                <a:tc>
                  <a:txBody>
                    <a:bodyPr/>
                    <a:lstStyle/>
                    <a:p>
                      <a:pPr algn="r">
                        <a:buNone/>
                      </a:pPr>
                      <a:r>
                        <a:rPr lang="en-CA" sz="1000">
                          <a:effectLst/>
                        </a:rPr>
                        <a:t>0.680851</a:t>
                      </a:r>
                    </a:p>
                  </a:txBody>
                  <a:tcPr marL="50015" marR="50015" marT="25008" marB="25008" anchor="ctr">
                    <a:lnL>
                      <a:noFill/>
                    </a:lnL>
                    <a:lnR>
                      <a:noFill/>
                    </a:lnR>
                    <a:lnT>
                      <a:noFill/>
                    </a:lnT>
                    <a:lnB>
                      <a:noFill/>
                    </a:lnB>
                    <a:noFill/>
                  </a:tcPr>
                </a:tc>
                <a:extLst>
                  <a:ext uri="{0D108BD9-81ED-4DB2-BD59-A6C34878D82A}">
                    <a16:rowId xmlns:a16="http://schemas.microsoft.com/office/drawing/2014/main" val="489927815"/>
                  </a:ext>
                </a:extLst>
              </a:tr>
              <a:tr h="256002">
                <a:tc>
                  <a:txBody>
                    <a:bodyPr/>
                    <a:lstStyle/>
                    <a:p>
                      <a:pPr fontAlgn="ctr">
                        <a:buNone/>
                      </a:pPr>
                      <a:r>
                        <a:rPr lang="en-CA" sz="1000" b="1">
                          <a:effectLst/>
                        </a:rPr>
                        <a:t>15</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0.411673</a:t>
                      </a:r>
                    </a:p>
                  </a:txBody>
                  <a:tcPr marL="50015" marR="50015" marT="25008" marB="25008" anchor="ctr">
                    <a:lnL>
                      <a:noFill/>
                    </a:lnL>
                    <a:lnR>
                      <a:noFill/>
                    </a:lnR>
                    <a:lnT>
                      <a:noFill/>
                    </a:lnT>
                    <a:lnB>
                      <a:noFill/>
                    </a:lnB>
                    <a:noFill/>
                  </a:tcPr>
                </a:tc>
                <a:tc>
                  <a:txBody>
                    <a:bodyPr/>
                    <a:lstStyle/>
                    <a:p>
                      <a:pPr algn="r">
                        <a:buNone/>
                      </a:pPr>
                      <a:r>
                        <a:rPr lang="en-CA" sz="1000">
                          <a:effectLst/>
                        </a:rPr>
                        <a:t>0.394154</a:t>
                      </a:r>
                    </a:p>
                  </a:txBody>
                  <a:tcPr marL="50015" marR="50015" marT="25008" marB="25008" anchor="ctr">
                    <a:lnL>
                      <a:noFill/>
                    </a:lnL>
                    <a:lnR>
                      <a:noFill/>
                    </a:lnR>
                    <a:lnT>
                      <a:noFill/>
                    </a:lnT>
                    <a:lnB>
                      <a:noFill/>
                    </a:lnB>
                    <a:noFill/>
                  </a:tcPr>
                </a:tc>
                <a:tc>
                  <a:txBody>
                    <a:bodyPr/>
                    <a:lstStyle/>
                    <a:p>
                      <a:pPr algn="r">
                        <a:buNone/>
                      </a:pPr>
                      <a:r>
                        <a:rPr lang="en-CA" sz="1000">
                          <a:effectLst/>
                        </a:rPr>
                        <a:t>0.820896</a:t>
                      </a:r>
                    </a:p>
                  </a:txBody>
                  <a:tcPr marL="50015" marR="50015" marT="25008" marB="25008" anchor="ctr">
                    <a:lnL>
                      <a:noFill/>
                    </a:lnL>
                    <a:lnR>
                      <a:noFill/>
                    </a:lnR>
                    <a:lnT>
                      <a:noFill/>
                    </a:lnT>
                    <a:lnB>
                      <a:noFill/>
                    </a:lnB>
                    <a:noFill/>
                  </a:tcPr>
                </a:tc>
                <a:tc>
                  <a:txBody>
                    <a:bodyPr/>
                    <a:lstStyle/>
                    <a:p>
                      <a:pPr algn="r">
                        <a:buNone/>
                      </a:pPr>
                      <a:r>
                        <a:rPr lang="en-CA" sz="1000">
                          <a:effectLst/>
                        </a:rPr>
                        <a:t>0.816735</a:t>
                      </a:r>
                    </a:p>
                  </a:txBody>
                  <a:tcPr marL="50015" marR="50015" marT="25008" marB="25008" anchor="ctr">
                    <a:lnL>
                      <a:noFill/>
                    </a:lnL>
                    <a:lnR>
                      <a:noFill/>
                    </a:lnR>
                    <a:lnT>
                      <a:noFill/>
                    </a:lnT>
                    <a:lnB>
                      <a:noFill/>
                    </a:lnB>
                    <a:noFill/>
                  </a:tcPr>
                </a:tc>
                <a:tc>
                  <a:txBody>
                    <a:bodyPr/>
                    <a:lstStyle/>
                    <a:p>
                      <a:pPr algn="r">
                        <a:buNone/>
                      </a:pPr>
                      <a:r>
                        <a:rPr lang="en-CA" sz="1000">
                          <a:effectLst/>
                        </a:rPr>
                        <a:t>0.866667</a:t>
                      </a:r>
                    </a:p>
                  </a:txBody>
                  <a:tcPr marL="50015" marR="50015" marT="25008" marB="25008" anchor="ctr">
                    <a:lnL>
                      <a:noFill/>
                    </a:lnL>
                    <a:lnR>
                      <a:noFill/>
                    </a:lnR>
                    <a:lnT>
                      <a:noFill/>
                    </a:lnT>
                    <a:lnB>
                      <a:noFill/>
                    </a:lnB>
                    <a:noFill/>
                  </a:tcPr>
                </a:tc>
                <a:tc>
                  <a:txBody>
                    <a:bodyPr/>
                    <a:lstStyle/>
                    <a:p>
                      <a:pPr algn="r">
                        <a:buNone/>
                      </a:pPr>
                      <a:r>
                        <a:rPr lang="en-CA" sz="1000">
                          <a:effectLst/>
                        </a:rPr>
                        <a:t>0.727273</a:t>
                      </a:r>
                    </a:p>
                  </a:txBody>
                  <a:tcPr marL="50015" marR="50015" marT="25008" marB="25008" anchor="ctr">
                    <a:lnL>
                      <a:noFill/>
                    </a:lnL>
                    <a:lnR>
                      <a:noFill/>
                    </a:lnR>
                    <a:lnT>
                      <a:noFill/>
                    </a:lnT>
                    <a:lnB>
                      <a:noFill/>
                    </a:lnB>
                    <a:noFill/>
                  </a:tcPr>
                </a:tc>
                <a:extLst>
                  <a:ext uri="{0D108BD9-81ED-4DB2-BD59-A6C34878D82A}">
                    <a16:rowId xmlns:a16="http://schemas.microsoft.com/office/drawing/2014/main" val="2371051994"/>
                  </a:ext>
                </a:extLst>
              </a:tr>
              <a:tr h="256002">
                <a:tc>
                  <a:txBody>
                    <a:bodyPr/>
                    <a:lstStyle/>
                    <a:p>
                      <a:pPr fontAlgn="ctr">
                        <a:buNone/>
                      </a:pPr>
                      <a:r>
                        <a:rPr lang="en-CA" sz="1000" b="1">
                          <a:effectLst/>
                        </a:rPr>
                        <a:t>16</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0.705958</a:t>
                      </a:r>
                    </a:p>
                  </a:txBody>
                  <a:tcPr marL="50015" marR="50015" marT="25008" marB="25008" anchor="ctr">
                    <a:lnL>
                      <a:noFill/>
                    </a:lnL>
                    <a:lnR>
                      <a:noFill/>
                    </a:lnR>
                    <a:lnT>
                      <a:noFill/>
                    </a:lnT>
                    <a:lnB>
                      <a:noFill/>
                    </a:lnB>
                    <a:noFill/>
                  </a:tcPr>
                </a:tc>
                <a:tc>
                  <a:txBody>
                    <a:bodyPr/>
                    <a:lstStyle/>
                    <a:p>
                      <a:pPr algn="r">
                        <a:buNone/>
                      </a:pPr>
                      <a:r>
                        <a:rPr lang="en-CA" sz="1000">
                          <a:effectLst/>
                        </a:rPr>
                        <a:t>0.705578</a:t>
                      </a:r>
                    </a:p>
                  </a:txBody>
                  <a:tcPr marL="50015" marR="50015" marT="25008" marB="25008" anchor="ctr">
                    <a:lnL>
                      <a:noFill/>
                    </a:lnL>
                    <a:lnR>
                      <a:noFill/>
                    </a:lnR>
                    <a:lnT>
                      <a:noFill/>
                    </a:lnT>
                    <a:lnB>
                      <a:noFill/>
                    </a:lnB>
                    <a:noFill/>
                  </a:tcPr>
                </a:tc>
                <a:tc>
                  <a:txBody>
                    <a:bodyPr/>
                    <a:lstStyle/>
                    <a:p>
                      <a:pPr algn="r">
                        <a:buNone/>
                      </a:pPr>
                      <a:r>
                        <a:rPr lang="en-CA" sz="1000">
                          <a:effectLst/>
                        </a:rPr>
                        <a:t>0.373134</a:t>
                      </a:r>
                    </a:p>
                  </a:txBody>
                  <a:tcPr marL="50015" marR="50015" marT="25008" marB="25008" anchor="ctr">
                    <a:lnL>
                      <a:noFill/>
                    </a:lnL>
                    <a:lnR>
                      <a:noFill/>
                    </a:lnR>
                    <a:lnT>
                      <a:noFill/>
                    </a:lnT>
                    <a:lnB>
                      <a:noFill/>
                    </a:lnB>
                    <a:noFill/>
                  </a:tcPr>
                </a:tc>
                <a:tc>
                  <a:txBody>
                    <a:bodyPr/>
                    <a:lstStyle/>
                    <a:p>
                      <a:pPr algn="r">
                        <a:buNone/>
                      </a:pPr>
                      <a:r>
                        <a:rPr lang="en-CA" sz="1000">
                          <a:effectLst/>
                        </a:rPr>
                        <a:t>0.202790</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0.543478</a:t>
                      </a:r>
                    </a:p>
                  </a:txBody>
                  <a:tcPr marL="50015" marR="50015" marT="25008" marB="25008" anchor="ctr">
                    <a:lnL>
                      <a:noFill/>
                    </a:lnL>
                    <a:lnR>
                      <a:noFill/>
                    </a:lnR>
                    <a:lnT>
                      <a:noFill/>
                    </a:lnT>
                    <a:lnB>
                      <a:noFill/>
                    </a:lnB>
                    <a:noFill/>
                  </a:tcPr>
                </a:tc>
                <a:extLst>
                  <a:ext uri="{0D108BD9-81ED-4DB2-BD59-A6C34878D82A}">
                    <a16:rowId xmlns:a16="http://schemas.microsoft.com/office/drawing/2014/main" val="2476261272"/>
                  </a:ext>
                </a:extLst>
              </a:tr>
              <a:tr h="256002">
                <a:tc>
                  <a:txBody>
                    <a:bodyPr/>
                    <a:lstStyle/>
                    <a:p>
                      <a:pPr fontAlgn="ctr">
                        <a:buNone/>
                      </a:pPr>
                      <a:r>
                        <a:rPr lang="en-CA" sz="1000" b="1">
                          <a:effectLst/>
                        </a:rPr>
                        <a:t>17</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0.702980</a:t>
                      </a:r>
                    </a:p>
                  </a:txBody>
                  <a:tcPr marL="50015" marR="50015" marT="25008" marB="25008" anchor="ctr">
                    <a:lnL>
                      <a:noFill/>
                    </a:lnL>
                    <a:lnR>
                      <a:noFill/>
                    </a:lnR>
                    <a:lnT>
                      <a:noFill/>
                    </a:lnT>
                    <a:lnB>
                      <a:noFill/>
                    </a:lnB>
                    <a:noFill/>
                  </a:tcPr>
                </a:tc>
                <a:tc>
                  <a:txBody>
                    <a:bodyPr/>
                    <a:lstStyle/>
                    <a:p>
                      <a:pPr algn="r">
                        <a:buNone/>
                      </a:pPr>
                      <a:r>
                        <a:rPr lang="en-CA" sz="1000">
                          <a:effectLst/>
                        </a:rPr>
                        <a:t>0.683265</a:t>
                      </a:r>
                    </a:p>
                  </a:txBody>
                  <a:tcPr marL="50015" marR="50015" marT="25008" marB="25008" anchor="ctr">
                    <a:lnL>
                      <a:noFill/>
                    </a:lnL>
                    <a:lnR>
                      <a:noFill/>
                    </a:lnR>
                    <a:lnT>
                      <a:noFill/>
                    </a:lnT>
                    <a:lnB>
                      <a:noFill/>
                    </a:lnB>
                    <a:noFill/>
                  </a:tcPr>
                </a:tc>
                <a:tc>
                  <a:txBody>
                    <a:bodyPr/>
                    <a:lstStyle/>
                    <a:p>
                      <a:pPr algn="r">
                        <a:buNone/>
                      </a:pPr>
                      <a:r>
                        <a:rPr lang="en-CA" sz="1000">
                          <a:effectLst/>
                        </a:rPr>
                        <a:t>0.582090</a:t>
                      </a:r>
                    </a:p>
                  </a:txBody>
                  <a:tcPr marL="50015" marR="50015" marT="25008" marB="25008" anchor="ctr">
                    <a:lnL>
                      <a:noFill/>
                    </a:lnL>
                    <a:lnR>
                      <a:noFill/>
                    </a:lnR>
                    <a:lnT>
                      <a:noFill/>
                    </a:lnT>
                    <a:lnB>
                      <a:noFill/>
                    </a:lnB>
                    <a:noFill/>
                  </a:tcPr>
                </a:tc>
                <a:tc>
                  <a:txBody>
                    <a:bodyPr/>
                    <a:lstStyle/>
                    <a:p>
                      <a:pPr algn="r">
                        <a:buNone/>
                      </a:pPr>
                      <a:r>
                        <a:rPr lang="en-CA" sz="1000">
                          <a:effectLst/>
                        </a:rPr>
                        <a:t>0.580413</a:t>
                      </a:r>
                    </a:p>
                  </a:txBody>
                  <a:tcPr marL="50015" marR="50015" marT="25008" marB="25008" anchor="ctr">
                    <a:lnL>
                      <a:noFill/>
                    </a:lnL>
                    <a:lnR>
                      <a:noFill/>
                    </a:lnR>
                    <a:lnT>
                      <a:noFill/>
                    </a:lnT>
                    <a:lnB>
                      <a:noFill/>
                    </a:lnB>
                    <a:noFill/>
                  </a:tcPr>
                </a:tc>
                <a:tc>
                  <a:txBody>
                    <a:bodyPr/>
                    <a:lstStyle/>
                    <a:p>
                      <a:pPr algn="r">
                        <a:buNone/>
                      </a:pPr>
                      <a:r>
                        <a:rPr lang="en-CA" sz="1000">
                          <a:effectLst/>
                        </a:rPr>
                        <a:t>0.575758</a:t>
                      </a:r>
                    </a:p>
                  </a:txBody>
                  <a:tcPr marL="50015" marR="50015" marT="25008" marB="25008" anchor="ctr">
                    <a:lnL>
                      <a:noFill/>
                    </a:lnL>
                    <a:lnR>
                      <a:noFill/>
                    </a:lnR>
                    <a:lnT>
                      <a:noFill/>
                    </a:lnT>
                    <a:lnB>
                      <a:noFill/>
                    </a:lnB>
                    <a:noFill/>
                  </a:tcPr>
                </a:tc>
                <a:tc>
                  <a:txBody>
                    <a:bodyPr/>
                    <a:lstStyle/>
                    <a:p>
                      <a:pPr algn="r">
                        <a:buNone/>
                      </a:pPr>
                      <a:r>
                        <a:rPr lang="en-CA" sz="1000">
                          <a:effectLst/>
                        </a:rPr>
                        <a:t>0.588235</a:t>
                      </a:r>
                    </a:p>
                  </a:txBody>
                  <a:tcPr marL="50015" marR="50015" marT="25008" marB="25008" anchor="ctr">
                    <a:lnL>
                      <a:noFill/>
                    </a:lnL>
                    <a:lnR>
                      <a:noFill/>
                    </a:lnR>
                    <a:lnT>
                      <a:noFill/>
                    </a:lnT>
                    <a:lnB>
                      <a:noFill/>
                    </a:lnB>
                    <a:noFill/>
                  </a:tcPr>
                </a:tc>
                <a:extLst>
                  <a:ext uri="{0D108BD9-81ED-4DB2-BD59-A6C34878D82A}">
                    <a16:rowId xmlns:a16="http://schemas.microsoft.com/office/drawing/2014/main" val="4240772845"/>
                  </a:ext>
                </a:extLst>
              </a:tr>
              <a:tr h="256002">
                <a:tc>
                  <a:txBody>
                    <a:bodyPr/>
                    <a:lstStyle/>
                    <a:p>
                      <a:pPr fontAlgn="ctr">
                        <a:buNone/>
                      </a:pPr>
                      <a:r>
                        <a:rPr lang="en-CA" sz="1000" b="1">
                          <a:effectLst/>
                        </a:rPr>
                        <a:t>18</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0.640220</a:t>
                      </a:r>
                    </a:p>
                  </a:txBody>
                  <a:tcPr marL="50015" marR="50015" marT="25008" marB="25008" anchor="ctr">
                    <a:lnL>
                      <a:noFill/>
                    </a:lnL>
                    <a:lnR>
                      <a:noFill/>
                    </a:lnR>
                    <a:lnT>
                      <a:noFill/>
                    </a:lnT>
                    <a:lnB>
                      <a:noFill/>
                    </a:lnB>
                    <a:noFill/>
                  </a:tcPr>
                </a:tc>
                <a:tc>
                  <a:txBody>
                    <a:bodyPr/>
                    <a:lstStyle/>
                    <a:p>
                      <a:pPr algn="r">
                        <a:buNone/>
                      </a:pPr>
                      <a:r>
                        <a:rPr lang="en-CA" sz="1000">
                          <a:effectLst/>
                        </a:rPr>
                        <a:t>0.578193</a:t>
                      </a:r>
                    </a:p>
                  </a:txBody>
                  <a:tcPr marL="50015" marR="50015" marT="25008" marB="25008" anchor="ctr">
                    <a:lnL>
                      <a:noFill/>
                    </a:lnL>
                    <a:lnR>
                      <a:noFill/>
                    </a:lnR>
                    <a:lnT>
                      <a:noFill/>
                    </a:lnT>
                    <a:lnB>
                      <a:noFill/>
                    </a:lnB>
                    <a:noFill/>
                  </a:tcPr>
                </a:tc>
                <a:tc>
                  <a:txBody>
                    <a:bodyPr/>
                    <a:lstStyle/>
                    <a:p>
                      <a:pPr algn="r">
                        <a:buNone/>
                      </a:pPr>
                      <a:r>
                        <a:rPr lang="en-CA" sz="1000">
                          <a:effectLst/>
                        </a:rPr>
                        <a:t>0.641791</a:t>
                      </a:r>
                    </a:p>
                  </a:txBody>
                  <a:tcPr marL="50015" marR="50015" marT="25008" marB="25008" anchor="ctr">
                    <a:lnL>
                      <a:noFill/>
                    </a:lnL>
                    <a:lnR>
                      <a:noFill/>
                    </a:lnR>
                    <a:lnT>
                      <a:noFill/>
                    </a:lnT>
                    <a:lnB>
                      <a:noFill/>
                    </a:lnB>
                    <a:noFill/>
                  </a:tcPr>
                </a:tc>
                <a:tc>
                  <a:txBody>
                    <a:bodyPr/>
                    <a:lstStyle/>
                    <a:p>
                      <a:pPr algn="r">
                        <a:buNone/>
                      </a:pPr>
                      <a:r>
                        <a:rPr lang="en-CA" sz="1000">
                          <a:effectLst/>
                        </a:rPr>
                        <a:t>0.556831</a:t>
                      </a:r>
                    </a:p>
                  </a:txBody>
                  <a:tcPr marL="50015" marR="50015" marT="25008" marB="25008" anchor="ctr">
                    <a:lnL>
                      <a:noFill/>
                    </a:lnL>
                    <a:lnR>
                      <a:noFill/>
                    </a:lnR>
                    <a:lnT>
                      <a:noFill/>
                    </a:lnT>
                    <a:lnB>
                      <a:noFill/>
                    </a:lnB>
                    <a:noFill/>
                  </a:tcPr>
                </a:tc>
                <a:tc>
                  <a:txBody>
                    <a:bodyPr/>
                    <a:lstStyle/>
                    <a:p>
                      <a:pPr algn="r">
                        <a:buNone/>
                      </a:pPr>
                      <a:r>
                        <a:rPr lang="en-CA" sz="1000">
                          <a:effectLst/>
                        </a:rPr>
                        <a:t>0.769231</a:t>
                      </a:r>
                    </a:p>
                  </a:txBody>
                  <a:tcPr marL="50015" marR="50015" marT="25008" marB="25008" anchor="ctr">
                    <a:lnL>
                      <a:noFill/>
                    </a:lnL>
                    <a:lnR>
                      <a:noFill/>
                    </a:lnR>
                    <a:lnT>
                      <a:noFill/>
                    </a:lnT>
                    <a:lnB>
                      <a:noFill/>
                    </a:lnB>
                    <a:noFill/>
                  </a:tcPr>
                </a:tc>
                <a:tc>
                  <a:txBody>
                    <a:bodyPr/>
                    <a:lstStyle/>
                    <a:p>
                      <a:pPr algn="r">
                        <a:buNone/>
                      </a:pPr>
                      <a:r>
                        <a:rPr lang="en-CA" sz="1000">
                          <a:effectLst/>
                        </a:rPr>
                        <a:t>0.200000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06005288"/>
                  </a:ext>
                </a:extLst>
              </a:tr>
              <a:tr h="256002">
                <a:tc>
                  <a:txBody>
                    <a:bodyPr/>
                    <a:lstStyle/>
                    <a:p>
                      <a:pPr fontAlgn="ctr">
                        <a:buNone/>
                      </a:pPr>
                      <a:r>
                        <a:rPr lang="en-CA" sz="1000" b="1">
                          <a:effectLst/>
                        </a:rPr>
                        <a:t>19</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0.558276</a:t>
                      </a:r>
                    </a:p>
                  </a:txBody>
                  <a:tcPr marL="50015" marR="50015" marT="25008" marB="25008" anchor="ctr">
                    <a:lnL>
                      <a:noFill/>
                    </a:lnL>
                    <a:lnR>
                      <a:noFill/>
                    </a:lnR>
                    <a:lnT>
                      <a:noFill/>
                    </a:lnT>
                    <a:lnB>
                      <a:noFill/>
                    </a:lnB>
                    <a:noFill/>
                  </a:tcPr>
                </a:tc>
                <a:tc>
                  <a:txBody>
                    <a:bodyPr/>
                    <a:lstStyle/>
                    <a:p>
                      <a:pPr algn="r">
                        <a:buNone/>
                      </a:pPr>
                      <a:r>
                        <a:rPr lang="en-CA" sz="1000">
                          <a:effectLst/>
                        </a:rPr>
                        <a:t>0.522041</a:t>
                      </a:r>
                    </a:p>
                  </a:txBody>
                  <a:tcPr marL="50015" marR="50015" marT="25008" marB="25008" anchor="ctr">
                    <a:lnL>
                      <a:noFill/>
                    </a:lnL>
                    <a:lnR>
                      <a:noFill/>
                    </a:lnR>
                    <a:lnT>
                      <a:noFill/>
                    </a:lnT>
                    <a:lnB>
                      <a:noFill/>
                    </a:lnB>
                    <a:noFill/>
                  </a:tcPr>
                </a:tc>
                <a:tc>
                  <a:txBody>
                    <a:bodyPr/>
                    <a:lstStyle/>
                    <a:p>
                      <a:pPr algn="r">
                        <a:buNone/>
                      </a:pPr>
                      <a:r>
                        <a:rPr lang="en-CA" sz="1000">
                          <a:effectLst/>
                        </a:rPr>
                        <a:t>0.776119</a:t>
                      </a:r>
                    </a:p>
                  </a:txBody>
                  <a:tcPr marL="50015" marR="50015" marT="25008" marB="25008" anchor="ctr">
                    <a:lnL>
                      <a:noFill/>
                    </a:lnL>
                    <a:lnR>
                      <a:noFill/>
                    </a:lnR>
                    <a:lnT>
                      <a:noFill/>
                    </a:lnT>
                    <a:lnB>
                      <a:noFill/>
                    </a:lnB>
                    <a:noFill/>
                  </a:tcPr>
                </a:tc>
                <a:tc>
                  <a:txBody>
                    <a:bodyPr/>
                    <a:lstStyle/>
                    <a:p>
                      <a:pPr algn="r">
                        <a:buNone/>
                      </a:pPr>
                      <a:r>
                        <a:rPr lang="en-CA" sz="1000">
                          <a:effectLst/>
                        </a:rPr>
                        <a:t>0.776966</a:t>
                      </a:r>
                    </a:p>
                  </a:txBody>
                  <a:tcPr marL="50015" marR="50015" marT="25008" marB="25008" anchor="ctr">
                    <a:lnL>
                      <a:noFill/>
                    </a:lnL>
                    <a:lnR>
                      <a:noFill/>
                    </a:lnR>
                    <a:lnT>
                      <a:noFill/>
                    </a:lnT>
                    <a:lnB>
                      <a:noFill/>
                    </a:lnB>
                    <a:noFill/>
                  </a:tcPr>
                </a:tc>
                <a:tc>
                  <a:txBody>
                    <a:bodyPr/>
                    <a:lstStyle/>
                    <a:p>
                      <a:pPr algn="r">
                        <a:buNone/>
                      </a:pPr>
                      <a:r>
                        <a:rPr lang="en-CA" sz="1000" dirty="0">
                          <a:effectLst/>
                        </a:rPr>
                        <a:t>0.819277</a:t>
                      </a:r>
                    </a:p>
                  </a:txBody>
                  <a:tcPr marL="50015" marR="50015" marT="25008" marB="25008" anchor="ctr">
                    <a:lnL>
                      <a:noFill/>
                    </a:lnL>
                    <a:lnR>
                      <a:noFill/>
                    </a:lnR>
                    <a:lnT>
                      <a:noFill/>
                    </a:lnT>
                    <a:lnB>
                      <a:noFill/>
                    </a:lnB>
                    <a:noFill/>
                  </a:tcPr>
                </a:tc>
                <a:tc>
                  <a:txBody>
                    <a:bodyPr/>
                    <a:lstStyle/>
                    <a:p>
                      <a:pPr algn="r">
                        <a:buNone/>
                      </a:pPr>
                      <a:r>
                        <a:rPr lang="en-CA" sz="1000" dirty="0">
                          <a:effectLst/>
                        </a:rPr>
                        <a:t>0.705882</a:t>
                      </a:r>
                    </a:p>
                  </a:txBody>
                  <a:tcPr marL="50015" marR="50015" marT="25008" marB="25008" anchor="ctr">
                    <a:lnL>
                      <a:noFill/>
                    </a:lnL>
                    <a:lnR>
                      <a:noFill/>
                    </a:lnR>
                    <a:lnT>
                      <a:noFill/>
                    </a:lnT>
                    <a:lnB>
                      <a:noFill/>
                    </a:lnB>
                    <a:noFill/>
                  </a:tcPr>
                </a:tc>
                <a:extLst>
                  <a:ext uri="{0D108BD9-81ED-4DB2-BD59-A6C34878D82A}">
                    <a16:rowId xmlns:a16="http://schemas.microsoft.com/office/drawing/2014/main" val="774467202"/>
                  </a:ext>
                </a:extLst>
              </a:tr>
            </a:tbl>
          </a:graphicData>
        </a:graphic>
      </p:graphicFrame>
      <p:sp>
        <p:nvSpPr>
          <p:cNvPr id="5" name="TextBox 4">
            <a:extLst>
              <a:ext uri="{FF2B5EF4-FFF2-40B4-BE49-F238E27FC236}">
                <a16:creationId xmlns:a16="http://schemas.microsoft.com/office/drawing/2014/main" id="{030E466B-E42B-230E-F9A1-7C05566336FD}"/>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 Intensity</a:t>
            </a:r>
            <a:r>
              <a:rPr lang="en-US" dirty="0"/>
              <a:t>)</a:t>
            </a:r>
          </a:p>
        </p:txBody>
      </p:sp>
      <p:sp>
        <p:nvSpPr>
          <p:cNvPr id="6" name="TextBox 5">
            <a:extLst>
              <a:ext uri="{FF2B5EF4-FFF2-40B4-BE49-F238E27FC236}">
                <a16:creationId xmlns:a16="http://schemas.microsoft.com/office/drawing/2014/main" id="{9788217B-4E00-AA40-94D5-EC2D54215938}"/>
              </a:ext>
            </a:extLst>
          </p:cNvPr>
          <p:cNvSpPr txBox="1"/>
          <p:nvPr/>
        </p:nvSpPr>
        <p:spPr>
          <a:xfrm>
            <a:off x="8737257" y="94389"/>
            <a:ext cx="2545492" cy="461665"/>
          </a:xfrm>
          <a:prstGeom prst="rect">
            <a:avLst/>
          </a:prstGeom>
          <a:noFill/>
        </p:spPr>
        <p:txBody>
          <a:bodyPr wrap="square" rtlCol="0">
            <a:spAutoFit/>
          </a:bodyPr>
          <a:lstStyle/>
          <a:p>
            <a:r>
              <a:rPr lang="en-US" sz="2400" b="1" dirty="0">
                <a:solidFill>
                  <a:schemeClr val="accent2">
                    <a:lumMod val="50000"/>
                  </a:schemeClr>
                </a:solidFill>
              </a:rPr>
              <a:t>Phase 3</a:t>
            </a:r>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2A569B9D-CAD0-19F4-D374-A7A58F9D6541}"/>
                  </a:ext>
                </a:extLst>
              </p14:cNvPr>
              <p14:cNvContentPartPr/>
              <p14:nvPr/>
            </p14:nvContentPartPr>
            <p14:xfrm>
              <a:off x="6617374" y="4139621"/>
              <a:ext cx="488520" cy="360"/>
            </p14:xfrm>
          </p:contentPart>
        </mc:Choice>
        <mc:Fallback>
          <p:pic>
            <p:nvPicPr>
              <p:cNvPr id="7" name="Ink 6">
                <a:extLst>
                  <a:ext uri="{FF2B5EF4-FFF2-40B4-BE49-F238E27FC236}">
                    <a16:creationId xmlns:a16="http://schemas.microsoft.com/office/drawing/2014/main" id="{2A569B9D-CAD0-19F4-D374-A7A58F9D6541}"/>
                  </a:ext>
                </a:extLst>
              </p:cNvPr>
              <p:cNvPicPr/>
              <p:nvPr/>
            </p:nvPicPr>
            <p:blipFill>
              <a:blip r:embed="rId3"/>
              <a:stretch>
                <a:fillRect/>
              </a:stretch>
            </p:blipFill>
            <p:spPr>
              <a:xfrm>
                <a:off x="6563734" y="4031621"/>
                <a:ext cx="596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561BF716-6D39-5523-A301-53928C8882AF}"/>
                  </a:ext>
                </a:extLst>
              </p14:cNvPr>
              <p14:cNvContentPartPr/>
              <p14:nvPr/>
            </p14:nvContentPartPr>
            <p14:xfrm>
              <a:off x="7687294" y="4133501"/>
              <a:ext cx="517320" cy="360"/>
            </p14:xfrm>
          </p:contentPart>
        </mc:Choice>
        <mc:Fallback>
          <p:pic>
            <p:nvPicPr>
              <p:cNvPr id="8" name="Ink 7">
                <a:extLst>
                  <a:ext uri="{FF2B5EF4-FFF2-40B4-BE49-F238E27FC236}">
                    <a16:creationId xmlns:a16="http://schemas.microsoft.com/office/drawing/2014/main" id="{561BF716-6D39-5523-A301-53928C8882AF}"/>
                  </a:ext>
                </a:extLst>
              </p:cNvPr>
              <p:cNvPicPr/>
              <p:nvPr/>
            </p:nvPicPr>
            <p:blipFill>
              <a:blip r:embed="rId5"/>
              <a:stretch>
                <a:fillRect/>
              </a:stretch>
            </p:blipFill>
            <p:spPr>
              <a:xfrm>
                <a:off x="7633294" y="4025861"/>
                <a:ext cx="6249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DB2E9CFD-A58A-6313-18FF-3B9CEEB26C1D}"/>
                  </a:ext>
                </a:extLst>
              </p14:cNvPr>
              <p14:cNvContentPartPr/>
              <p14:nvPr/>
            </p14:nvContentPartPr>
            <p14:xfrm>
              <a:off x="6576694" y="3371021"/>
              <a:ext cx="535320" cy="360"/>
            </p14:xfrm>
          </p:contentPart>
        </mc:Choice>
        <mc:Fallback>
          <p:pic>
            <p:nvPicPr>
              <p:cNvPr id="9" name="Ink 8">
                <a:extLst>
                  <a:ext uri="{FF2B5EF4-FFF2-40B4-BE49-F238E27FC236}">
                    <a16:creationId xmlns:a16="http://schemas.microsoft.com/office/drawing/2014/main" id="{DB2E9CFD-A58A-6313-18FF-3B9CEEB26C1D}"/>
                  </a:ext>
                </a:extLst>
              </p:cNvPr>
              <p:cNvPicPr/>
              <p:nvPr/>
            </p:nvPicPr>
            <p:blipFill>
              <a:blip r:embed="rId7"/>
              <a:stretch>
                <a:fillRect/>
              </a:stretch>
            </p:blipFill>
            <p:spPr>
              <a:xfrm>
                <a:off x="6523054" y="3263381"/>
                <a:ext cx="6429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A38EEF1F-8B3C-6DFE-1B8A-705490E5D845}"/>
                  </a:ext>
                </a:extLst>
              </p14:cNvPr>
              <p14:cNvContentPartPr/>
              <p14:nvPr/>
            </p14:nvContentPartPr>
            <p14:xfrm>
              <a:off x="7682254" y="3370661"/>
              <a:ext cx="579600" cy="360"/>
            </p14:xfrm>
          </p:contentPart>
        </mc:Choice>
        <mc:Fallback>
          <p:pic>
            <p:nvPicPr>
              <p:cNvPr id="10" name="Ink 9">
                <a:extLst>
                  <a:ext uri="{FF2B5EF4-FFF2-40B4-BE49-F238E27FC236}">
                    <a16:creationId xmlns:a16="http://schemas.microsoft.com/office/drawing/2014/main" id="{A38EEF1F-8B3C-6DFE-1B8A-705490E5D845}"/>
                  </a:ext>
                </a:extLst>
              </p:cNvPr>
              <p:cNvPicPr/>
              <p:nvPr/>
            </p:nvPicPr>
            <p:blipFill>
              <a:blip r:embed="rId9"/>
              <a:stretch>
                <a:fillRect/>
              </a:stretch>
            </p:blipFill>
            <p:spPr>
              <a:xfrm>
                <a:off x="7628614" y="3263021"/>
                <a:ext cx="6872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C9BA3960-4BCF-4D37-7989-D172C09D6B2B}"/>
                  </a:ext>
                </a:extLst>
              </p14:cNvPr>
              <p14:cNvContentPartPr/>
              <p14:nvPr/>
            </p14:nvContentPartPr>
            <p14:xfrm>
              <a:off x="6527374" y="3111821"/>
              <a:ext cx="564120" cy="360"/>
            </p14:xfrm>
          </p:contentPart>
        </mc:Choice>
        <mc:Fallback>
          <p:pic>
            <p:nvPicPr>
              <p:cNvPr id="12" name="Ink 11">
                <a:extLst>
                  <a:ext uri="{FF2B5EF4-FFF2-40B4-BE49-F238E27FC236}">
                    <a16:creationId xmlns:a16="http://schemas.microsoft.com/office/drawing/2014/main" id="{C9BA3960-4BCF-4D37-7989-D172C09D6B2B}"/>
                  </a:ext>
                </a:extLst>
              </p:cNvPr>
              <p:cNvPicPr/>
              <p:nvPr/>
            </p:nvPicPr>
            <p:blipFill>
              <a:blip r:embed="rId11"/>
              <a:stretch>
                <a:fillRect/>
              </a:stretch>
            </p:blipFill>
            <p:spPr>
              <a:xfrm>
                <a:off x="6473374" y="3004181"/>
                <a:ext cx="671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3" name="Ink 12">
                <a:extLst>
                  <a:ext uri="{FF2B5EF4-FFF2-40B4-BE49-F238E27FC236}">
                    <a16:creationId xmlns:a16="http://schemas.microsoft.com/office/drawing/2014/main" id="{FA0DFA96-C22C-73AB-B9AC-B7E8A14A33D6}"/>
                  </a:ext>
                </a:extLst>
              </p14:cNvPr>
              <p14:cNvContentPartPr/>
              <p14:nvPr/>
            </p14:nvContentPartPr>
            <p14:xfrm>
              <a:off x="7657414" y="3122621"/>
              <a:ext cx="553320" cy="360"/>
            </p14:xfrm>
          </p:contentPart>
        </mc:Choice>
        <mc:Fallback>
          <p:pic>
            <p:nvPicPr>
              <p:cNvPr id="13" name="Ink 12">
                <a:extLst>
                  <a:ext uri="{FF2B5EF4-FFF2-40B4-BE49-F238E27FC236}">
                    <a16:creationId xmlns:a16="http://schemas.microsoft.com/office/drawing/2014/main" id="{FA0DFA96-C22C-73AB-B9AC-B7E8A14A33D6}"/>
                  </a:ext>
                </a:extLst>
              </p:cNvPr>
              <p:cNvPicPr/>
              <p:nvPr/>
            </p:nvPicPr>
            <p:blipFill>
              <a:blip r:embed="rId13"/>
              <a:stretch>
                <a:fillRect/>
              </a:stretch>
            </p:blipFill>
            <p:spPr>
              <a:xfrm>
                <a:off x="7603774" y="3014621"/>
                <a:ext cx="6609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F53B217C-AEA8-FF02-BB66-6BA518612321}"/>
                  </a:ext>
                </a:extLst>
              </p14:cNvPr>
              <p14:cNvContentPartPr/>
              <p14:nvPr/>
            </p14:nvContentPartPr>
            <p14:xfrm>
              <a:off x="6615214" y="6465581"/>
              <a:ext cx="495000" cy="5040"/>
            </p14:xfrm>
          </p:contentPart>
        </mc:Choice>
        <mc:Fallback>
          <p:pic>
            <p:nvPicPr>
              <p:cNvPr id="14" name="Ink 13">
                <a:extLst>
                  <a:ext uri="{FF2B5EF4-FFF2-40B4-BE49-F238E27FC236}">
                    <a16:creationId xmlns:a16="http://schemas.microsoft.com/office/drawing/2014/main" id="{F53B217C-AEA8-FF02-BB66-6BA518612321}"/>
                  </a:ext>
                </a:extLst>
              </p:cNvPr>
              <p:cNvPicPr/>
              <p:nvPr/>
            </p:nvPicPr>
            <p:blipFill>
              <a:blip r:embed="rId15"/>
              <a:stretch>
                <a:fillRect/>
              </a:stretch>
            </p:blipFill>
            <p:spPr>
              <a:xfrm>
                <a:off x="6561214" y="6357941"/>
                <a:ext cx="60264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192986CD-EE7F-692A-2ABA-713275D7E937}"/>
                  </a:ext>
                </a:extLst>
              </p14:cNvPr>
              <p14:cNvContentPartPr/>
              <p14:nvPr/>
            </p14:nvContentPartPr>
            <p14:xfrm>
              <a:off x="7718254" y="6464141"/>
              <a:ext cx="460080" cy="10440"/>
            </p14:xfrm>
          </p:contentPart>
        </mc:Choice>
        <mc:Fallback>
          <p:pic>
            <p:nvPicPr>
              <p:cNvPr id="15" name="Ink 14">
                <a:extLst>
                  <a:ext uri="{FF2B5EF4-FFF2-40B4-BE49-F238E27FC236}">
                    <a16:creationId xmlns:a16="http://schemas.microsoft.com/office/drawing/2014/main" id="{192986CD-EE7F-692A-2ABA-713275D7E937}"/>
                  </a:ext>
                </a:extLst>
              </p:cNvPr>
              <p:cNvPicPr/>
              <p:nvPr/>
            </p:nvPicPr>
            <p:blipFill>
              <a:blip r:embed="rId17"/>
              <a:stretch>
                <a:fillRect/>
              </a:stretch>
            </p:blipFill>
            <p:spPr>
              <a:xfrm>
                <a:off x="7664254" y="6356141"/>
                <a:ext cx="56772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6" name="Ink 15">
                <a:extLst>
                  <a:ext uri="{FF2B5EF4-FFF2-40B4-BE49-F238E27FC236}">
                    <a16:creationId xmlns:a16="http://schemas.microsoft.com/office/drawing/2014/main" id="{3BB55701-6DBE-D181-7D22-5743856FC22B}"/>
                  </a:ext>
                </a:extLst>
              </p14:cNvPr>
              <p14:cNvContentPartPr/>
              <p14:nvPr/>
            </p14:nvContentPartPr>
            <p14:xfrm>
              <a:off x="6599734" y="5192261"/>
              <a:ext cx="513720" cy="360"/>
            </p14:xfrm>
          </p:contentPart>
        </mc:Choice>
        <mc:Fallback>
          <p:pic>
            <p:nvPicPr>
              <p:cNvPr id="16" name="Ink 15">
                <a:extLst>
                  <a:ext uri="{FF2B5EF4-FFF2-40B4-BE49-F238E27FC236}">
                    <a16:creationId xmlns:a16="http://schemas.microsoft.com/office/drawing/2014/main" id="{3BB55701-6DBE-D181-7D22-5743856FC22B}"/>
                  </a:ext>
                </a:extLst>
              </p:cNvPr>
              <p:cNvPicPr/>
              <p:nvPr/>
            </p:nvPicPr>
            <p:blipFill>
              <a:blip r:embed="rId19"/>
              <a:stretch>
                <a:fillRect/>
              </a:stretch>
            </p:blipFill>
            <p:spPr>
              <a:xfrm>
                <a:off x="6546094" y="5084621"/>
                <a:ext cx="621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D4D0F4F2-91F1-5398-C81E-EB4E45D307E6}"/>
                  </a:ext>
                </a:extLst>
              </p14:cNvPr>
              <p14:cNvContentPartPr/>
              <p14:nvPr/>
            </p14:nvContentPartPr>
            <p14:xfrm>
              <a:off x="7655974" y="5182181"/>
              <a:ext cx="536400" cy="6840"/>
            </p14:xfrm>
          </p:contentPart>
        </mc:Choice>
        <mc:Fallback>
          <p:pic>
            <p:nvPicPr>
              <p:cNvPr id="17" name="Ink 16">
                <a:extLst>
                  <a:ext uri="{FF2B5EF4-FFF2-40B4-BE49-F238E27FC236}">
                    <a16:creationId xmlns:a16="http://schemas.microsoft.com/office/drawing/2014/main" id="{D4D0F4F2-91F1-5398-C81E-EB4E45D307E6}"/>
                  </a:ext>
                </a:extLst>
              </p:cNvPr>
              <p:cNvPicPr/>
              <p:nvPr/>
            </p:nvPicPr>
            <p:blipFill>
              <a:blip r:embed="rId21"/>
              <a:stretch>
                <a:fillRect/>
              </a:stretch>
            </p:blipFill>
            <p:spPr>
              <a:xfrm>
                <a:off x="7601974" y="5074181"/>
                <a:ext cx="64404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8" name="Ink 17">
                <a:extLst>
                  <a:ext uri="{FF2B5EF4-FFF2-40B4-BE49-F238E27FC236}">
                    <a16:creationId xmlns:a16="http://schemas.microsoft.com/office/drawing/2014/main" id="{1910AE48-7036-FF83-0BC8-A0B4195F53D9}"/>
                  </a:ext>
                </a:extLst>
              </p14:cNvPr>
              <p14:cNvContentPartPr/>
              <p14:nvPr/>
            </p14:nvContentPartPr>
            <p14:xfrm>
              <a:off x="6589294" y="5441021"/>
              <a:ext cx="528120" cy="360"/>
            </p14:xfrm>
          </p:contentPart>
        </mc:Choice>
        <mc:Fallback>
          <p:pic>
            <p:nvPicPr>
              <p:cNvPr id="18" name="Ink 17">
                <a:extLst>
                  <a:ext uri="{FF2B5EF4-FFF2-40B4-BE49-F238E27FC236}">
                    <a16:creationId xmlns:a16="http://schemas.microsoft.com/office/drawing/2014/main" id="{1910AE48-7036-FF83-0BC8-A0B4195F53D9}"/>
                  </a:ext>
                </a:extLst>
              </p:cNvPr>
              <p:cNvPicPr/>
              <p:nvPr/>
            </p:nvPicPr>
            <p:blipFill>
              <a:blip r:embed="rId23"/>
              <a:stretch>
                <a:fillRect/>
              </a:stretch>
            </p:blipFill>
            <p:spPr>
              <a:xfrm>
                <a:off x="6535294" y="5333381"/>
                <a:ext cx="635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9" name="Ink 18">
                <a:extLst>
                  <a:ext uri="{FF2B5EF4-FFF2-40B4-BE49-F238E27FC236}">
                    <a16:creationId xmlns:a16="http://schemas.microsoft.com/office/drawing/2014/main" id="{BB6AD467-5A8C-1A49-ED66-0C67909AB1B8}"/>
                  </a:ext>
                </a:extLst>
              </p14:cNvPr>
              <p14:cNvContentPartPr/>
              <p14:nvPr/>
            </p14:nvContentPartPr>
            <p14:xfrm>
              <a:off x="7688374" y="5440301"/>
              <a:ext cx="507240" cy="9720"/>
            </p14:xfrm>
          </p:contentPart>
        </mc:Choice>
        <mc:Fallback>
          <p:pic>
            <p:nvPicPr>
              <p:cNvPr id="19" name="Ink 18">
                <a:extLst>
                  <a:ext uri="{FF2B5EF4-FFF2-40B4-BE49-F238E27FC236}">
                    <a16:creationId xmlns:a16="http://schemas.microsoft.com/office/drawing/2014/main" id="{BB6AD467-5A8C-1A49-ED66-0C67909AB1B8}"/>
                  </a:ext>
                </a:extLst>
              </p:cNvPr>
              <p:cNvPicPr/>
              <p:nvPr/>
            </p:nvPicPr>
            <p:blipFill>
              <a:blip r:embed="rId25"/>
              <a:stretch>
                <a:fillRect/>
              </a:stretch>
            </p:blipFill>
            <p:spPr>
              <a:xfrm>
                <a:off x="7634734" y="5332301"/>
                <a:ext cx="61488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1342F1A5-0A92-6A67-8AC8-E669EA619B04}"/>
                  </a:ext>
                </a:extLst>
              </p14:cNvPr>
              <p14:cNvContentPartPr/>
              <p14:nvPr/>
            </p14:nvContentPartPr>
            <p14:xfrm>
              <a:off x="9877894" y="1583261"/>
              <a:ext cx="471240" cy="360"/>
            </p14:xfrm>
          </p:contentPart>
        </mc:Choice>
        <mc:Fallback>
          <p:pic>
            <p:nvPicPr>
              <p:cNvPr id="20" name="Ink 19">
                <a:extLst>
                  <a:ext uri="{FF2B5EF4-FFF2-40B4-BE49-F238E27FC236}">
                    <a16:creationId xmlns:a16="http://schemas.microsoft.com/office/drawing/2014/main" id="{1342F1A5-0A92-6A67-8AC8-E669EA619B04}"/>
                  </a:ext>
                </a:extLst>
              </p:cNvPr>
              <p:cNvPicPr/>
              <p:nvPr/>
            </p:nvPicPr>
            <p:blipFill>
              <a:blip r:embed="rId27"/>
              <a:stretch>
                <a:fillRect/>
              </a:stretch>
            </p:blipFill>
            <p:spPr>
              <a:xfrm>
                <a:off x="9823894" y="1475621"/>
                <a:ext cx="5788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2" name="Ink 21">
                <a:extLst>
                  <a:ext uri="{FF2B5EF4-FFF2-40B4-BE49-F238E27FC236}">
                    <a16:creationId xmlns:a16="http://schemas.microsoft.com/office/drawing/2014/main" id="{21B0A7F8-A3B1-FF2C-34A5-65857C47FEBC}"/>
                  </a:ext>
                </a:extLst>
              </p14:cNvPr>
              <p14:cNvContentPartPr/>
              <p14:nvPr/>
            </p14:nvContentPartPr>
            <p14:xfrm>
              <a:off x="8799694" y="1856141"/>
              <a:ext cx="513720" cy="360"/>
            </p14:xfrm>
          </p:contentPart>
        </mc:Choice>
        <mc:Fallback>
          <p:pic>
            <p:nvPicPr>
              <p:cNvPr id="22" name="Ink 21">
                <a:extLst>
                  <a:ext uri="{FF2B5EF4-FFF2-40B4-BE49-F238E27FC236}">
                    <a16:creationId xmlns:a16="http://schemas.microsoft.com/office/drawing/2014/main" id="{21B0A7F8-A3B1-FF2C-34A5-65857C47FEBC}"/>
                  </a:ext>
                </a:extLst>
              </p:cNvPr>
              <p:cNvPicPr/>
              <p:nvPr/>
            </p:nvPicPr>
            <p:blipFill>
              <a:blip r:embed="rId29"/>
              <a:stretch>
                <a:fillRect/>
              </a:stretch>
            </p:blipFill>
            <p:spPr>
              <a:xfrm>
                <a:off x="8745694" y="1748141"/>
                <a:ext cx="621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3" name="Ink 22">
                <a:extLst>
                  <a:ext uri="{FF2B5EF4-FFF2-40B4-BE49-F238E27FC236}">
                    <a16:creationId xmlns:a16="http://schemas.microsoft.com/office/drawing/2014/main" id="{DF94A152-6400-8628-8F9B-A3CC0E938ABB}"/>
                  </a:ext>
                </a:extLst>
              </p14:cNvPr>
              <p14:cNvContentPartPr/>
              <p14:nvPr/>
            </p14:nvContentPartPr>
            <p14:xfrm>
              <a:off x="7698814" y="1810421"/>
              <a:ext cx="484560" cy="360"/>
            </p14:xfrm>
          </p:contentPart>
        </mc:Choice>
        <mc:Fallback>
          <p:pic>
            <p:nvPicPr>
              <p:cNvPr id="23" name="Ink 22">
                <a:extLst>
                  <a:ext uri="{FF2B5EF4-FFF2-40B4-BE49-F238E27FC236}">
                    <a16:creationId xmlns:a16="http://schemas.microsoft.com/office/drawing/2014/main" id="{DF94A152-6400-8628-8F9B-A3CC0E938ABB}"/>
                  </a:ext>
                </a:extLst>
              </p:cNvPr>
              <p:cNvPicPr/>
              <p:nvPr/>
            </p:nvPicPr>
            <p:blipFill>
              <a:blip r:embed="rId31"/>
              <a:stretch>
                <a:fillRect/>
              </a:stretch>
            </p:blipFill>
            <p:spPr>
              <a:xfrm>
                <a:off x="7645174" y="1702421"/>
                <a:ext cx="5922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4" name="Ink 23">
                <a:extLst>
                  <a:ext uri="{FF2B5EF4-FFF2-40B4-BE49-F238E27FC236}">
                    <a16:creationId xmlns:a16="http://schemas.microsoft.com/office/drawing/2014/main" id="{070DD5EA-4EF2-34B1-7433-5291E5E23819}"/>
                  </a:ext>
                </a:extLst>
              </p14:cNvPr>
              <p14:cNvContentPartPr/>
              <p14:nvPr/>
            </p14:nvContentPartPr>
            <p14:xfrm>
              <a:off x="6628174" y="1806821"/>
              <a:ext cx="486000" cy="35640"/>
            </p14:xfrm>
          </p:contentPart>
        </mc:Choice>
        <mc:Fallback>
          <p:pic>
            <p:nvPicPr>
              <p:cNvPr id="24" name="Ink 23">
                <a:extLst>
                  <a:ext uri="{FF2B5EF4-FFF2-40B4-BE49-F238E27FC236}">
                    <a16:creationId xmlns:a16="http://schemas.microsoft.com/office/drawing/2014/main" id="{070DD5EA-4EF2-34B1-7433-5291E5E23819}"/>
                  </a:ext>
                </a:extLst>
              </p:cNvPr>
              <p:cNvPicPr/>
              <p:nvPr/>
            </p:nvPicPr>
            <p:blipFill>
              <a:blip r:embed="rId33"/>
              <a:stretch>
                <a:fillRect/>
              </a:stretch>
            </p:blipFill>
            <p:spPr>
              <a:xfrm>
                <a:off x="6574174" y="1698821"/>
                <a:ext cx="59364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5" name="Ink 24">
                <a:extLst>
                  <a:ext uri="{FF2B5EF4-FFF2-40B4-BE49-F238E27FC236}">
                    <a16:creationId xmlns:a16="http://schemas.microsoft.com/office/drawing/2014/main" id="{6FE5D9C3-4953-C319-77D8-47B14783D143}"/>
                  </a:ext>
                </a:extLst>
              </p14:cNvPr>
              <p14:cNvContentPartPr/>
              <p14:nvPr/>
            </p14:nvContentPartPr>
            <p14:xfrm>
              <a:off x="8743174" y="2584061"/>
              <a:ext cx="500400" cy="13320"/>
            </p14:xfrm>
          </p:contentPart>
        </mc:Choice>
        <mc:Fallback>
          <p:pic>
            <p:nvPicPr>
              <p:cNvPr id="25" name="Ink 24">
                <a:extLst>
                  <a:ext uri="{FF2B5EF4-FFF2-40B4-BE49-F238E27FC236}">
                    <a16:creationId xmlns:a16="http://schemas.microsoft.com/office/drawing/2014/main" id="{6FE5D9C3-4953-C319-77D8-47B14783D143}"/>
                  </a:ext>
                </a:extLst>
              </p:cNvPr>
              <p:cNvPicPr/>
              <p:nvPr/>
            </p:nvPicPr>
            <p:blipFill>
              <a:blip r:embed="rId35"/>
              <a:stretch>
                <a:fillRect/>
              </a:stretch>
            </p:blipFill>
            <p:spPr>
              <a:xfrm>
                <a:off x="8689534" y="2476061"/>
                <a:ext cx="60804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6" name="Ink 25">
                <a:extLst>
                  <a:ext uri="{FF2B5EF4-FFF2-40B4-BE49-F238E27FC236}">
                    <a16:creationId xmlns:a16="http://schemas.microsoft.com/office/drawing/2014/main" id="{C9C9AF7B-1260-1182-A23E-33284A0B1CC7}"/>
                  </a:ext>
                </a:extLst>
              </p14:cNvPr>
              <p14:cNvContentPartPr/>
              <p14:nvPr/>
            </p14:nvContentPartPr>
            <p14:xfrm>
              <a:off x="6588214" y="2570381"/>
              <a:ext cx="556560" cy="21960"/>
            </p14:xfrm>
          </p:contentPart>
        </mc:Choice>
        <mc:Fallback>
          <p:pic>
            <p:nvPicPr>
              <p:cNvPr id="26" name="Ink 25">
                <a:extLst>
                  <a:ext uri="{FF2B5EF4-FFF2-40B4-BE49-F238E27FC236}">
                    <a16:creationId xmlns:a16="http://schemas.microsoft.com/office/drawing/2014/main" id="{C9C9AF7B-1260-1182-A23E-33284A0B1CC7}"/>
                  </a:ext>
                </a:extLst>
              </p:cNvPr>
              <p:cNvPicPr/>
              <p:nvPr/>
            </p:nvPicPr>
            <p:blipFill>
              <a:blip r:embed="rId37"/>
              <a:stretch>
                <a:fillRect/>
              </a:stretch>
            </p:blipFill>
            <p:spPr>
              <a:xfrm>
                <a:off x="6534214" y="2462381"/>
                <a:ext cx="66420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7" name="Ink 26">
                <a:extLst>
                  <a:ext uri="{FF2B5EF4-FFF2-40B4-BE49-F238E27FC236}">
                    <a16:creationId xmlns:a16="http://schemas.microsoft.com/office/drawing/2014/main" id="{F96862A3-AF8D-92F4-984F-6E8122A0CCAB}"/>
                  </a:ext>
                </a:extLst>
              </p14:cNvPr>
              <p14:cNvContentPartPr/>
              <p14:nvPr/>
            </p14:nvContentPartPr>
            <p14:xfrm>
              <a:off x="7689814" y="2595221"/>
              <a:ext cx="487080" cy="3600"/>
            </p14:xfrm>
          </p:contentPart>
        </mc:Choice>
        <mc:Fallback>
          <p:pic>
            <p:nvPicPr>
              <p:cNvPr id="27" name="Ink 26">
                <a:extLst>
                  <a:ext uri="{FF2B5EF4-FFF2-40B4-BE49-F238E27FC236}">
                    <a16:creationId xmlns:a16="http://schemas.microsoft.com/office/drawing/2014/main" id="{F96862A3-AF8D-92F4-984F-6E8122A0CCAB}"/>
                  </a:ext>
                </a:extLst>
              </p:cNvPr>
              <p:cNvPicPr/>
              <p:nvPr/>
            </p:nvPicPr>
            <p:blipFill>
              <a:blip r:embed="rId39"/>
              <a:stretch>
                <a:fillRect/>
              </a:stretch>
            </p:blipFill>
            <p:spPr>
              <a:xfrm>
                <a:off x="7636174" y="2487221"/>
                <a:ext cx="59472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1" name="Ink 30">
                <a:extLst>
                  <a:ext uri="{FF2B5EF4-FFF2-40B4-BE49-F238E27FC236}">
                    <a16:creationId xmlns:a16="http://schemas.microsoft.com/office/drawing/2014/main" id="{D270B741-4B58-AC51-ED2A-510DA09E724A}"/>
                  </a:ext>
                </a:extLst>
              </p14:cNvPr>
              <p14:cNvContentPartPr/>
              <p14:nvPr/>
            </p14:nvContentPartPr>
            <p14:xfrm>
              <a:off x="6539974" y="5677541"/>
              <a:ext cx="601920" cy="360"/>
            </p14:xfrm>
          </p:contentPart>
        </mc:Choice>
        <mc:Fallback>
          <p:pic>
            <p:nvPicPr>
              <p:cNvPr id="31" name="Ink 30">
                <a:extLst>
                  <a:ext uri="{FF2B5EF4-FFF2-40B4-BE49-F238E27FC236}">
                    <a16:creationId xmlns:a16="http://schemas.microsoft.com/office/drawing/2014/main" id="{D270B741-4B58-AC51-ED2A-510DA09E724A}"/>
                  </a:ext>
                </a:extLst>
              </p:cNvPr>
              <p:cNvPicPr/>
              <p:nvPr/>
            </p:nvPicPr>
            <p:blipFill>
              <a:blip r:embed="rId41"/>
              <a:stretch>
                <a:fillRect/>
              </a:stretch>
            </p:blipFill>
            <p:spPr>
              <a:xfrm>
                <a:off x="6485974" y="5569901"/>
                <a:ext cx="7095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2" name="Ink 31">
                <a:extLst>
                  <a:ext uri="{FF2B5EF4-FFF2-40B4-BE49-F238E27FC236}">
                    <a16:creationId xmlns:a16="http://schemas.microsoft.com/office/drawing/2014/main" id="{6906FC33-3ACD-A676-AF8A-832FEF463FA1}"/>
                  </a:ext>
                </a:extLst>
              </p14:cNvPr>
              <p14:cNvContentPartPr/>
              <p14:nvPr/>
            </p14:nvContentPartPr>
            <p14:xfrm>
              <a:off x="7627174" y="5672501"/>
              <a:ext cx="568080" cy="16920"/>
            </p14:xfrm>
          </p:contentPart>
        </mc:Choice>
        <mc:Fallback>
          <p:pic>
            <p:nvPicPr>
              <p:cNvPr id="32" name="Ink 31">
                <a:extLst>
                  <a:ext uri="{FF2B5EF4-FFF2-40B4-BE49-F238E27FC236}">
                    <a16:creationId xmlns:a16="http://schemas.microsoft.com/office/drawing/2014/main" id="{6906FC33-3ACD-A676-AF8A-832FEF463FA1}"/>
                  </a:ext>
                </a:extLst>
              </p:cNvPr>
              <p:cNvPicPr/>
              <p:nvPr/>
            </p:nvPicPr>
            <p:blipFill>
              <a:blip r:embed="rId43"/>
              <a:stretch>
                <a:fillRect/>
              </a:stretch>
            </p:blipFill>
            <p:spPr>
              <a:xfrm>
                <a:off x="7573534" y="5564861"/>
                <a:ext cx="67572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3" name="Ink 32">
                <a:extLst>
                  <a:ext uri="{FF2B5EF4-FFF2-40B4-BE49-F238E27FC236}">
                    <a16:creationId xmlns:a16="http://schemas.microsoft.com/office/drawing/2014/main" id="{51D1F54C-F436-D58E-664E-7F3F086ED165}"/>
                  </a:ext>
                </a:extLst>
              </p14:cNvPr>
              <p14:cNvContentPartPr/>
              <p14:nvPr/>
            </p14:nvContentPartPr>
            <p14:xfrm>
              <a:off x="8764054" y="5681861"/>
              <a:ext cx="667800" cy="32040"/>
            </p14:xfrm>
          </p:contentPart>
        </mc:Choice>
        <mc:Fallback>
          <p:pic>
            <p:nvPicPr>
              <p:cNvPr id="33" name="Ink 32">
                <a:extLst>
                  <a:ext uri="{FF2B5EF4-FFF2-40B4-BE49-F238E27FC236}">
                    <a16:creationId xmlns:a16="http://schemas.microsoft.com/office/drawing/2014/main" id="{51D1F54C-F436-D58E-664E-7F3F086ED165}"/>
                  </a:ext>
                </a:extLst>
              </p:cNvPr>
              <p:cNvPicPr/>
              <p:nvPr/>
            </p:nvPicPr>
            <p:blipFill>
              <a:blip r:embed="rId45"/>
              <a:stretch>
                <a:fillRect/>
              </a:stretch>
            </p:blipFill>
            <p:spPr>
              <a:xfrm>
                <a:off x="8710414" y="5574221"/>
                <a:ext cx="77544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5" name="Ink 34">
                <a:extLst>
                  <a:ext uri="{FF2B5EF4-FFF2-40B4-BE49-F238E27FC236}">
                    <a16:creationId xmlns:a16="http://schemas.microsoft.com/office/drawing/2014/main" id="{815E43A0-275D-08F1-965F-7015563767B1}"/>
                  </a:ext>
                </a:extLst>
              </p14:cNvPr>
              <p14:cNvContentPartPr/>
              <p14:nvPr/>
            </p14:nvContentPartPr>
            <p14:xfrm>
              <a:off x="6603694" y="3637781"/>
              <a:ext cx="519120" cy="16560"/>
            </p14:xfrm>
          </p:contentPart>
        </mc:Choice>
        <mc:Fallback>
          <p:pic>
            <p:nvPicPr>
              <p:cNvPr id="35" name="Ink 34">
                <a:extLst>
                  <a:ext uri="{FF2B5EF4-FFF2-40B4-BE49-F238E27FC236}">
                    <a16:creationId xmlns:a16="http://schemas.microsoft.com/office/drawing/2014/main" id="{815E43A0-275D-08F1-965F-7015563767B1}"/>
                  </a:ext>
                </a:extLst>
              </p:cNvPr>
              <p:cNvPicPr/>
              <p:nvPr/>
            </p:nvPicPr>
            <p:blipFill>
              <a:blip r:embed="rId47"/>
              <a:stretch>
                <a:fillRect/>
              </a:stretch>
            </p:blipFill>
            <p:spPr>
              <a:xfrm>
                <a:off x="6550054" y="3529781"/>
                <a:ext cx="62676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6" name="Ink 35">
                <a:extLst>
                  <a:ext uri="{FF2B5EF4-FFF2-40B4-BE49-F238E27FC236}">
                    <a16:creationId xmlns:a16="http://schemas.microsoft.com/office/drawing/2014/main" id="{C1A6BDC9-AB4B-C8C1-7AAF-5CA1C793BE9F}"/>
                  </a:ext>
                </a:extLst>
              </p14:cNvPr>
              <p14:cNvContentPartPr/>
              <p14:nvPr/>
            </p14:nvContentPartPr>
            <p14:xfrm>
              <a:off x="7700254" y="3615101"/>
              <a:ext cx="568440" cy="7920"/>
            </p14:xfrm>
          </p:contentPart>
        </mc:Choice>
        <mc:Fallback>
          <p:pic>
            <p:nvPicPr>
              <p:cNvPr id="36" name="Ink 35">
                <a:extLst>
                  <a:ext uri="{FF2B5EF4-FFF2-40B4-BE49-F238E27FC236}">
                    <a16:creationId xmlns:a16="http://schemas.microsoft.com/office/drawing/2014/main" id="{C1A6BDC9-AB4B-C8C1-7AAF-5CA1C793BE9F}"/>
                  </a:ext>
                </a:extLst>
              </p:cNvPr>
              <p:cNvPicPr/>
              <p:nvPr/>
            </p:nvPicPr>
            <p:blipFill>
              <a:blip r:embed="rId49"/>
              <a:stretch>
                <a:fillRect/>
              </a:stretch>
            </p:blipFill>
            <p:spPr>
              <a:xfrm>
                <a:off x="7646614" y="3507461"/>
                <a:ext cx="676080" cy="223560"/>
              </a:xfrm>
              <a:prstGeom prst="rect">
                <a:avLst/>
              </a:prstGeom>
            </p:spPr>
          </p:pic>
        </mc:Fallback>
      </mc:AlternateContent>
    </p:spTree>
    <p:extLst>
      <p:ext uri="{BB962C8B-B14F-4D97-AF65-F5344CB8AC3E}">
        <p14:creationId xmlns:p14="http://schemas.microsoft.com/office/powerpoint/2010/main" val="4031247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7C61-6F3B-A2FA-B0E4-769322F9BDB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8CFD639A-28B5-3F64-6C04-A86FC5ED3FAE}"/>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a:t>
            </a:r>
            <a:r>
              <a:rPr lang="en-US" dirty="0"/>
              <a:t>)</a:t>
            </a:r>
          </a:p>
        </p:txBody>
      </p:sp>
      <p:sp>
        <p:nvSpPr>
          <p:cNvPr id="2" name="TextBox 1">
            <a:extLst>
              <a:ext uri="{FF2B5EF4-FFF2-40B4-BE49-F238E27FC236}">
                <a16:creationId xmlns:a16="http://schemas.microsoft.com/office/drawing/2014/main" id="{B5C84E06-5312-90E2-D477-DBFC8A064796}"/>
              </a:ext>
            </a:extLst>
          </p:cNvPr>
          <p:cNvSpPr txBox="1"/>
          <p:nvPr/>
        </p:nvSpPr>
        <p:spPr>
          <a:xfrm>
            <a:off x="8737257" y="94389"/>
            <a:ext cx="2545492" cy="461665"/>
          </a:xfrm>
          <a:prstGeom prst="rect">
            <a:avLst/>
          </a:prstGeom>
          <a:noFill/>
        </p:spPr>
        <p:txBody>
          <a:bodyPr wrap="square" rtlCol="0">
            <a:spAutoFit/>
          </a:bodyPr>
          <a:lstStyle/>
          <a:p>
            <a:r>
              <a:rPr lang="en-US" sz="2400" b="1" dirty="0">
                <a:solidFill>
                  <a:schemeClr val="accent5">
                    <a:lumMod val="60000"/>
                    <a:lumOff val="40000"/>
                  </a:schemeClr>
                </a:solidFill>
              </a:rPr>
              <a:t>Phase 4</a:t>
            </a:r>
          </a:p>
        </p:txBody>
      </p:sp>
      <p:sp>
        <p:nvSpPr>
          <p:cNvPr id="3" name="TextBox 2">
            <a:extLst>
              <a:ext uri="{FF2B5EF4-FFF2-40B4-BE49-F238E27FC236}">
                <a16:creationId xmlns:a16="http://schemas.microsoft.com/office/drawing/2014/main" id="{54BAC945-8C73-D03F-50EA-C300BB782D8B}"/>
              </a:ext>
            </a:extLst>
          </p:cNvPr>
          <p:cNvSpPr txBox="1"/>
          <p:nvPr/>
        </p:nvSpPr>
        <p:spPr>
          <a:xfrm>
            <a:off x="10900717" y="186723"/>
            <a:ext cx="1223319" cy="369332"/>
          </a:xfrm>
          <a:prstGeom prst="rect">
            <a:avLst/>
          </a:prstGeom>
          <a:noFill/>
        </p:spPr>
        <p:txBody>
          <a:bodyPr wrap="square" rtlCol="0">
            <a:spAutoFit/>
          </a:bodyPr>
          <a:lstStyle/>
          <a:p>
            <a:r>
              <a:rPr lang="en-US" dirty="0"/>
              <a:t>V24. xlsx</a:t>
            </a:r>
          </a:p>
        </p:txBody>
      </p:sp>
      <p:sp>
        <p:nvSpPr>
          <p:cNvPr id="5" name="TextBox 4">
            <a:extLst>
              <a:ext uri="{FF2B5EF4-FFF2-40B4-BE49-F238E27FC236}">
                <a16:creationId xmlns:a16="http://schemas.microsoft.com/office/drawing/2014/main" id="{62A0DFDA-3277-13CD-0B59-F79C3F759FE8}"/>
              </a:ext>
            </a:extLst>
          </p:cNvPr>
          <p:cNvSpPr txBox="1"/>
          <p:nvPr/>
        </p:nvSpPr>
        <p:spPr>
          <a:xfrm>
            <a:off x="667266" y="4506846"/>
            <a:ext cx="4411362" cy="923330"/>
          </a:xfrm>
          <a:prstGeom prst="rect">
            <a:avLst/>
          </a:prstGeom>
          <a:noFill/>
        </p:spPr>
        <p:txBody>
          <a:bodyPr wrap="square" rtlCol="0">
            <a:spAutoFit/>
          </a:bodyPr>
          <a:lstStyle/>
          <a:p>
            <a:r>
              <a:rPr lang="en-US" dirty="0"/>
              <a:t>Stratified K Fold</a:t>
            </a:r>
          </a:p>
          <a:p>
            <a:r>
              <a:rPr lang="en-US" dirty="0"/>
              <a:t>No Class Weight Loss</a:t>
            </a:r>
          </a:p>
          <a:p>
            <a:r>
              <a:rPr lang="en-US" dirty="0"/>
              <a:t>No Weighted Sampling</a:t>
            </a:r>
          </a:p>
        </p:txBody>
      </p:sp>
    </p:spTree>
    <p:extLst>
      <p:ext uri="{BB962C8B-B14F-4D97-AF65-F5344CB8AC3E}">
        <p14:creationId xmlns:p14="http://schemas.microsoft.com/office/powerpoint/2010/main" val="1989292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291D9-A67C-40F4-EA02-DFDC52BCC16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C7666F2-200A-662B-56FA-513EEC951D64}"/>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 Intensity</a:t>
            </a:r>
            <a:r>
              <a:rPr lang="en-US" dirty="0"/>
              <a:t>)</a:t>
            </a:r>
          </a:p>
        </p:txBody>
      </p:sp>
      <p:sp>
        <p:nvSpPr>
          <p:cNvPr id="6" name="TextBox 5">
            <a:extLst>
              <a:ext uri="{FF2B5EF4-FFF2-40B4-BE49-F238E27FC236}">
                <a16:creationId xmlns:a16="http://schemas.microsoft.com/office/drawing/2014/main" id="{C1E169A9-96F8-CF64-ECF8-B153C385E4A7}"/>
              </a:ext>
            </a:extLst>
          </p:cNvPr>
          <p:cNvSpPr txBox="1"/>
          <p:nvPr/>
        </p:nvSpPr>
        <p:spPr>
          <a:xfrm>
            <a:off x="8737257" y="94389"/>
            <a:ext cx="2545492" cy="461665"/>
          </a:xfrm>
          <a:prstGeom prst="rect">
            <a:avLst/>
          </a:prstGeom>
          <a:noFill/>
        </p:spPr>
        <p:txBody>
          <a:bodyPr wrap="square" rtlCol="0">
            <a:spAutoFit/>
          </a:bodyPr>
          <a:lstStyle/>
          <a:p>
            <a:r>
              <a:rPr lang="en-US" sz="2400" b="1" dirty="0">
                <a:solidFill>
                  <a:schemeClr val="accent5">
                    <a:lumMod val="60000"/>
                    <a:lumOff val="40000"/>
                  </a:schemeClr>
                </a:solidFill>
              </a:rPr>
              <a:t>Phase 4</a:t>
            </a:r>
          </a:p>
        </p:txBody>
      </p:sp>
    </p:spTree>
    <p:extLst>
      <p:ext uri="{BB962C8B-B14F-4D97-AF65-F5344CB8AC3E}">
        <p14:creationId xmlns:p14="http://schemas.microsoft.com/office/powerpoint/2010/main" val="2981170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BDB4-0859-D094-0587-4A842C0D4300}"/>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70D21A2-F1DD-CB33-A8B6-D07816658355}"/>
              </a:ext>
            </a:extLst>
          </p:cNvPr>
          <p:cNvCxnSpPr>
            <a:cxnSpLocks/>
          </p:cNvCxnSpPr>
          <p:nvPr/>
        </p:nvCxnSpPr>
        <p:spPr>
          <a:xfrm>
            <a:off x="4664676" y="94390"/>
            <a:ext cx="0" cy="662768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1BD6AE1-2942-DA11-691F-5657B371FB62}"/>
              </a:ext>
            </a:extLst>
          </p:cNvPr>
          <p:cNvSpPr txBox="1"/>
          <p:nvPr/>
        </p:nvSpPr>
        <p:spPr>
          <a:xfrm>
            <a:off x="1530204" y="716005"/>
            <a:ext cx="1513691" cy="461665"/>
          </a:xfrm>
          <a:prstGeom prst="rect">
            <a:avLst/>
          </a:prstGeom>
          <a:noFill/>
        </p:spPr>
        <p:txBody>
          <a:bodyPr wrap="square" rtlCol="0">
            <a:spAutoFit/>
          </a:bodyPr>
          <a:lstStyle/>
          <a:p>
            <a:r>
              <a:rPr lang="en-US" sz="2400" b="1" dirty="0">
                <a:solidFill>
                  <a:srgbClr val="7030A0"/>
                </a:solidFill>
              </a:rPr>
              <a:t>Phase 1</a:t>
            </a:r>
          </a:p>
        </p:txBody>
      </p:sp>
      <p:sp>
        <p:nvSpPr>
          <p:cNvPr id="8" name="TextBox 7">
            <a:extLst>
              <a:ext uri="{FF2B5EF4-FFF2-40B4-BE49-F238E27FC236}">
                <a16:creationId xmlns:a16="http://schemas.microsoft.com/office/drawing/2014/main" id="{94342506-19C1-9C9E-C9ED-1B6C90CA3B3C}"/>
              </a:ext>
            </a:extLst>
          </p:cNvPr>
          <p:cNvSpPr txBox="1"/>
          <p:nvPr/>
        </p:nvSpPr>
        <p:spPr>
          <a:xfrm>
            <a:off x="5882846" y="727673"/>
            <a:ext cx="2545492" cy="461665"/>
          </a:xfrm>
          <a:prstGeom prst="rect">
            <a:avLst/>
          </a:prstGeom>
          <a:noFill/>
        </p:spPr>
        <p:txBody>
          <a:bodyPr wrap="square" rtlCol="0">
            <a:spAutoFit/>
          </a:bodyPr>
          <a:lstStyle/>
          <a:p>
            <a:r>
              <a:rPr lang="en-US" sz="2400" b="1" dirty="0">
                <a:solidFill>
                  <a:srgbClr val="0070C0"/>
                </a:solidFill>
              </a:rPr>
              <a:t>Phase 2</a:t>
            </a:r>
          </a:p>
        </p:txBody>
      </p:sp>
      <p:sp>
        <p:nvSpPr>
          <p:cNvPr id="10" name="TextBox 9">
            <a:extLst>
              <a:ext uri="{FF2B5EF4-FFF2-40B4-BE49-F238E27FC236}">
                <a16:creationId xmlns:a16="http://schemas.microsoft.com/office/drawing/2014/main" id="{DD0DDF76-97F6-7A7D-90BA-D0C92164A474}"/>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sp>
        <p:nvSpPr>
          <p:cNvPr id="11" name="TextBox 10">
            <a:extLst>
              <a:ext uri="{FF2B5EF4-FFF2-40B4-BE49-F238E27FC236}">
                <a16:creationId xmlns:a16="http://schemas.microsoft.com/office/drawing/2014/main" id="{6F5302DD-4A3F-2C2D-0EBF-A9548863D990}"/>
              </a:ext>
            </a:extLst>
          </p:cNvPr>
          <p:cNvSpPr txBox="1"/>
          <p:nvPr/>
        </p:nvSpPr>
        <p:spPr>
          <a:xfrm>
            <a:off x="5225861" y="119103"/>
            <a:ext cx="5966239" cy="461665"/>
          </a:xfrm>
          <a:prstGeom prst="rect">
            <a:avLst/>
          </a:prstGeom>
          <a:noFill/>
        </p:spPr>
        <p:txBody>
          <a:bodyPr wrap="square" rtlCol="0">
            <a:spAutoFit/>
          </a:bodyPr>
          <a:lstStyle/>
          <a:p>
            <a:r>
              <a:rPr lang="en-US" sz="2400" b="1" u="sng" dirty="0"/>
              <a:t>Binary Classifier (Perceived RD Intensity)</a:t>
            </a:r>
          </a:p>
        </p:txBody>
      </p:sp>
      <p:sp>
        <p:nvSpPr>
          <p:cNvPr id="20" name="TextBox 19">
            <a:extLst>
              <a:ext uri="{FF2B5EF4-FFF2-40B4-BE49-F238E27FC236}">
                <a16:creationId xmlns:a16="http://schemas.microsoft.com/office/drawing/2014/main" id="{2D794E12-2674-2A80-A810-FAAF86A3D179}"/>
              </a:ext>
            </a:extLst>
          </p:cNvPr>
          <p:cNvSpPr txBox="1"/>
          <p:nvPr/>
        </p:nvSpPr>
        <p:spPr>
          <a:xfrm>
            <a:off x="9646508" y="716004"/>
            <a:ext cx="2545492" cy="461665"/>
          </a:xfrm>
          <a:prstGeom prst="rect">
            <a:avLst/>
          </a:prstGeom>
          <a:noFill/>
        </p:spPr>
        <p:txBody>
          <a:bodyPr wrap="square" rtlCol="0">
            <a:spAutoFit/>
          </a:bodyPr>
          <a:lstStyle/>
          <a:p>
            <a:r>
              <a:rPr lang="en-US" sz="2400" b="1" dirty="0">
                <a:solidFill>
                  <a:schemeClr val="accent2">
                    <a:lumMod val="75000"/>
                  </a:schemeClr>
                </a:solidFill>
              </a:rPr>
              <a:t>Phase 3</a:t>
            </a:r>
          </a:p>
        </p:txBody>
      </p:sp>
      <p:cxnSp>
        <p:nvCxnSpPr>
          <p:cNvPr id="21" name="Straight Connector 20">
            <a:extLst>
              <a:ext uri="{FF2B5EF4-FFF2-40B4-BE49-F238E27FC236}">
                <a16:creationId xmlns:a16="http://schemas.microsoft.com/office/drawing/2014/main" id="{119C4C72-D1A0-AA46-0727-C00F97FD5D36}"/>
              </a:ext>
            </a:extLst>
          </p:cNvPr>
          <p:cNvCxnSpPr>
            <a:cxnSpLocks/>
          </p:cNvCxnSpPr>
          <p:nvPr/>
        </p:nvCxnSpPr>
        <p:spPr>
          <a:xfrm>
            <a:off x="8399498" y="1177669"/>
            <a:ext cx="0" cy="568033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6DBA540-4D31-765E-D176-FCE8D303AA9E}"/>
              </a:ext>
            </a:extLst>
          </p:cNvPr>
          <p:cNvCxnSpPr>
            <a:cxnSpLocks/>
          </p:cNvCxnSpPr>
          <p:nvPr/>
        </p:nvCxnSpPr>
        <p:spPr>
          <a:xfrm>
            <a:off x="175081" y="4794422"/>
            <a:ext cx="4489595" cy="0"/>
          </a:xfrm>
          <a:prstGeom prst="line">
            <a:avLst/>
          </a:prstGeom>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6D743295-CBA7-5330-55FD-AEB9B9338ABD}"/>
              </a:ext>
            </a:extLst>
          </p:cNvPr>
          <p:cNvSpPr txBox="1"/>
          <p:nvPr/>
        </p:nvSpPr>
        <p:spPr>
          <a:xfrm>
            <a:off x="1552325" y="4836680"/>
            <a:ext cx="1513691" cy="461665"/>
          </a:xfrm>
          <a:prstGeom prst="rect">
            <a:avLst/>
          </a:prstGeom>
          <a:noFill/>
        </p:spPr>
        <p:txBody>
          <a:bodyPr wrap="square" rtlCol="0">
            <a:spAutoFit/>
          </a:bodyPr>
          <a:lstStyle/>
          <a:p>
            <a:r>
              <a:rPr lang="en-US" sz="2400" b="1" dirty="0">
                <a:solidFill>
                  <a:schemeClr val="accent5">
                    <a:lumMod val="60000"/>
                    <a:lumOff val="40000"/>
                  </a:schemeClr>
                </a:solidFill>
              </a:rPr>
              <a:t>Phase 4</a:t>
            </a:r>
          </a:p>
        </p:txBody>
      </p:sp>
      <p:graphicFrame>
        <p:nvGraphicFramePr>
          <p:cNvPr id="2" name="Table 1">
            <a:extLst>
              <a:ext uri="{FF2B5EF4-FFF2-40B4-BE49-F238E27FC236}">
                <a16:creationId xmlns:a16="http://schemas.microsoft.com/office/drawing/2014/main" id="{81435FBC-9D8B-E1D5-7F7B-FB6E111C641D}"/>
              </a:ext>
            </a:extLst>
          </p:cNvPr>
          <p:cNvGraphicFramePr>
            <a:graphicFrameLocks noGrp="1"/>
          </p:cNvGraphicFramePr>
          <p:nvPr>
            <p:extLst>
              <p:ext uri="{D42A27DB-BD31-4B8C-83A1-F6EECF244321}">
                <p14:modId xmlns:p14="http://schemas.microsoft.com/office/powerpoint/2010/main" val="4219296462"/>
              </p:ext>
            </p:extLst>
          </p:nvPr>
        </p:nvGraphicFramePr>
        <p:xfrm>
          <a:off x="271500" y="1806793"/>
          <a:ext cx="4146039" cy="1396145"/>
        </p:xfrm>
        <a:graphic>
          <a:graphicData uri="http://schemas.openxmlformats.org/drawingml/2006/table">
            <a:tbl>
              <a:tblPr firstRow="1" bandRow="1">
                <a:tableStyleId>{5C22544A-7EE6-4342-B048-85BDC9FD1C3A}</a:tableStyleId>
              </a:tblPr>
              <a:tblGrid>
                <a:gridCol w="1382013">
                  <a:extLst>
                    <a:ext uri="{9D8B030D-6E8A-4147-A177-3AD203B41FA5}">
                      <a16:colId xmlns:a16="http://schemas.microsoft.com/office/drawing/2014/main" val="3455187838"/>
                    </a:ext>
                  </a:extLst>
                </a:gridCol>
                <a:gridCol w="1382013">
                  <a:extLst>
                    <a:ext uri="{9D8B030D-6E8A-4147-A177-3AD203B41FA5}">
                      <a16:colId xmlns:a16="http://schemas.microsoft.com/office/drawing/2014/main" val="3785453580"/>
                    </a:ext>
                  </a:extLst>
                </a:gridCol>
                <a:gridCol w="1382013">
                  <a:extLst>
                    <a:ext uri="{9D8B030D-6E8A-4147-A177-3AD203B41FA5}">
                      <a16:colId xmlns:a16="http://schemas.microsoft.com/office/drawing/2014/main" val="34122312"/>
                    </a:ext>
                  </a:extLst>
                </a:gridCol>
              </a:tblGrid>
              <a:tr h="899337">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481745">
                <a:tc>
                  <a:txBody>
                    <a:bodyPr/>
                    <a:lstStyle/>
                    <a:p>
                      <a:r>
                        <a:rPr lang="en-US" sz="2400" dirty="0"/>
                        <a:t>0.636</a:t>
                      </a:r>
                    </a:p>
                  </a:txBody>
                  <a:tcPr/>
                </a:tc>
                <a:tc>
                  <a:txBody>
                    <a:bodyPr/>
                    <a:lstStyle/>
                    <a:p>
                      <a:r>
                        <a:rPr lang="en-US" sz="2400" dirty="0"/>
                        <a:t>0.08</a:t>
                      </a:r>
                    </a:p>
                  </a:txBody>
                  <a:tcPr/>
                </a:tc>
                <a:tc>
                  <a:txBody>
                    <a:bodyPr/>
                    <a:lstStyle/>
                    <a:p>
                      <a:r>
                        <a:rPr lang="en-US" sz="2400" dirty="0"/>
                        <a:t>0.548</a:t>
                      </a:r>
                    </a:p>
                  </a:txBody>
                  <a:tcPr/>
                </a:tc>
                <a:extLst>
                  <a:ext uri="{0D108BD9-81ED-4DB2-BD59-A6C34878D82A}">
                    <a16:rowId xmlns:a16="http://schemas.microsoft.com/office/drawing/2014/main" val="3588350188"/>
                  </a:ext>
                </a:extLst>
              </a:tr>
            </a:tbl>
          </a:graphicData>
        </a:graphic>
      </p:graphicFrame>
      <p:graphicFrame>
        <p:nvGraphicFramePr>
          <p:cNvPr id="3" name="Table 2">
            <a:extLst>
              <a:ext uri="{FF2B5EF4-FFF2-40B4-BE49-F238E27FC236}">
                <a16:creationId xmlns:a16="http://schemas.microsoft.com/office/drawing/2014/main" id="{EF13D40C-77D9-5CCC-9919-5CFE2F3BE736}"/>
              </a:ext>
            </a:extLst>
          </p:cNvPr>
          <p:cNvGraphicFramePr>
            <a:graphicFrameLocks noGrp="1"/>
          </p:cNvGraphicFramePr>
          <p:nvPr>
            <p:extLst>
              <p:ext uri="{D42A27DB-BD31-4B8C-83A1-F6EECF244321}">
                <p14:modId xmlns:p14="http://schemas.microsoft.com/office/powerpoint/2010/main" val="1535443943"/>
              </p:ext>
            </p:extLst>
          </p:nvPr>
        </p:nvGraphicFramePr>
        <p:xfrm>
          <a:off x="4664676" y="2780822"/>
          <a:ext cx="3763662" cy="1371600"/>
        </p:xfrm>
        <a:graphic>
          <a:graphicData uri="http://schemas.openxmlformats.org/drawingml/2006/table">
            <a:tbl>
              <a:tblPr firstRow="1" bandRow="1">
                <a:tableStyleId>{5C22544A-7EE6-4342-B048-85BDC9FD1C3A}</a:tableStyleId>
              </a:tblPr>
              <a:tblGrid>
                <a:gridCol w="1254554">
                  <a:extLst>
                    <a:ext uri="{9D8B030D-6E8A-4147-A177-3AD203B41FA5}">
                      <a16:colId xmlns:a16="http://schemas.microsoft.com/office/drawing/2014/main" val="3455187838"/>
                    </a:ext>
                  </a:extLst>
                </a:gridCol>
                <a:gridCol w="1254554">
                  <a:extLst>
                    <a:ext uri="{9D8B030D-6E8A-4147-A177-3AD203B41FA5}">
                      <a16:colId xmlns:a16="http://schemas.microsoft.com/office/drawing/2014/main" val="3785453580"/>
                    </a:ext>
                  </a:extLst>
                </a:gridCol>
                <a:gridCol w="1254554">
                  <a:extLst>
                    <a:ext uri="{9D8B030D-6E8A-4147-A177-3AD203B41FA5}">
                      <a16:colId xmlns:a16="http://schemas.microsoft.com/office/drawing/2014/main" val="34122312"/>
                    </a:ext>
                  </a:extLst>
                </a:gridCol>
              </a:tblGrid>
              <a:tr h="812406">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428010">
                <a:tc>
                  <a:txBody>
                    <a:bodyPr/>
                    <a:lstStyle/>
                    <a:p>
                      <a:r>
                        <a:rPr lang="en-US" sz="2400" dirty="0"/>
                        <a:t>0.699</a:t>
                      </a:r>
                    </a:p>
                  </a:txBody>
                  <a:tcPr/>
                </a:tc>
                <a:tc>
                  <a:txBody>
                    <a:bodyPr/>
                    <a:lstStyle/>
                    <a:p>
                      <a:r>
                        <a:rPr lang="en-US" sz="2400" dirty="0"/>
                        <a:t>0.124</a:t>
                      </a:r>
                    </a:p>
                  </a:txBody>
                  <a:tcPr/>
                </a:tc>
                <a:tc>
                  <a:txBody>
                    <a:bodyPr/>
                    <a:lstStyle/>
                    <a:p>
                      <a:r>
                        <a:rPr lang="en-US" sz="2400" dirty="0"/>
                        <a:t>0.639</a:t>
                      </a:r>
                    </a:p>
                  </a:txBody>
                  <a:tcPr/>
                </a:tc>
                <a:extLst>
                  <a:ext uri="{0D108BD9-81ED-4DB2-BD59-A6C34878D82A}">
                    <a16:rowId xmlns:a16="http://schemas.microsoft.com/office/drawing/2014/main" val="3588350188"/>
                  </a:ext>
                </a:extLst>
              </a:tr>
            </a:tbl>
          </a:graphicData>
        </a:graphic>
      </p:graphicFrame>
      <p:graphicFrame>
        <p:nvGraphicFramePr>
          <p:cNvPr id="4" name="Table 3">
            <a:extLst>
              <a:ext uri="{FF2B5EF4-FFF2-40B4-BE49-F238E27FC236}">
                <a16:creationId xmlns:a16="http://schemas.microsoft.com/office/drawing/2014/main" id="{4C9C660A-F221-6E19-010D-BE8166DDD59A}"/>
              </a:ext>
            </a:extLst>
          </p:cNvPr>
          <p:cNvGraphicFramePr>
            <a:graphicFrameLocks noGrp="1"/>
          </p:cNvGraphicFramePr>
          <p:nvPr>
            <p:extLst>
              <p:ext uri="{D42A27DB-BD31-4B8C-83A1-F6EECF244321}">
                <p14:modId xmlns:p14="http://schemas.microsoft.com/office/powerpoint/2010/main" val="2173912424"/>
              </p:ext>
            </p:extLst>
          </p:nvPr>
        </p:nvGraphicFramePr>
        <p:xfrm>
          <a:off x="8428338" y="4152422"/>
          <a:ext cx="3763662" cy="1371600"/>
        </p:xfrm>
        <a:graphic>
          <a:graphicData uri="http://schemas.openxmlformats.org/drawingml/2006/table">
            <a:tbl>
              <a:tblPr firstRow="1" bandRow="1">
                <a:tableStyleId>{5C22544A-7EE6-4342-B048-85BDC9FD1C3A}</a:tableStyleId>
              </a:tblPr>
              <a:tblGrid>
                <a:gridCol w="1254554">
                  <a:extLst>
                    <a:ext uri="{9D8B030D-6E8A-4147-A177-3AD203B41FA5}">
                      <a16:colId xmlns:a16="http://schemas.microsoft.com/office/drawing/2014/main" val="3455187838"/>
                    </a:ext>
                  </a:extLst>
                </a:gridCol>
                <a:gridCol w="1254554">
                  <a:extLst>
                    <a:ext uri="{9D8B030D-6E8A-4147-A177-3AD203B41FA5}">
                      <a16:colId xmlns:a16="http://schemas.microsoft.com/office/drawing/2014/main" val="3785453580"/>
                    </a:ext>
                  </a:extLst>
                </a:gridCol>
                <a:gridCol w="1254554">
                  <a:extLst>
                    <a:ext uri="{9D8B030D-6E8A-4147-A177-3AD203B41FA5}">
                      <a16:colId xmlns:a16="http://schemas.microsoft.com/office/drawing/2014/main" val="34122312"/>
                    </a:ext>
                  </a:extLst>
                </a:gridCol>
              </a:tblGrid>
              <a:tr h="812406">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428010">
                <a:tc>
                  <a:txBody>
                    <a:bodyPr/>
                    <a:lstStyle/>
                    <a:p>
                      <a:r>
                        <a:rPr lang="en-US" sz="2400" dirty="0"/>
                        <a:t>0.645</a:t>
                      </a:r>
                    </a:p>
                  </a:txBody>
                  <a:tcPr/>
                </a:tc>
                <a:tc>
                  <a:txBody>
                    <a:bodyPr/>
                    <a:lstStyle/>
                    <a:p>
                      <a:r>
                        <a:rPr lang="en-US" sz="2400" dirty="0"/>
                        <a:t>0.165</a:t>
                      </a:r>
                    </a:p>
                  </a:txBody>
                  <a:tcPr/>
                </a:tc>
                <a:tc>
                  <a:txBody>
                    <a:bodyPr/>
                    <a:lstStyle/>
                    <a:p>
                      <a:r>
                        <a:rPr lang="en-US" sz="2400" dirty="0"/>
                        <a:t>0.588</a:t>
                      </a:r>
                    </a:p>
                  </a:txBody>
                  <a:tcPr/>
                </a:tc>
                <a:extLst>
                  <a:ext uri="{0D108BD9-81ED-4DB2-BD59-A6C34878D82A}">
                    <a16:rowId xmlns:a16="http://schemas.microsoft.com/office/drawing/2014/main" val="3588350188"/>
                  </a:ext>
                </a:extLst>
              </a:tr>
            </a:tbl>
          </a:graphicData>
        </a:graphic>
      </p:graphicFrame>
      <p:graphicFrame>
        <p:nvGraphicFramePr>
          <p:cNvPr id="6" name="Table 5">
            <a:extLst>
              <a:ext uri="{FF2B5EF4-FFF2-40B4-BE49-F238E27FC236}">
                <a16:creationId xmlns:a16="http://schemas.microsoft.com/office/drawing/2014/main" id="{905AE460-7D19-0DC6-BFCC-CE97CB95A477}"/>
              </a:ext>
            </a:extLst>
          </p:cNvPr>
          <p:cNvGraphicFramePr>
            <a:graphicFrameLocks noGrp="1"/>
          </p:cNvGraphicFramePr>
          <p:nvPr>
            <p:extLst>
              <p:ext uri="{D42A27DB-BD31-4B8C-83A1-F6EECF244321}">
                <p14:modId xmlns:p14="http://schemas.microsoft.com/office/powerpoint/2010/main" val="2073545160"/>
              </p:ext>
            </p:extLst>
          </p:nvPr>
        </p:nvGraphicFramePr>
        <p:xfrm>
          <a:off x="653877" y="5350476"/>
          <a:ext cx="3763662" cy="1371600"/>
        </p:xfrm>
        <a:graphic>
          <a:graphicData uri="http://schemas.openxmlformats.org/drawingml/2006/table">
            <a:tbl>
              <a:tblPr firstRow="1" bandRow="1">
                <a:tableStyleId>{5C22544A-7EE6-4342-B048-85BDC9FD1C3A}</a:tableStyleId>
              </a:tblPr>
              <a:tblGrid>
                <a:gridCol w="1254554">
                  <a:extLst>
                    <a:ext uri="{9D8B030D-6E8A-4147-A177-3AD203B41FA5}">
                      <a16:colId xmlns:a16="http://schemas.microsoft.com/office/drawing/2014/main" val="3455187838"/>
                    </a:ext>
                  </a:extLst>
                </a:gridCol>
                <a:gridCol w="1254554">
                  <a:extLst>
                    <a:ext uri="{9D8B030D-6E8A-4147-A177-3AD203B41FA5}">
                      <a16:colId xmlns:a16="http://schemas.microsoft.com/office/drawing/2014/main" val="3785453580"/>
                    </a:ext>
                  </a:extLst>
                </a:gridCol>
                <a:gridCol w="1254554">
                  <a:extLst>
                    <a:ext uri="{9D8B030D-6E8A-4147-A177-3AD203B41FA5}">
                      <a16:colId xmlns:a16="http://schemas.microsoft.com/office/drawing/2014/main" val="34122312"/>
                    </a:ext>
                  </a:extLst>
                </a:gridCol>
              </a:tblGrid>
              <a:tr h="812406">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428010">
                <a:tc>
                  <a:txBody>
                    <a:bodyPr/>
                    <a:lstStyle/>
                    <a:p>
                      <a:endParaRPr lang="en-US" sz="2400" dirty="0"/>
                    </a:p>
                  </a:txBody>
                  <a:tcPr/>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3588350188"/>
                  </a:ext>
                </a:extLst>
              </a:tr>
            </a:tbl>
          </a:graphicData>
        </a:graphic>
      </p:graphicFrame>
    </p:spTree>
    <p:extLst>
      <p:ext uri="{BB962C8B-B14F-4D97-AF65-F5344CB8AC3E}">
        <p14:creationId xmlns:p14="http://schemas.microsoft.com/office/powerpoint/2010/main" val="1474216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CC1F6-8A7C-0767-3DEF-00203CB06B93}"/>
              </a:ext>
            </a:extLst>
          </p:cNvPr>
          <p:cNvSpPr>
            <a:spLocks noGrp="1"/>
          </p:cNvSpPr>
          <p:nvPr>
            <p:ph type="title"/>
          </p:nvPr>
        </p:nvSpPr>
        <p:spPr/>
        <p:txBody>
          <a:bodyPr/>
          <a:lstStyle/>
          <a:p>
            <a:r>
              <a:rPr lang="en-US" dirty="0"/>
              <a:t>Challenges &amp; Adjustments</a:t>
            </a:r>
          </a:p>
        </p:txBody>
      </p:sp>
      <p:sp>
        <p:nvSpPr>
          <p:cNvPr id="3" name="Content Placeholder 2">
            <a:extLst>
              <a:ext uri="{FF2B5EF4-FFF2-40B4-BE49-F238E27FC236}">
                <a16:creationId xmlns:a16="http://schemas.microsoft.com/office/drawing/2014/main" id="{BA4C6B61-FD4A-8DD2-3068-C2BC271DE1F7}"/>
              </a:ext>
            </a:extLst>
          </p:cNvPr>
          <p:cNvSpPr>
            <a:spLocks noGrp="1"/>
          </p:cNvSpPr>
          <p:nvPr>
            <p:ph idx="1"/>
          </p:nvPr>
        </p:nvSpPr>
        <p:spPr/>
        <p:txBody>
          <a:bodyPr>
            <a:normAutofit fontScale="92500" lnSpcReduction="20000"/>
          </a:bodyPr>
          <a:lstStyle/>
          <a:p>
            <a:r>
              <a:rPr lang="en-US" b="1" dirty="0"/>
              <a:t>Issues:</a:t>
            </a:r>
          </a:p>
          <a:p>
            <a:pPr lvl="1"/>
            <a:r>
              <a:rPr lang="en-US" dirty="0"/>
              <a:t>Folds collapsing to one category (Low Mean Weighted F1, Mean F1, Mean F0)</a:t>
            </a:r>
          </a:p>
          <a:p>
            <a:pPr lvl="2"/>
            <a:r>
              <a:rPr lang="en-US" dirty="0"/>
              <a:t>Sample Size</a:t>
            </a:r>
          </a:p>
          <a:p>
            <a:pPr lvl="2"/>
            <a:r>
              <a:rPr lang="en-US" dirty="0"/>
              <a:t>Weak Signal</a:t>
            </a:r>
          </a:p>
          <a:p>
            <a:pPr lvl="1"/>
            <a:r>
              <a:rPr lang="en-US" dirty="0"/>
              <a:t>Time consuming to build Class 1 (High PRD)</a:t>
            </a:r>
          </a:p>
          <a:p>
            <a:pPr lvl="1"/>
            <a:r>
              <a:rPr lang="en-US" dirty="0"/>
              <a:t>Re-classifying codes regularly in earlier stages</a:t>
            </a:r>
          </a:p>
          <a:p>
            <a:pPr lvl="1"/>
            <a:endParaRPr lang="en-US" dirty="0"/>
          </a:p>
          <a:p>
            <a:pPr marL="457200" lvl="1" indent="0">
              <a:buNone/>
            </a:pPr>
            <a:endParaRPr lang="en-US" dirty="0"/>
          </a:p>
          <a:p>
            <a:r>
              <a:rPr lang="en-US" b="1" dirty="0"/>
              <a:t>Changes:</a:t>
            </a:r>
          </a:p>
          <a:p>
            <a:pPr lvl="1"/>
            <a:r>
              <a:rPr lang="en-US" dirty="0"/>
              <a:t>Class Weighted Loss</a:t>
            </a:r>
          </a:p>
          <a:p>
            <a:pPr lvl="1"/>
            <a:r>
              <a:rPr lang="en-US" dirty="0"/>
              <a:t>Weighted Sampling within Folds</a:t>
            </a:r>
          </a:p>
          <a:p>
            <a:pPr lvl="1"/>
            <a:r>
              <a:rPr lang="en-US" dirty="0"/>
              <a:t>Stratified K Fold</a:t>
            </a:r>
          </a:p>
          <a:p>
            <a:pPr lvl="1"/>
            <a:r>
              <a:rPr lang="en-US" dirty="0"/>
              <a:t>Epoch = 4</a:t>
            </a:r>
          </a:p>
          <a:p>
            <a:pPr lvl="1"/>
            <a:r>
              <a:rPr lang="en-US" dirty="0"/>
              <a:t>Learning Rate</a:t>
            </a:r>
          </a:p>
        </p:txBody>
      </p:sp>
    </p:spTree>
    <p:extLst>
      <p:ext uri="{BB962C8B-B14F-4D97-AF65-F5344CB8AC3E}">
        <p14:creationId xmlns:p14="http://schemas.microsoft.com/office/powerpoint/2010/main" val="2567629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3167A-D350-E2D7-F16F-A48166F9055C}"/>
              </a:ext>
            </a:extLst>
          </p:cNvPr>
          <p:cNvSpPr>
            <a:spLocks noGrp="1"/>
          </p:cNvSpPr>
          <p:nvPr>
            <p:ph type="title"/>
          </p:nvPr>
        </p:nvSpPr>
        <p:spPr/>
        <p:txBody>
          <a:bodyPr/>
          <a:lstStyle/>
          <a:p>
            <a:r>
              <a:rPr lang="en-US" dirty="0"/>
              <a:t>Future Applications and Next Steps</a:t>
            </a:r>
          </a:p>
        </p:txBody>
      </p:sp>
      <p:sp>
        <p:nvSpPr>
          <p:cNvPr id="3" name="Content Placeholder 2">
            <a:extLst>
              <a:ext uri="{FF2B5EF4-FFF2-40B4-BE49-F238E27FC236}">
                <a16:creationId xmlns:a16="http://schemas.microsoft.com/office/drawing/2014/main" id="{44E4ABFE-874C-A968-512F-3BCDDC1256B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69381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14659-BD1C-C7D5-9817-D32DF7A21D2B}"/>
              </a:ext>
            </a:extLst>
          </p:cNvPr>
          <p:cNvSpPr>
            <a:spLocks noGrp="1"/>
          </p:cNvSpPr>
          <p:nvPr>
            <p:ph type="title"/>
          </p:nvPr>
        </p:nvSpPr>
        <p:spPr/>
        <p:txBody>
          <a:bodyPr/>
          <a:lstStyle/>
          <a:p>
            <a:r>
              <a:rPr lang="en-US" dirty="0"/>
              <a:t>Main Takeaways</a:t>
            </a:r>
          </a:p>
        </p:txBody>
      </p:sp>
      <p:sp>
        <p:nvSpPr>
          <p:cNvPr id="3" name="Content Placeholder 2">
            <a:extLst>
              <a:ext uri="{FF2B5EF4-FFF2-40B4-BE49-F238E27FC236}">
                <a16:creationId xmlns:a16="http://schemas.microsoft.com/office/drawing/2014/main" id="{44817E7A-6881-872F-18BF-B8633BF3758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92899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TotalTime>
  <Words>1774</Words>
  <Application>Microsoft Macintosh PowerPoint</Application>
  <PresentationFormat>Widescreen</PresentationFormat>
  <Paragraphs>752</Paragraphs>
  <Slides>28</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-webkit-standard</vt:lpstr>
      <vt:lpstr>Aptos</vt:lpstr>
      <vt:lpstr>Aptos Display</vt:lpstr>
      <vt:lpstr>Arial</vt:lpstr>
      <vt:lpstr>Times New Roman</vt:lpstr>
      <vt:lpstr>Office Theme</vt:lpstr>
      <vt:lpstr>Perceived “Resource Dependence” and Canadian Public Universities</vt:lpstr>
      <vt:lpstr>Overview</vt:lpstr>
      <vt:lpstr>Context:</vt:lpstr>
      <vt:lpstr>PowerPoint Presentation</vt:lpstr>
      <vt:lpstr>PowerPoint Presentation</vt:lpstr>
      <vt:lpstr>PowerPoint Presentation</vt:lpstr>
      <vt:lpstr>Construct:</vt:lpstr>
      <vt:lpstr>Resource Dependence</vt:lpstr>
      <vt:lpstr>Research Questions:</vt:lpstr>
      <vt:lpstr>Research Questions</vt:lpstr>
      <vt:lpstr>Data Collection, Processing &amp; Sampling</vt:lpstr>
      <vt:lpstr>Data: Original Plan</vt:lpstr>
      <vt:lpstr>Building My Corpora</vt:lpstr>
      <vt:lpstr>Variables &amp; LLM Annotating: Fine Tuner (1)</vt:lpstr>
      <vt:lpstr>Variables &amp; LLM Annotating: Fine Tuner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 &amp; Adjustments</vt:lpstr>
      <vt:lpstr>Future Applications and Next Steps</vt:lpstr>
      <vt:lpstr>Main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 Murphy</dc:creator>
  <cp:lastModifiedBy>Sara Murphy</cp:lastModifiedBy>
  <cp:revision>39</cp:revision>
  <dcterms:created xsi:type="dcterms:W3CDTF">2026-04-12T03:08:24Z</dcterms:created>
  <dcterms:modified xsi:type="dcterms:W3CDTF">2026-04-12T07:07:03Z</dcterms:modified>
</cp:coreProperties>
</file>