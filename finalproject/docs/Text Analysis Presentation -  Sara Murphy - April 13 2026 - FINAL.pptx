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0.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notesSlides/notesSlide11.xml" ContentType="application/vnd.openxmlformats-officedocument.presentationml.notesSlide+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notesSlides/notesSlide12.xml" ContentType="application/vnd.openxmlformats-officedocument.presentationml.notesSlide+xml"/>
  <Override PartName="/ppt/ink/ink34.xml" ContentType="application/inkml+xml"/>
  <Override PartName="/ppt/ink/ink35.xml" ContentType="application/inkml+xml"/>
  <Override PartName="/ppt/ink/ink36.xml" ContentType="application/inkml+xml"/>
  <Override PartName="/ppt/ink/ink37.xml" ContentType="application/inkml+xml"/>
  <Override PartName="/ppt/notesSlides/notesSlide13.xml" ContentType="application/vnd.openxmlformats-officedocument.presentationml.notesSlide+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notesSlides/notesSlide14.xml" ContentType="application/vnd.openxmlformats-officedocument.presentationml.notesSlide+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notesSlides/notesSlide15.xml" ContentType="application/vnd.openxmlformats-officedocument.presentationml.notesSlide+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4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6"/>
  </p:notesMasterIdLst>
  <p:sldIdLst>
    <p:sldId id="256" r:id="rId2"/>
    <p:sldId id="257" r:id="rId3"/>
    <p:sldId id="278" r:id="rId4"/>
    <p:sldId id="265" r:id="rId5"/>
    <p:sldId id="269" r:id="rId6"/>
    <p:sldId id="276" r:id="rId7"/>
    <p:sldId id="281" r:id="rId8"/>
    <p:sldId id="282" r:id="rId9"/>
    <p:sldId id="279" r:id="rId10"/>
    <p:sldId id="275" r:id="rId11"/>
    <p:sldId id="285" r:id="rId12"/>
    <p:sldId id="283" r:id="rId13"/>
    <p:sldId id="286" r:id="rId14"/>
    <p:sldId id="287" r:id="rId15"/>
    <p:sldId id="288" r:id="rId16"/>
    <p:sldId id="301" r:id="rId17"/>
    <p:sldId id="284" r:id="rId18"/>
    <p:sldId id="290" r:id="rId19"/>
    <p:sldId id="296" r:id="rId20"/>
    <p:sldId id="309" r:id="rId21"/>
    <p:sldId id="291" r:id="rId22"/>
    <p:sldId id="297" r:id="rId23"/>
    <p:sldId id="310" r:id="rId24"/>
    <p:sldId id="292" r:id="rId25"/>
    <p:sldId id="298" r:id="rId26"/>
    <p:sldId id="311" r:id="rId27"/>
    <p:sldId id="299" r:id="rId28"/>
    <p:sldId id="300" r:id="rId29"/>
    <p:sldId id="312" r:id="rId30"/>
    <p:sldId id="289" r:id="rId31"/>
    <p:sldId id="314" r:id="rId32"/>
    <p:sldId id="294" r:id="rId33"/>
    <p:sldId id="293" r:id="rId34"/>
    <p:sldId id="295"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623"/>
    <p:restoredTop sz="94762"/>
  </p:normalViewPr>
  <p:slideViewPr>
    <p:cSldViewPr snapToGrid="0">
      <p:cViewPr varScale="1">
        <p:scale>
          <a:sx n="76" d="100"/>
          <a:sy n="76" d="100"/>
        </p:scale>
        <p:origin x="216" y="1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3T09:40:32.29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1,'100'11,"-49"-5,3 0,11 2,2 1,0 0,0-1,-11-1,-1-1,43 4,-36-6,-18-1,-8-2,-8-1,0 0,-1 0,9 1,11 0,8 1,1 1,-11 0,-10-1,-6 0,0 0,7 1,3 1,1-1,-6 0,-10-2,-5 0,-3-1,3 0,4 0,1 1,-2-1,-1 1,-2 0,-1-1,-3 0,-3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3T09:40:35.07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3,'89'0,"-35"0,4 0,15 0,4 0,-1 0,1 0,-4 0,-3 0,-16 0,-5 0,10 0,-16 0,-16-1,-4 0,0 0,0 1,0 0,1 0,0 0,1 0,0 0,3 0,4 0,2 1,5-1,5 1,-1 0,-2 0,-6 0,-7 0,-3-1,16 1,-14 0,10 0,-22 0,-6-1,10 0,-6 0,8 0,0 0,-3 0,10 0,-6 0,-6 0,-8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3T09:41:48.91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43,'87'-12,"-36"7,2 0,2 0,-1 1,-2 0,-2 1,25 0,-15 2,12 1,13 0,-32 1,1-1,45 2,-11-1,-10-1,-8 0,7 1,9 0,2 0,-2 0,-13 0,-11 0,-8 0,-6 0,-9 0,-12-1,-13 0,-9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3T09:48:59.01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0,'50'0,"0"0,43 0,-15 0,-10 0,-6 0,-4 0,-1 0,0 0,5 0,11 0,6 0,9 0,6 0,-4 0,-7 0,-17 0,-17 0,-10 0,-7 0,-5 0,-5 0,-7 0,-2 0,4 0,-4 0,6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1:55.233"/>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1,'95'0,"-44"0,2 0,17 0,3 0,5 0,1 0,4 0,-1 0,-1 0,-2 0,-13 0,-4 0,-8 0,-4 0,21 0,-24 0,-17 0,-9 0,-3 0,-2 0,-1 0,1 0,3 0,2 0,-1 0,-5 0,-3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1:57.548"/>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9,'88'-5,"-8"2,-3 3,5 0,-4 0,9 0,-8 0,-4 0,-5 0,-4 0,-6 0,-6 0,-5 0,-4 0,-6 0,-4 0,-7 0,-3 0,-4 0,-3 0,0 0,1 0,-1 0,0 0,-2 0,4 0,-5 0,2 0,0 0,1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2:01.506"/>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1 116,'72'0,"8"0,16 0,-41 0,2 0,13-2,1-1,0-2,-1 0,-1-3,-1-1,-2 1,-3 0,-7 1,-1 1,38-6,-19 4,-13 0,-14 2,-10 1,-9 3,-5-1,-3-1,-2 2,1 0,-1 0,2 2,1 0,0 0,-1 0,-2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2:03.410"/>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42,'95'-5,"-18"2,0 3,6 0,5 0,-37 0,0 0,42 0,1 0,-2 0,0-6,-9 0,-8 0,-9-2,-12 6,-7-1,-8 1,-7 2,-6 0,-5 0,-3 0,-2 0,3 0,-4 0,2 0,-3 0,7 0,-9 0,5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2:08.236"/>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44,'51'0,"0"0,34 0,-1 0,4 0,0 0,9 0,-16 0,-8-3,-4 0,-2-2,0-3,-3 2,-3-2,-4 3,-10 2,-9 1,-9 2,-9 0,-4 0,-3 0,3 0,2 0,0 0,-1 0,-1 0,1 1,0 1,-1 1,0-1,-1-2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2:10.163"/>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28,'53'-2,"0"-1,32 0,0 3,3 0,4 0,-40 0,1 0,40 0,-10 0,-5 0,-4 0,-7 0,0 0,-3 0,-5 0,-4-2,-5-3,-11 0,-7 0,-6 2,-4 3,-1 0,0 0,-4 0,-1 0,-1 0,3 0,-5 0,9 0,-9 0,4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2:30.59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22,'99'0,"-48"0,1 0,47 0,-46 0,0 0,2 0,0 0,-1 0,1 0,0 0,-1 0,-2-1,-1 0,40-4,-11-1,-10 0,-13 3,-10 3,-11 0,-8 0,-5 0,-2 0,-3 0,-2 0,0 0,0 0,1 0,1 0,0 0,2 0,2 0,2 0,1 0,0 0,-2 0,-3 0,-9 0,-4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2:32.25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33,'90'-5,"-16"1,3 4,14 0,-38 0,3 0,11 0,2 0,-5 0,0 0,-3 0,-1 0,-7 0,-2 0,38 0,-15 0,-8 0,-3 0,-2-4,0-1,0-1,-3 2,-1 4,-5 0,-5 0,-4 0,-6 0,-4 0,-4 0,-6 0,-3 0,-6-2,-3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2:36.12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43,'90'0,"-20"0,1 0,3 0,25 0,-37 0,3 0,1 0,1 0,0 0,0 0,-8 0,-2 0,-4-1,-3 0,36-3,-14-4,-13 0,-8-1,-9 3,-6 3,-4 1,-3 2,-3 0,-2 0,-4 0,-1 0,-3 0,-1 0,1 0,-2 0,9 0,-2 0,11 0,2 0,7 0,2 0,-2 0,-9 0,-6 0,-14 0,-4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2:37.56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0,'59'0,"0"0,32 0,8 0,-39 0,2 0,1 0,3 0,18 0,3 0,-4 0,0 0,-6 0,-2 0,1 0,-2 0,-8 0,-2 0,-8 0,-2 0,31 0,-23 0,-19 0,-13 0,-9 0,-6 0,-4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2:39.69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0,'83'0,"-14"0,-5 0,20 0,10 0,-37 0,1 0,-5 0,0 0,-1 0,-1 0,0 0,0 0,41 0,-10 0,-14 0,-13 0,-13 0,-12 0,-8 0,-3 0,-4 0,3 0,0 0,0 0,3 0,-4 0,4 0,3 0,1 0,1 0,-3 0,-2 0,-1 0,-2 0,-1 0,-3 0,-2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2:41.46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9,'55'-3,"1"1,6 0,0 0,-3 2,1 0,6 0,0 0,-2 0,0 0,0 0,3 0,9 0,1 0,-10 0,-2 0,-2 0,-1 0,-9 0,-3 0,30 0,-19 0,-18 0,-12 0,-7 0,-9 0,-1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40:46.65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0,'91'0,"-42"0,2 0,11 0,2 0,1 0,-1 0,4 0,0 0,-5 0,-2 0,-7 0,-1 0,40 0,-19 0,-9 0,-8 0,-8 0,-4 0,-9 0,-2 0,-4 0,-4 0,-2 0,-2 0,0 0,0 0,-1 0,-5 0,-1 0,-3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40:48.38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0,'73'0,"0"0,2 0,3 0,7 0,4 0,-4 0,0 5,-6 1,-6 3,-6-1,-6-5,-4-1,-4-2,-3 0,-1 0,-5 0,-2 0,-5 0,-6 0,-4 0,-5 0,-3 0,-1 0,0 0,1 0,-1 0,0 0,0 0,0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40:51.93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1,'73'0,"0"0,-5 0,3 0,4 0,-1 0,-6 0,-6 0,-6 0,-4 0,-3 0,-4 0,-2 0,-4 0,-1 0,-3 0,-3 0,0 0,0 0,0 0,3 0,-1 0,-2 0,2 0,-1 0,-1 0,-4 0,-4 0,-6 0,-3 0,6 0,-6 0,8 0,-5 0,1 0,2 0,3 0,0 0,-1 0,-4 0,-2 0,-2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40:53.78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1,'56'0,"0"0,-1 0,-2 0,38 0,-1 0,6 0,-1 0,-3 0,-3 0,-13 0,-8 0,-8 0,-3 0,0 0,0 0,0 0,-4 0,-7 0,-6 0,-7 0,-8 0,-7 0,-3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40:55.48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1,'78'0,"4"0,16 0,-47 0,2 0,0 0,1 0,3 0,-1 0,1 0,-1 0,-2 0,-1 0,42 0,-16 0,-18 0,-14 0,-7 0,-8 0,-6 0,-3 0,-5 0,1 1,-3 1,0 2,-1 0,1 1,-1-1,0-2,2 5,-3-6,4 3</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41:01.67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26,'55'0,"0"0,2 0,-2 0,-4 0,0 0,3 0,1 0,1 0,0 0,-2 0,0 0,44 0,-15 0,-17 0,-11 0,-12 0,-8 0,-4 0,-2 0,-1 0,-2 0,0 0,-2-2,0 0,2-1,-1 1,-1 0,-4-1,-4 0,-1-1,-2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41:03.39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92,'93'0,"3"0,-45 0,1 0,5 0,1 0,1 0,1 0,4 0,1 0,-5 0,-1 0,-2 0,-1 0,-5 0,0 0,40 0,-5 0,-6-3,-7-2,0-1,-4-2,-4 2,-10-2,-10-1,-9-1,-6 2,-4 1,-5 1,-3 1,-8-1,-2 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7T23:19:27.78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71,'96'0,"-15"0,-2 0,7 0,1 0,-35 0,-1 0,40 0,-6 0,-3 0,-2 0,-3-2,-4 0,-3-1,-3-3,-3-1,-6-2,-5-2,-4 2,-3 2,3 0,1 3,4 2,4 1,1 1,2 0,-1 0,-2 0,-3 0,-3 0,-5 0,-4 0,1 0,-6 0,3 0,-3 0,0 0,2 0,-1 0,1 0,3 0,2 0,3 0,3 0,-1 0,2 0,0 0,0 0,0 0,-3 0,-2 0,-2 0,-2 0,0 0,-1 0,2 0,2 0,-2 0,-1 0,-3 0,-1 0,-1 0,-2 0,0 0,-3 0,1 0,2 0,0 0,4 0,2 0,-1 0,2 0,-3 0,-5 0,-3 0,-7 0,-5 0,-3 0,-5 0,6 0,1 0,1 0,0 0,-6 0,0 2,0 2</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7T23:19:32.15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1 116,'51'0,"1"0,34 0,-3 0,8 0,-42 0,3 0,9 0,2 0,-2 0,0 0,2 0,0 0,1 0,-1 0,-3 0,-1 0,-3 0,-1 0,41 0,-13 0,-7 0,-6 0,-3 0,0 0,2 0,-1 0,0 0,-3 0,-2 0,-2 0,-5 0,-4 0,-6 0,-5 0,0 0,-3 0,-4 0,1 0,0 0,5 0,7 0,5 0,5 0,4 0,3 0,0 0,0 0,0 0,0 0,2 0,4-1,4-1,6-1,0-2,-3-2,-6-1,-7-3,-5 0,-4-3,-3 2,-3 0,-4 3,-6 3,-7 0,-7 2,-5 2,-3 0,-4 2,6 0,-1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7T23:19:36.10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43,'67'0,"-1"0,-11 0,0 0,6 0,1 0,1 0,2 0,8 0,4 0,9 0,1 0,-6 0,-2 0,2-1,-2 0,-9-1,-1 0,0 1,-2-1,-9 0,-1 0,-5 0,-1 1,42-2,1-1,5 2,-48 0,1 1,4-2,-1 1,-1 0,0 0,-2 1,0-1,44 0,-14 2,-6 0,-7 0,-2 0,-3 0,-5 0,-4 0,-7 0,-3 0,-4 0,-6 0,-4 1,-4 1,-3 0,2 0,3-2,0 0,4 0,3 0,5 0,7 0,5 0,6 0,7 0,0 0,-2 0,-6 0,-10 0,-8 0,-8 0,-7 0,-4 0,-1 0,-3 0,0 0,-2 0,0 0,7 0,-7 0,2 0,-9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7T23:19:39.73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84,'50'0,"0"0,7 0,2 0,-6 0,1 0,10 0,2 0,8 0,1 0,6 0,1 0,14 0,1 0,-11 0,-2 0,-7 0,-3 0,-10 0,-3 0,-9 0,-4 0,31 0,-17 0,-12 0,-7 0,-1 0,-1 0,0 0,-2 0,-5 0,0 0,2 0,4 0,6-1,7-1,3 0,4-1,6 3,4 0,3 0,1 0,-4 0,-8 0,-6 0,-7 0,-5 0,0 0,2 0,1-2,2-2,0 0,-3-2,-1-1,-3 0,-2-1,1-1,-2 1,-3 2,0 0,-3 2,-2 1,-2 2,-3 1,-1 0,-1 0,0 0,2 0,0 0,1 0,0 0,1 0,-1 0,-1 0,0 0,-3 0,-2 0,-1 0,-3 0,0 0,-4 0,5 0,1 0,1 0,-2 0,-3 0,-1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7T23:19:45.49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21,'67'0,"0"0,-7 0,0 0,2 0,0 0,6 0,1 0,6 0,2 0,6-1,0 0,-9 0,-4-1,-8 0,-4-1,28-2,-22 2,-17 1,-6 2,-2 0,2 0,4 0,7 0,7 0,3 0,3 0,-2 0,-5 0,-5 0,-6 0,-5 0,-3 0,-2 0,5 0,4 0,12 0,5 0,5 0,2 0,-3 0,-4 0,-6 0,-6 0,-8 0,-4 0,-2 0,0 0,1 0,-1 0,1 0,0 0,1 0,1 0,2 0,5 0,0 0,1 0,-2 0,-2 0,-4 0,-3 0,-4 0,-3 0,-1 0,-2 0,2 0,-2 0,1 1,1 2,-1-1,3 0,1-2,-1 0,-1 0,-2 0,-1 0,-1 0,-3 0,-2 0,-2 0,-2 0,-2 0,-1 0,4 0,-3 0,1 0,1 0,0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7T23:19:49.72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0,'63'0,"3"0,1 0,8 3,13-1,-10 1,-12-1,-7-2,-7 0,-2 0,2 0,2 0,7 0,7 0,6 0,7 0,0 0,-1 0,-5 0,-8 0,-4 0,-4 2,1 2,3 3,1 1,3-2,1-1,-1-3,1 0,1-2,0 0,1 0,-6 0,-7 0,-9 0,-9 0,-3 0,-1 0,2 0,-1 0,-3 0,-4 0,-1 0,1 0,2 0,3 0,3 0,5 0,3 0,4 0,1 0,-1 0,1 0,-3 0,2 0,-1 0,1 0,3 0,3 0,6 0,6 0,3-2,-3-1,-6 1,-10 0,-8 2,-8 0,-5 0,-3 0,-3 0,1 0,-1 0,2 0,1 0,2 0,1 0,1 0,-2 0,-3 0,-5 0,-4 0,0 0,3 0,1 0,-2 0,-2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7T23:19:53.49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0,'54'0,"1"0,41 0,-31 0,4 0,18 0,6 0,-22 0,2 0,4 0,16 0,4 0,0 0,1 0,0 0,0 0,-1 0,0 0,-1 0,-7 0,-1 0,-3 0,-9 0,-3 0,-2 0,19 0,-4 0,-13 0,-3 0,-7 0,-2 0,-6 0,-2 0,44 0,-11 0,-13 0,-13 2,-7 1,-4 0,3 1,4-1,0 0,-2 2,-3 1,2 2,1 2,1-3,0 0,-3-2,-3 0,-5-1,-5-2,-3 0,-4-2,-1 0,-6 0,-4 0,-4 0,-2 0,0 0,2 0,-2 0,5 0,-6-2,4 0,-4-1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7T23:19:57.58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23,'62'0,"1"0,-11 0,-1 0,2 0,1 0,9 0,2 0,8 0,3 0,14 0,2 0,-7 0,-1 0,-1 0,-1 0,-4 0,-3 0,-4 0,-3 0,-5 0,-4 0,39 0,-15 0,-7 0,3 0,2 0,2 0,-1 0,-10 0,-6 0,-7 0,-7 0,0 0,0 0,5 0,7 0,5 0,4 0,-3 0,-3 0,-9 0,-9 0,-8 0,-4 0,-2 0,2 0,1 0,1 0,2 0,2 0,2 0,2 0,0 0,0 0,-1 0,-2 0,0-1,-2 0,-5-2,-4 1,-5 1,-3 0,-2-1,0 0,-1 0,2 1,1 1,-2-1,-1-1,-2 0,-3 0,-1 2,-2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7T23:20:00.86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1 118,'58'0,"1"0,36 0,5 0,-45 0,2 0,4 0,3 0,17 0,2 0,-2 0,0 0,-5 0,-1 0,-3 0,-2 0,-9 0,0 0,-4 1,0 0,-3 1,0-1,-2 1,-1-1,46 1,-9-1,-12-1,-13 0,-8 0,-6 0,0-1,1-1,3 0,-1-1,-4 2,-5 1,-6 0,-5 0,-3 0,-2 0,-1 0,6 0,4-2,7-1,7-1,1 0,2-1,-4 1,0 0,-1-1,1 1,2-3,-2 1,1-1,-3 1,-1 2,-4 1,-1-1,-2 2,0-1,1-1,2 2,-1-1,-2 0,-4 1,-4-1,-3 2,-4 1,-3 0,0 0,0 0,1 0,2 0,2-2,1 0,-1 0,0-2,-2 2,0-2,0 0,0 2,-3 0,-1 2,-4 0,-1 0,1 0,0 0,0 0,-2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7T23:20:05.46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1 133,'56'0,"0"0,3 0,1 0,0 0,2 0,8 0,2 0,3-1,2 0,0 0,-1 0,-4-1,-1 1,-5-1,-2-1,-5 2,-3-1,39-3,-15 0,-16 3,-6 0,-4 0,-4-1,2 1,-1 0,-1 2,0 0,0 0,-4-2,-4 0,-4-2,-3 0,-4 1,0-1,2 0,3-1,6 1,2 0,4-1,5-2,7-1,4-2,-1 2,-6 2,-7 2,-8 0,-5 2,-3 0,-1 0,1 2,-1 0,1 0,2 0,5 0,4 0,5 0,5 0,1 0,1 1,-4 2,-8 1,-5 2,-6 0,-3-1,-2 1,-1-2,3 0,0 0,1 0,4 2,1-1,2 0,3-1,-1 0,2 2,-3 0,-2 0,-4-1,-7 1,-4-3,-5-1,-4-2,4 0,-5 0,4 0,0 0,-2 0,5 0,-2 0,-1 0,1 0,-1 0,1 0,-1 0,-1 0,-2 0,-1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3T09:41:14.02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1,'66'0,"-1"0,-15 0,4 0,3 0,0 0,5 0,5 0,2 0,-8 0,-8 0,-5 0,-2 0,3 0,5 0,9 0,12 0,6 0,-2 0,-10 0,-14 0,-17 0,-10 0,-8 0,2 0,4 0,3 0,0 0,-4 0,-4 0,-3 0,0 0,1 0,-1 0,-3 0,2 0,-1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3T09:41:16.55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1,'73'2,"11"2,10 2,-35-3,4 1,3 1,1-1,-7 0,-1 0,1-1,-2 1,40 2,-6 1,-5-1,-25-3,-9-1,-4 0,10 0,6 0,2 0,-11-1,-16 0,-13-1,-7 0,-3 0,0 0,-2 0,0 0,2 0,15 0,7 0,1 0,-6 0,-15 0,-6 0,-2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3T09:41:32.37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43,'75'-12,"-3"3,-7 2,-2 3,2 2,5 1,4 0,2 0,1 0,7 0,0 0,-3 0,-11 0,-16 0,11 1,18 1,1 1,14-1,-25 0,-20 0,0 0,0-1,1 0,8-2,-10 1,-29 1,-2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3T09:42:46.47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14,'63'0,"15"0,17 0,-39 0,1 0,1 0,-2 0,-4 0,-3 0,38 0,-2 0,10 0,-44 0,0 0,47 0,-8 0,-13 0,-15 0,-14 0,-14 0,-3 0,5 0,3 0,0 0,-9 0,-8 0,-3 0,-4 0,2 0,1-1,21-1,5-2,-1 0,-12 2,-18 1,-2 1,6 0,-3 0,7 0,-8 0,4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08.051"/>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64,'74'0,"-1"0,7 0,-8 0,-6 0,-6 0,-3 0,4 0,2 0,3 0,0 0,-2 0,-1 0,-3 0,-2-1,-2-1,-6-2,-4-1,-3-2,-2 1,-3-1,-2 2,-3 3,-5 0,-1 2,-1 0,-2 0,2 0,-2 0,0 0,-1-2,1-2,0-1,-3-2,-9 4,-3 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10.519"/>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0,'80'0,"9"0,-36 0,1 0,6 0,2 0,1 0,0 0,1 0,0 0,-3 0,-1 0,-4 0,-2 0,45 0,-18 1,-16 2,-13 0,-11-1,-11 1,-5 0,-4 1,-4 0,-3 0,3 0,-3 1,2-1,-3 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12.152"/>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0,'79'0,"18"0,-37 0,3 0,5 0,0 0,1 0,1 0,0 0,0 0,-4 0,-1 0,1 0,-1 0,-6 0,-1 0,-6 0,-1 0,38 0,-15 0,-11 0,-14 0,-10 0,-9 0,-6 0,-12 0,-4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13.801"/>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1,'70'0,"0"0,1 0,-1 0,-5 0,0 0,4 0,1 0,0 0,1 0,-2 0,-1 0,-2 0,-2 0,-8 0,-1 0,36 1,-19 2,-20 3,-14-1,-10-2,-6-1,-2-2,-6 1,4 2,-2 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16.601"/>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1,'76'0,"19"0,-35 0,4 0,6 0,1 0,5 0,0 0,-2 0,1 0,2 0,0 0,0 0,0 0,-1 0,-2 0,-4 0,-2 0,-8 0,-2 0,42 0,-14 0,-19 0,-16 0,-13 0,-12 0,-14 0,-4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18.768"/>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0,'69'0,"0"0,5 0,1 0,6 0,2 0,2 0,1 0,-4 0,-2 0,-5 0,-3 0,-8 0,-3 0,37 0,-18 0,-16 0,-8 0,-2 0,0 0,-4 0,-3 0,-4 0,-6 0,-5 0,-15 0,-8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20.234"/>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18,'79'-5,"15"1,-31 4,4 0,9 0,2 0,0 0,-1 0,0 0,-1 0,-10 0,-1 0,-6 0,-1 0,41 0,-19 0,-20 0,-13 0,-7 0,-8 0,-7 0,-5 0,-3-2,-2-1,-2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21.785"/>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1,'82'0,"11"0,-36 0,3 0,1 0,2 0,4 0,1 0,-1 0,-1 0,-3 0,0 0,-4 0,-1 0,40 0,-16 0,-17 0,-11 0,-8 0,-7 0,-6 0,-3 0,-6 0,-2 0,-2 0,-1 0,-1 0,0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32.285"/>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9,'62'-2,"1"-1,7 1,3 1,5 0,2 2,4-1,1 0,1 0,0 0,-3 0,-2 0,-3 0,-1 0,-1 0,-1 0,-8 0,-3 0,-4 0,-3 0,34 0,-26 0,-20 0,-19 0,-10 0,-3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33.668"/>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1,'64'0,"0"0,4 0,2 0,3 0,1 0,7 0,2 0,-2 0,-1 0,-1 0,-3 0,-7 0,-3 0,-7 0,-2 0,-5 0,-2 0,35 0,-8 0,-13 0,-11 0,-16 0,-20 0,-8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38.185"/>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4,'92'0,"-37"0,3 0,13 0,4 0,8 0,3 0,3 0,2 0,2 0,1 0,-3 0,-1 0,-5 0,-3 0,-10 0,-4 0,-14 0,-3 0,22 0,-30 0,-19 0,-10-2,-8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40.368"/>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39,'52'-3,"-1"1,2 0,0 0,-2 2,1 0,4 0,1 0,3 0,0 0,-1 0,-2 0,-4 0,-2 0,37-2,-18-1,-12 0,-9-2,-10 3,-7-3,-8 0,-3 3,-3 0,0 2,-2 0,-1 0,2 0,2 0,11 0,2 0,3 0,-6 0,-5 0,-3 0,-3 0,1 0,-1 0,0 0,0 0,1 0,-1 0,-2 0,-1 0,-2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48.65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23,'86'0,"10"0,-36 0,3 0,8 0,2 0,-2 0,1 0,3 0,0 0,-6 0,-2 0,-5 0,-2 0,-1 1,-2-2,-5 1,-2-1,43-2,-7-1,-4 2,-6-2,-2 2,-7-1,-10 0,-8 3,-11 0,-9 0,-8 0,-11 0,-4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50.66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73,'75'0,"10"0,5 0,4 0,-3 0,-10 0,-4 0,-4 0,-4 0,-4 0,-8 0,-9 0,-5-5,-5-2,-3-1,-6-1,-5 4,-4 2,-4-1,-1 1,0 1,2 0,2-1,-3 1,1 0,-3-2,5 1,-4-2,1 2,-6 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53.53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38,'90'0,"2"0,-3 0,2 0,-1 0,-8 0,-3 0,-1 0,2 0,-4 0,-3 0,-10 0,-6-4,-7-2,-5 1,-6-1,-3 3,-7 1,-5 0,-3 0,-3-1,-2 1,0 0,3 2,-6 0,5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54.93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51,'50'-2,"0"0,2 0,1 0,5 2,1 0,6 0,1 0,3 0,0 0,2 0,-1 0,-4 0,-1 0,-5 0,-3-1,38-1,-16-4,-15-2,-9 1,-3 1,-2 2,-5 2,-7-1,-7 1,-7 1,-3 1,-5 0,-1 0,0 0,2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8:56.98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1,'97'0,"-40"0,2 0,10 0,2 0,7 0,1 0,3 0,0 0,1 0,-1 0,-7 0,-1 0,-4 0,-3 0,-10 0,-5 0,29 0,-22 0,-15 0,-13 0,-5 0,-6 0,-1 0,-2 0,-1 0,0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19:02.96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45,'92'0,"-38"0,3 0,16 0,3 0,2 0,1 0,3 0,0 0,-8 0,-2 0,-8 0,-3 0,-6 0,-3 0,28 0,-19 0,-19 0,-9 0,-5 0,-2 0,-2 0,-3 0,-5 0,-1 0,-10-20,2-5</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41:25.60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1 129,'86'-5,"2"2,-4 3,11 0,-1 0,3 0,-8 0,-11 0,-9 0,-10-3,-7 0,-7 0,-4 0,-5 0,-3 1,-3-1,-2 0,-2 1,1-1,-2 1,1 0,0-1,-1-2,1 1,1 1,-3-1,-1 1,-3 1,-2 0,-2 0,-1-1,-6-13,-2 0,-5 0,-2 6</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41:27.66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78,'52'0,"1"0,0 0,-1 0,36 0,2 0,-4 0,-6 0,-7 0,-3 0,-6 0,0 0,-4-3,-2 1,-5-4,-3-1,-5 1,-4-1,-1 2,-4 0,0-1,-2 1,-5 1,-4 0,-5 0,-1 2,-1 0,0 2,0 0,0-2,-2-1,-1 1,-1 0,0 2</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7T23:37:46.56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0,'90'0,"3"0,-15 0,8 0,-2 0,-5 1,0 2,-2 2,2 2,-1 2,-4-1,-3 0,-5-1,-3 0,-2-2,-3-1,-6-2,-3-2,-3 0,-1 0,5 0,3 0,5 0,6 0,3 0,1 0,-1 0,0 0,-5 0,-3 0,1 2,-2 0,2 3,4 2,0-2,4 0,-1-3,-1 1,-2-1,-4 0,-3 2,-4-2,0 1,-2-1,1-2,5 1,3 2,3-1,7 0,0-1,1-1,-2 0,-5 0,-6 0,-3 0,-3 2,1 3,7 1,2 2,7-1,4-3,3-1,1-2,-1-1,-3 0,-5 0,-1 0,-3 0,0 0,3 0,-3 0,0 0,-4 0,-4 0,-6 0,-6 0,-7 0,-4 0,-5 0,-7 0,-3 0,-3 0,-2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7T23:37:55.52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0,'92'0,"-16"0,9 0,-35 0,2 0,5 0,3 0,12 0,2 0,-2 0,1 0,0 0,0 0,-1 0,-1 0,-3 0,-2 0,-4 0,0 0,-3 0,0 0,0 0,0 0,0 0,-2 0,-1 0,-2 0,-3 0,-1 0,40 0,-13 0,-7 2,-3 1,-2 1,5 1,3 0,3 1,1-1,-5-1,-4 0,-5 1,-3 0,-3 1,0-1,3-2,4 1,3-1,3 2,0 2,1 1,-1 1,-6-2,-4 0,-3-3,-5 0,0 0,0-2,0 0,4-1,4 2,1 0,0 1,-2-1,-4 1,-1 1,1-1,-3 1,-4-3,-3 0,-4-2,-1 0,0 0,2 0,-1 0,-2 0,-4 0,-7 0,-6 0,-4 0,-4 0,-1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7T23:38:26.057"/>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0,'70'0,"-3"0,-14 0,10 0,15 0,-1 0,-1 0,-6 0,0 0,-3 0,0 0,0 0,-3 0,-1 0,-2 0,-3 0,0 0,-6 0,0 0,-3 0,0 0,3 0,0 0,6 0,0 0,0 0,-1 0,-2 0,0 0,-1 0,1 0,0 0,0 0,1 0,4 0,6 0,3 0,-1 0,-2 0,-4 0,0 0,-1 0,-3 0,-3 2,-8 3,-4 1,-1 3,1-1,4-1,-2-2,1-1,-4-2,2 0,1-1,1-1,3 0,2 0,-1 0,-1 0,-4 0,-6 0,-1 0,-2 0,3 0,3 0,2 0,5 0,1 0,-1 0,-2 0,-1 0,-2 0,-1 0,-2 0,-2 0,0-2,4 0,4-3,5 1,2 1,-1 1,-5 2,-5 0,-10-1,-8-1,-8 0,-5 0,-2 2</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7T23:38:29.167"/>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1,'72'0,"0"0,-15 0,-1 0,-4 0,1 0,8 0,3 0,2 0,3 0,19 0,2 0,-4 0,0 0,0 0,-1 0,0 0,-2 0,0 0,-2 0,-3 1,-1 1,-8 0,-1 1,-3 1,-3 0,-5 1,-1 1,-4-1,0 0,46 4,-8 0,-11-1,-9-3,-9 0,-5 0,1-1,1 3,3-3,6-1,4-1,9-2,6 0,3 0,-3 0,-3 0,-6 0,-7 0,-3 0,-5 0,-3 0,-4 0,-8 0,-6 0,-5 0,-4 0,-1 0,2-1,1-1,2 0,-1 0,-1-1,-2 1,-2-1,1 2,-2-1,2 0,-3-2,1 0,2 2,0 0,2 2,0-2,-2 0,-3-1,-2 0,-2 0,-1 1,0 0,0 0,-2-2,1 0,-1 1,-3-1,-1 2,-3-1,0 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7T23:38:32.573"/>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97,'84'0,"-33"0,0 0,47 0,-43 0,1 0,4 0,1 0,4 0,3 0,14 0,2 0,2 0,1 0,0 0,2 0,0 1,0-2,-1-1,-1-1,0 0,1-1,-1 0,-1 0,-4-1,-2 1,-3 1,-1 0,-7 0,-2 0,-6 1,-1 0,-3-1,-2 1,40-1,-12 0,-9 0,-8 3,2 0,2-3,3 1,4-3,3 1,-3-1,-3-1,-6 1,-8 1,-7 2,-7 1,-1 1,-2 0,-1 0,1 0,1 0,-1 0,0 0,-3 0,-1 0,-1 0,-3 0,-2 0,1 0,-2 0,-2 0,-1 0,-2 0,-1 0,-4 2,-2 0,-3 0,-2 1,0-1,0 0,0 2,0-2,0 0,0-1,0 0,0 1,0 2,1 0,2-2,-1-1,2-1,3 2,3 1,1 1,-2 0,-11-2,-5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7T23:39:07.546"/>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0 178,'65'0,"-12"0,-3 0,7 0,14 0,23 0,5 0,-47 0,-1 0,44 0,-8 0,-8 0,-6 0,-3 2,-3 2,1 3,-1 2,0-2,0-3,-2-2,-4-2,-1 0,-2 0,2 0,3 0,3 0,8 0,7 0,5 0,7 0,1 0,-3 0,-6 0,-10 2,-4 1,-2 0,2-1,-1-2,0 0,1 0,0 0,2 0,2 0,-1 0,1 0,2-2,1-3,1-3,1-1,2-1,1-2,-1 0,-2 0,-10 2,-5 2,0 1,2-1,11-3,3-2,2 0,-2 0,-10 2,-6 0,-8 2,-9-1,-8 1,-8 3,-8 1,-4 2,-3 1,-2 0,0 0,0 2,0 0,0 0,0 0,0 0,0 0,1 0,2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7T23:39:10.888"/>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33,'85'0,"-12"0,8 0,-28 0,4 0,3 0,4 0,20 0,2 0,-3 0,-2 0,-3 0,0 0,0 0,-1 0,-5 0,0 0,0 0,1 0,0 0,-2 0,-3 0,0 0,-2 0,0 0,-1 0,-1 0,-1 0,0 0,-2-1,-1 2,0-1,-1 2,-2 0,-1 1,-2 0,0 1,-2 1,0 0,42 5,-7-1,-10-4,-7-2,-5-3,-1 0,3 0,5 0,9 0,5 0,0-3,-2-4,-8-2,-3-1,0 0,-1 0,3-1,-1 1,-4 3,-2 2,-7 3,-6 2,-4 0,-2 0,-3 0,3 0,0 0,2 0,1 0,-2 0,-1 0,-5 0,-4 0,-6 0,-5 0,-5 2,-4 0,-3 0,-3 0,-1-2</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7T23:39:24.294"/>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83,'79'0,"-13"0,6 0,11 0,0 0,-33 0,1 0,38 0,-1-4,6-2,2 1,2 1,-7 2,-7 0,-7-5,-8-2,-7-1,-10 1,-5 5,-3 2,3 2,8 0,10 0,11 0,2 0,-1 0,-6 0,-4 0,-5 0,-4 0,-6 0,-2-2,4 0,5-3,11 0,10 3,4-1,3 3,-8 0,-7 0,-6 0,-8 0,-4 0,-5 0,0 0,4 0,5 0,8 0,7 0,4 0,0 0,-3 0,-3 0,2 0,7 0,5 0,4 0,-3 0,0 0,-3 0,-3 0,-3 0,-9 0,-6 0,-11 0,-14 0,-10 0,-10 2,-7 3,0 9,2 2,7 8,6-4,1-1,-1-7,-6-6,-5-4,-2-2</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7T23:39:32.41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0,'65'0,"-2"0,-11 0,7 0,3 0,4 0,-2 0,0 0,0 0,-2 0,-3 0,-7 0,-7 0,-3 0,-1 0,-1 0,3 0,3 0,5 0,2 0,2 0,2 0,4 0,3 0,0 0,-3 0,-4 0,-3 0,1 0,0 0,6 0,7 0,12 0,9 0,5 0,2 0,-5 0,-4 0,-7 0,-4 0,3 0,4 0,7 0,10 0,-46 0,0 0,2 0,0 0,-2 0,-1 0,42 0,-17 0,-13 2,-6 1,-4-1,2 0,1-2,1 0,-2 0,-5 0,-5 0,-3 0,-1 0,2 0,8 0,-1 0,-2 0,-4 0,-8 0,-2 0,0 0,2 0,3 0,3 2,5 2,2 2,3 3,0-1,-2-4,-5-2,-6-2,-10 0,-4 0,-3 0,0 0,5 0,3 0,1 0,2 0,1 0,3 0,-1 0,0 0,-1 0,-7 0,-6 0,-14 0,-3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7T23:39:40.36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0,'92'0,"-16"0,-5 0,17 0,-38 0,2 0,12 0,1 0,0 0,-1 0,-3 0,0 0,-3 0,-1 0,42 0,-10 0,-9 0,-4 3,-2-1,-1 4,6 3,3 2,4 4,0 2,-6-2,-6-1,-7-2,-4-1,1-1,8-2,7 0,15 0,-42-5,0 0,2 0,0 1,1-1,0-1,-1 0,-1-1,1 1,0-1,-1-1,1 0,2 0,0 0,1 0,1 0,0 0,-1 0,0 0,-1 0,-4 0,-2 0,40 0,-9 0,-10-2,-3-1,-2-2,-1-2,1 2,1 3,-3-1,-3 1,-4 0,-4-1,-1 1,-3 2,1 0,0 0,0 0,-1 0,-4 0,-3 0,-4 0,-5 0,-4 0,-3 0,-2 0,2-1,0-2,0-1,-2 0,-5 1,-5-1,5 2,-8 1,9-1,-6 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3T09:42:22.51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0,'98'0,"-2"0,-13 0,15 1,-44-1,0 1,6 1,0-1,-5 0,-1 0,37 2,-15-3,-10 0,1 0,-5 0,-7 0,-15 0,-14 0,-5 0,-1 0,2 0,2 0,-2 0,-1 0,6 0,10 0,8 0,6 0,-6 1,-12 0,-10 0,-6-1,6 0,7 0,3 0,-3 0,-8 0,-4 0,-1 0,-2 0,-1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3T09:42:32.89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0,'60'0,"1"0,10 0,9 0,8 0,-3 0,-10 0,-7 0,5 0,-4 0,3 0,-1 0,-2 1,-8 0,-10-1,-7 1,-4 0,-1-1,1 0,-2 0,-7 0,-4 0,-2 0,4 0,7 0,7 0,6 0,0 0,-3 0,1 0,1 0,2 0,-1 0,-8 0,-11 0,-7 0,-6 0,-1 0,-3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3T09:42:37.95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13,'55'-3,"0"0,0 0,1 2,11 0,1 0,8 1,0 0,-1 0,1 0,0 0,-1 0,-15 0,-2 0,7 0,-1 1,29 1,-27 0,0-1,-13 1,-2 0,48 0,-21-1,-31-1,-10 0,-6 0,2 0,1 0,0 0,-3 0,-14 0,-7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3T09:42:39.72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1,'95'0,"-1"0,-40 0,0 0,38 0,-12 0,-5 0,9 0,-32 0,3 1,9 0,1 1,1 1,-2-1,-5 1,-2 0,43 3,-23-2,-17-1,-15-1,-13-1,0-1,6 0,5 0,6 0,-1 0,2 0,-3 0,-6 1,-8 0,-19 0,-2-1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8:44.450"/>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0,'51'0,"0"0,2 0,0 0,39 0,-41 0,0 0,1 0,0 0,-1 0,0 0,47 0,-12 0,-10 0,-11 0,-10 0,-10 0,-9 0,-6 0,-4 0,-1 0,-1 0,-1 0,-2 0,2 0,-2 0,0 0,0 0,-3 0,-1 0,0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8:46.467"/>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1,'84'0,"1"0,2 0,-5 0,-3 0,-8 0,-7 0,0 0,-4 0,-3 0,-4 0,0 0,-2 0,-2 0,-3 0,-3 0,-4 0,-4 0,-3 0,-1 0,1 0,1 0,-3 0,-1 0,-5 0,-2 0,-2 0,-4 0,0 0,3 0,-6 0,4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8:48.717"/>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1,'93'0,"-6"0,-11 0,-1 0,3 0,3 0,-6 0,-1 0,-8 0,-7 0,-5 0,-5 0,1 0,-3 0,-3 0,-4 0,-5 0,-2 0,-2 0,-1 0,0 0,-1 0,1 0,-1 0,-2 0,-4 0,-3 0,-2 0,0 0,0 0,-3 0,3 0,-2 0,2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8:50.800"/>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1,'70'0,"12"0,8 0,-40 0,2 0,3 0,0 0,2 0,-1 0,2 0,0 0,-1 0,-2 0,-3 0,-2 0,40 0,-15 0,-8 0,-6 0,-4 0,-4 0,-7 0,-4 0,-5 0,-3 0,-5 0,-3 0,-2 0,-3 0,-2 0,-3 0,-2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8:57.900"/>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1,'51'0,"0"0,1 0,-2 0,30 0,1 0,-1 0,-4 0,-2 0,-7 0,-11 0,-6 0,-7 0,-5 0,-3 0,-3 0,-3 0,-2 0,-2 0,-2 0,0 0,-2 0,0 0,0 0,-5 0,0 0,3 0,-4 0,3 0,1 0,-6 0,6 0,-5 0,2 0,2 0,6 0,2 0,1 0,-1 0,-2 0,0 0,0 0,-3 0,0 0,-4 0,0 0,-3 0,-2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8:59.667"/>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0,'96'0,"-44"0,2 0,12 0,1 0,2 0,0 0,-5 0,-1 0,-2 0,-1 0,-6 0,-2 0,42 0,-6 0,-10 0,-10 0,-11 0,-11 0,-9 0,-5 0,-6 0,-6 0,-4 0,-2 0,3 0,0 0,1 0,1 0,-6 0,3 0,0 0,1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03.384"/>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9,'51'-2,"0"-1,47 0,-9 3,0 0,-2 0,0 0,-3 0,-7 0,-9 0,-8 0,-6 0,0 0,-3 0,-5 0,-5 0,-6 0,-4 0,-5 0,-3 0,-2 0,-3 0,0 0,1 0,-1 0,-2 0,2 0,-3 3,0 0,-1 4</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05.367"/>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28,'61'-2,"-1"0,2-1,0 2,-5 1,0 0,-2 0,0 0,0 0,-3 0,41 0,-16 0,-8 0,-13 0,-7 0,-5 0,-5 0,-7 0,-5 0,-6 0,-3 0,-2 0,-1 0,3 0,-3 0,3 0,-4-5,1 0,-1 0,7 0,-8 5,4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07.185"/>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1,'53'0,"1"0,-1 0,-2 0,40 0,4 0,3 0,0 0,-7 0,-9 0,-11 0,-10 0,-5 0,-4 0,-3 0,-3 0,-5 0,-8 0,-7 0,-5 0,-3 0,0 0,0 0,-1 0,-1 0,0 0,-2 0,9 0,-8 0,7 0,-9 0,1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09.051"/>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18,'54'0,"-1"0,-1 0,0 0,42 0,4 0,-47 0,-1 0,46 0,-10 0,-10 0,-11 0,-9 0,-8 0,-8 0,-2 0,-3 0,0 0,-5 0,-5 0,-4 0,-3 0,1 0,-1 0,0 0,-2 0,-1 0,5 0,-3 0,6-1,-5-1,0-1,1 1,1-1,2 1,-1 0,-1-1,-4 3,0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10.785"/>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1,'73'0,"1"0,2 0,10 0,12 0,-47 0,1 0,2 0,0 0,-2 0,0 0,46 0,-5 0,-10 0,-12 0,-9 0,-13 0,-10 0,-4 0,-8 0,-3 0,-4 0,-1 0,-1 0,0 0,0 0,0 0,1 0,-2 0,-1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12.600"/>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26,'53'-2,"0"0,0 0,1 0,8 2,2 0,-2 0,0 0,-8 0,0 0,-2 0,-1 0,39 0,-14 0,-9 0,-11 0,-5 0,-7 0,-3 0,-3 0,-5 0,-2 0,-4 0,-4 0,-6 0,-5 0,4 0,-1-7,2 5,-1-6,2 8,-3-1,4 1,-7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24.09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1,'100'0,"-3"0,-12 0,-3 0,-2 0,-5 0,-6 0,-2 0,-3 0,0 0,2 0,0 0,-6 0,-7 0,-10 0,-12 0,-5 0,-6 0,-2 0,0 0,-2 0,0 0,1 0,-3 0,8 0,-11 0,7 0,-7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31.93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0,'56'0,"0"0,1 0,0 0,42 0,-46 0,0 0,-2 0,1 0,-2 0,0 0,44 0,-3 0,-8 0,-8 0,-8 0,-7 0,-3 0,-7 0,-6 0,-7 0,-7 0,-4 0,-2 0,-3 0,-3 0,-2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34.05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0,'81'0,"7"0,-35 0,3 0,-1 0,0 0,-2 0,-1 0,44 0,-21 0,-14 0,-15 0,-8 0,-6 0,-4 0,-3 0,-5 0,-1 0,-3 0,-2 0,5 0,-6 0,6 0,1 0,-5 0,7 0,-6 0,5 0,0 0,3 0,0 0,-3 0,-1 0,-1 0,-1 0,0 0,1 0,-2 0,1 0,-1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36.06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0,'89'0,"-3"0,-15 0,2 0,-2 0,1 0,2 0,-2 0,-4 0,-2 0,-8 0,-6 3,-5 2,-8 0,-4 3,-3-3,-5-2,-1 1,-2-1,-3 0,-1 1,-2-2,1 2,-1 1,-1-1,-1 0,-2-2,3 0,-1-1,1-1,0 4,-4 1,2 4,0-2,-1-1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38.58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0,'81'0,"1"0,-17 0,5 0,1 0,-5 0,-4 0,-7 0,-7 3,-5-1,-3 1,-1-1,-4-2,-3 0,0 0,0 0,2 0,1 0,1 0,-1 0,-1 0,-2 0,-2 0,-2 0,-3 0,-4 0,-2 0,-1 0,-1 2,-1 1,-2 0,5 2,-5-3,4 0,-1 0,-4 1,4-1,1 0,-7-2,3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40.51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9,'75'-5,"22"2,-41 2,2 2,8-1,2 0,0 0,-1 0,-1 0,-2 0,-3 0,-2 0,40 0,-19 0,-19 0,-11 0,-10 0,-8 2,-3 0,-6 1,-1 0,1-1,-2 1,0 1,-1 1,-2 0,2 0,2-1,-1-1,-1 1,-1 0,-1-1,1-1,-1-2,-1 1,-2 0,-3 2</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42.05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9,'82'0,"9"0,7 0,-45 0,0 0,4 0,-1 0,-3 0,-1 0,46 0,-17 0,-17 0,-11 0,-11 0,-4 0,-3 0,-1-1,-4-1,-1-1,-5 1,-3 1,-1 1,-2 0,0 0,-2 0,0 0,-1 0,-1 0,10 0,-6 0,5 0,-9 0,-2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51.80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1,'83'0,"8"0,-37 0,1 0,3 0,0 0,2 0,0 0,0 0,-1 0,-5 0,-2 0,46 0,-16 0,-8 0,-7 0,-5 0,-3 0,-3 0,-1 0,-5 0,-2 0,-4 0,-5 0,-6 0,-7 0,-5 0,-2 0,-1 0,-3 0,2 0,-3 0,2 0,-1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53.66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47,'60'0,"3"0,-7 0,2 0,40 0,-29 0,2 0,-18 0,-1 0,0 0,-1 0,43 0,-11 0,-12 0,-9 0,-9 0,-5-4,-7-4,-3 1,-5-2,-6 4,-4 1,-6-1,-2 3,10 0,-5 2,7 0,-4 0,-2 0,3 0,-1 0,-1 0,-2 0,-1 0,-1 0,0 0,-3 0,-1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39:56.41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89,'51'0,"0"0,0 0,2 0,7 0,2 0,1 0,0 0,-2 0,1 0,3 0,1 0,-4 0,0 0,-2 0,-1 0,-1 0,0 0,-4 0,-1 0,-2 0,-1 0,44 0,-9 0,-8 0,-10 0,-12-2,-11-1,-8-1,-7-1,-3 3,-5 0,-2 2,-4-2,-4-9,-39-3,16 1,-28 2,24 8,2 0,-1-2,-5 3,5 0,-4 1,5 1,-1 0,-4 0,4 0,-2-1,5-1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40:24.27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0,'73'0,"1"0,-5 0,2 0,-2 0,-1 0,-2 0,-1 0,0 0,-1 0,-6 0,-7 0,-7 0,-5 0,-4 0,-3 0,-5 0,-4 0,-2 0,-2 0,2 0,0 0,3 0,-2 0,2 0,0 2,-1 3,1 2,0 0,-1-1,-2-2,0-1,-3-1,1 0,-1 1,0-1,-2 0,3-2,-6 0,1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5:40:26.44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22,'53'0,"0"0,-1 0,-2 0,31 0,0 0,0 0,-6 0,-5 0,-8 0,-8 0,-5 0,-7 0,-5 0,-2 0,-2 0,-1 0,0 0,1 0,1 0,0 0,1 0,0 0,0 0,0 0,-3 0,-1 0,-5 0,-2 0,-1 0,-2-2,0 0,0-1,-3 1,0 2,0-2,-1 0,-3-1,3 1,-4 2,10 0,-11-1,4-1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8T00:14:40.96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11,'65'0,"-4"0,-18 0,-1 0,-2 0,-2 0,-3 0,-2 0,-3 0,-4 0,0 0,-5 0,0 0,2 0,0 0,1 0,0 0,1 0,1 0,2 0,1 0,1 0,1 0,0 0,1 0,4 0,3 0,2 0,1 0,-1 0,2 0,2 0,0 0,1 0,-1 0,4 0,6 0,8 0,5 0,4-3,1 0,-5 0,-1 1,-5 2,-4 0,-2 0,-9 0,-3 0,-5 0,0 0,2 0,2 0,3 0,3 0,1 0,4 0,0 0,2 0,3 0,-3 0,-4 0,-8 0,-8 0,-6 0,-8 0,-2 0,-2 0,-5 0,4 0,3 0,6 0,13 0,6 0,19 0,14 0,9 0,5 0,-3 0,0 0,0 0,0 0,3 0,-2 0,2 0,-3 0,-6 0,-4 0,-12 0,-5 0,-6 0,-3 1,0 2,0 2,4 3,3 0,7-1,5-1,1-1,0 0,0-1,-5-1,-3-1,-6-1,-9-1,-6 0,-8 0,-8 2,-5 0,-8 1,-2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8T00:14:51.487"/>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0,'50'0,"0"0,4 0,0 0,0 0,1 0,3 0,2 0,-2 0,0 0,-2 0,-1 0,-4 0,-1 0,44 0,-8 0,-7 0,-4 0,-7 0,-4 0,-3 0,-3 0,-1 0,-1 0,0 0,0 0,1 0,4 0,4 3,6 0,5 2,3 0,2 0,2 4,2-1,-3 2,-4-3,-3 0,-3-2,-3-2,-4-1,-4-2,-4 0,-8 0,-5 0,-7 0,-7 0,1 0,-3 0,1 2,1 0,-1 2,2 0,2 0,0 0,1-2,-1 2,-2-2,-1 1,4 0,-1 0,3-1,2 0,3-2,3 2,3 1,0 0,1-1,-1-2,-1 0,-2 0,-4 0,-2 2,-2 0,2 1,7-2,4-1,6 0,6 0,4 0,3 0,4 0,-3 0,-1 0,-5 0,-7 0,-5 0,-7 0,-4 0,-3 0,0 0,2 0,2-1,3-1,0-3,3 1,-3-1,-2 1,-6 1,-5 0,-6 1,-4-1,-5 0,-2 1,3 0,-2 0,3 0,-1 0,-1-2</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8T00:15:02.093"/>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1 101,'59'0,"-9"0,3 0,11 0,28 0,-33 0,2 0,6 0,1 0,5-1,0 0,-4-1,0-2,1 1,-2 0,-6 0,-1-1,-2 1,0 0,-3 2,-1-1,-1 0,0-1,2-1,-1 0,0 0,0 0,-2-2,1 1,-2 1,0 0,-2 0,1 0,48-4,-2 1,-2 2,1 2,-2 3,3 0,-1 0,-4 0,-1 0,-4 0,-3 0,-3 0,-2 0,-1 0,0 0,-2 2,-4 1,-7 2,-6-1,-7-1,-4 1,-3-1,0-1,1 2,6-1,4-1,6 0,7-2,3 2,2 1,-2 0,-3-1,-3-1,-4 1,0 0,-6 1,-1-1,1-2,0 0,0 0,-1 0,1 0,1 0,1 0,-4 0,-7 0,-10 0,-8 0,-8 0,-10 0,-4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8T00:15:06.448"/>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72,'89'0,"-19"0,6 0,6 0,13 0,-36 0,0 0,-4 0,-1 0,4 0,-1 0,0 0,-1 0,-1 0,-1 0,-2 0,-1 0,43 0,-6 0,-3 0,0-2,4-3,3-4,1 1,0 0,-5 3,-6 0,-1 0,-6 3,-21-1,1 0,27 1,-27 1,0-1,25 1,0-1,2-1,-3 0,-7 1,-1 2,0 0,6 0,9 0,7 0,0 0,-2 0,-4 0,-3 0,-2 0,-4 0,0 0,2 0,2 0,3 2,0 1,0-1,-3 1,-6-1,-6 1,-7 1,-5 1,-4-3,-4 0,-3 0,-3 0,-1 1,-2-1,1-2,-1 0,1 0,2 0,1 0,-1 0,-5 0,-6 0,-7 0,-5 0,-3 0,-4 0,0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8T00:15:15.071"/>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8,'64'-4,"-11"1,0 3,13 0,15 0,-27 0,3 0,3 0,2 0,3 0,0 0,2 0,1 0,2 0,1 0,5 0,1 0,2 0,0 0,1 0,0 0,-2 0,0 0,-6 0,-1 0,-2 0,-1 0,-3 1,-2 0,-3 1,-1 0,-1 0,1 1,0 0,0 0,1-1,-1 1,0 1,0-1,-4 0,-2 0,45 3,-11 0,-5-2,2-2,5 1,11 0,-47 0,0 0,1 0,0 1,-1 1,-2-1,44 5,-12-2,-12-2,-10-2,-8-1,-3-2,-3 0,2 0,1 0,3 0,3 0,4 0,5 0,0 0,0 0,-6 0,-9-1,-3-1,-6-1,0-1,-1-1,-3 3,-4 0,-4 2,-1 0,1 0,-2 0,-2 0,-2 0,-5 0,-4 0,1 0,0 0,5 0,-4 0,-1 0,-6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8T00:15:19.053"/>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0,'93'0,"-15"0,-4 0,8 0,7 0,-34 0,1 0,1 0,-1 0,0 0,0 0,-3 0,0 0,-2 0,-2 0,42 0,-8 0,-4 0,-4 0,-3 0,2 0,3 0,4 0,8 0,2 0,0 0,-5 0,-7 0,-6 0,-7 0,-8 0,-2 0,-3 0,0 1,7 1,6 3,10 1,10 1,2 0,1-2,-2 3,-10-1,-8-1,-3-1,-5-2,1-3,-1 2,1 1,0 2,4-1,6 1,1 1,6-1,1 3,-1-2,4 2,0-1,1 0,-1 2,-4-2,-4 0,-2-2,-5-1,-3-2,-6-2,-6 0,-3 0,0 0,6 0,7 0,9 0,8 0,3 0,-1-1,-2-6,-7-2,-11-3,-14 1,-15 6,-13 1,-7 1,-3-1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8T00:15:23.483"/>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11,'84'0,"-18"0,7 0,11 0,-35 0,3 0,18 0,4 0,2 0,2 0,6 0,1 0,3 0,0 0,-4 0,0 0,-2 0,-3 0,-7 0,-4 0,-5 0,-3 0,-4 0,-2 0,45 0,-7 0,-4 0,-3 0,6 0,3 0,-43 0,1 0,2 0,1 0,1 0,0 0,0 0,0 0,-1 0,-1 0,-2 0,-1 0,46 0,-1 0,-3 0,0 0,2-2,1-1,-2 0,-6 0,-8 3,-10 0,-7 0,-5 0,-7 0,-3 0,-2 0,-1 0,4 0,1 0,3 0,3 0,0 0,2 0,3 0,-2 0,0 0,-2 0,-4 0,-1 0,-1 0,0 0,2 0,-3 0,0 0,-5 0,-6 0,-6 0,-5 0,-5 0,-3 0,-2 0,-2 0,-3 0,4 0,-2 2,2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8T00:15:27.568"/>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8,'74'-2,"0"0,3 0,1 1,1 0,0 2,-2-1,-1 0,-8 0,-1 0,-4 0,-1 0,-6 0,-1 0,-1 0,-1 0,-3 0,0 0,49 0,-47 0,0 0,1 0,1 0,3 0,1 0,0-1,-1 2,1 0,-1 1,-2 1,0 2,42 7,-8 5,-12 0,-7 0,-4-2,-2-1,4-2,6-4,8-1,8-2,2 1,0-1,4 0,1 0,-45-3,1 0,3-1,2 0,2-1,2 0,3 0,0 0,0 0,0 0,-2 0,-1 0,-1 0,-1 0,-1 0,-1 0,0 0,-1 0,-1-1,0 0,0-2,-1 0,-2-2,-2-1,46-7,-9-1,-13 3,-7 3,-6 1,-1-1,4-2,4-1,1 2,-2 2,-3 4,-4 0,0-2,-4 0,-6 1,-8 0,-10 2,-7-1,-5 2,-3 1,-2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8T00:15:30.757"/>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98,'58'0,"0"0,38 0,-46 0,1 0,10 0,5 0,12 0,5 0,-16 0,3 0,0 0,-1 0,-1 0,0 0,31-2,0 0,-7 0,0-2,-4-1,0 0,-3-1,-1-1,-3 1,0 0,-6 1,-2-1,-2 0,-2 0,-2 1,-1-1,-1 1,-2 1,-2 0,-1 2,-2 0,-1 1,-1 1,-1 0,-1 0,0 0,-2 0,-1 0,43 0,-12 0,-9 1,-6 1,-2 2,-1 1,1 1,3 1,3-1,6 1,4-2,1 1,-4-1,-6-2,-4 2,-2 0,-1 0,3 2,-2-3,-2-1,-4-1,-6-2,-6 0,-4 0,-3 0,0 0,0 0,1 0,2 0,0 0,3 0,4 0,1 0,5 0,1 0,-3 0,-3 0,-7 0,-8 0,-8 0,-9 0,-6 0,-4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8T00:15:37.185"/>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0,'80'0,"-14"0,0 0,20 0,-35 0,2 0,11 0,1 0,0 0,0 0,-2 0,0 0,-1 0,-1 0,-1 0,-1 0,-5 0,-1 0,47 0,-3 0,1 0,-47 0,1 0,-1 0,0 0,-1 0,0 0,46 0,-9 0,-5 0,-8 0,2 0,3 0,7 0,7 0,4 0,0 0,-7 0,-8 0,-8 0,-4 0,-2 0,1 0,3 0,0 0,3 0,4 0,3 0,0 0,-3 0,-6 0,-7 0,-8 0,-8 0,-7 0,-5 0,1 0,-1 0,1 0,2 0,-2 0,2 3,0 0,0 1,3 3,0-2,1 1,-4-2,-3-1,-5 0,0 0,-1-1,-1-1,-1 1,1 1,2-1,0 2,2-2,1 1,0-1,1-2,-1 0,-2 0,-4 0,-1 0,-3 0,1 0,0 0,-1 0,-2 0,-4 0,-5 0,-1 0,8 0,-3 0,7-2,-5-1,-4-1,-1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3T09:43:09.24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0,'75'5,"-1"-1,5 1,2-2,0 1,0-1,0-1,-1 1,-7-1,-3 0,-16-1,-5 0,22 0,-23-1,-12 0,-8 0,-9 0,-7 0,2 0,5 0,2 0,3 0,0 0,6 0,4 0,3 0,-1 0,-4 0,-4 0,-4 0,0 0,2 0,-1 0,-2 0,-4 0,-2 0,-2 0,0 0,-1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3T09:43:11.31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42,'82'-3,"-32"2,3-1,8-1,3 0,1 0,1-1,-3 1,-2 1,36-2,-23 3,-22 0,-9 0,-1 0,8 1,7 0,5 0,-4 0,-8 0,-10 0,-11 0,0 0,4 0,5 0,2 0,-3 0,-6 0,2 0,3-1,1-1,-1 1,-9-1,-10 0,-5 1,7 0,-7 1,8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3T09:43:13.35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16,'81'2,"1"-1,10 1,2-1,-5 0,0-1,5 0,0 0,-4-1,-4-1,-19 1,-2-1,-1 1,-4-1,12-1,-18 1,13 1,3 0,2 1,-4 0,-9 0,-8-1,-8-1,-8 0,-4 1,-8 1,-10 0,-6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3T09:43:14.69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7,'73'0,"0"0,19 0,3 0,3 0,2 0,-27 0,0 0,-2 0,13 0,-6 0,-14 0,-3 0,-8 0,-6 0,-1 0,-19 0,-3 0,2-2,6 0,7 1,10 0,8 1,1 0,-5 0,-16 0,-13 0,-9 0,-6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5:38.443"/>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0,'98'0,"-43"0,2 0,4 0,2 0,2 0,0 0,1 0,-1 0,-3 0,0 0,-6 0,0 0,-1 0,-2 0,43 0,-11 3,-13 0,-14-1,-10 3,-10-2,-7 0,-4-1,-3-2,-3 0,0 0,-3 0,0 0,1 0,-1 0,0 0,0 0,-3 0,-2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5:40.143"/>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8,'90'-4,"1"0,-4 4,-2 0,-4 0,-6 0,-6 0,-7 0,-9 0,-8 0,-9 0,-3 0,-4 0,1 0,-1 0,1 0,0 0,2 0,2 0,2 0,0 0,-1 0,-1 0,-2 0,-3 0,-4 0,-3 0,-3 0,-1 0,0 0,1 0,-1 0,-2 0,0 0,0 0,-2 0,8 0,-9 0,5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5:41.826"/>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9,'97'-4,"-46"1,0 2,1 1,0 0,1 0,-1 0,46 0,-4 0,-6 0,-2 0,2 0,2 0,-1 0,-5 0,-9 0,-14 0,-10 0,-13 0,-10 0,-7 0,-2 0,-1 0,0 0,-1 0,-1 0,0 0,-2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5:43.459"/>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0,'64'0,"-1"0,1 0,1 0,4 0,1 0,-1 0,0 0,-2 0,1 0,-1 0,0 0,-5 0,-1 0,-1 0,-2 0,-6 0,-1 0,33 0,-17 0,-15 0,-12 0,-8 0,-7 0,-4 0,-5 0,-2 0,3 0,-2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5:47.593"/>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9,'74'-2,"-1"0,8-1,0 2,-1 1,0 0,2 0,0 0,0 0,-2 0,-9 0,-2 0,-5 0,-2 0,-10 0,-3 0,27 0,-18 0,-16 0,-12 0,-8 0,-4 0,-1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5:49.377"/>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9,'72'0,"0"0,-1 0,-1 0,-4 0,-1 0,1 0,-1 0,-1 0,-1 0,-3 0,-3 0,41 0,-24 0,-23 0,-15 0,-9 0,-5 0,-2 0,-2 0,-3 0,2 0,-3 0,4 0,4 0,2 0,2-1,1-1,-5-1,1 1,-2 1,0 1,-2 0,-5 0,4 0,-5 0,5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6:11.544"/>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0,'82'0,"-33"0,2 0,9 0,2 0,5 0,0 0,1 0,0 0,-1 0,-1 0,-2 0,0 0,-3 0,-1 0,-6 0,-3 0,38 0,-19 0,-14 0,-17 0,-10 0,-8 0,-6 0,-1 0,3 0,-2 0,7 0,-10 2,9 1,-4 3,3-3,1 1,-3-4,0 0,1 0,-1 0,-1 0,-1 0,-1 0,0 1,1 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6:13.426"/>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14,'92'0,"7"0,-47 0,2 0,2 0,0 0,3 0,1 0,-2 0,-1 0,-2 0,-1 0,40 0,-15 0,-15 0,-7 0,-3 0,-1 0,-3 0,-8 0,-7 0,-5 0,-3 0,4 0,-1 0,-1 0,-3 0,-2 0,2-2,1-1,-1 0,-2 1,-3 2,-3 0,0 0,-1 0,-2-2,-1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6:20.177"/>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9,'55'-2,"-1"0,2 0,2 0,8 2,2 0,1 0,2 0,5 0,1 0,-2 0,-1 0,-9 0,-1 0,-4 0,-2 0,31 0,-19 1,-19 1,-11 1,-6 2,-3 0,-4-3,-5 0,-1-2,-3 0,0 0,0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6:21.693"/>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50,'58'0,"0"0,-1 0,-2 0,-4 0,-1 0,1 0,-1 0,3 0,0 0,1 0,0 0,1 0,-1 0,3 0,0 0,-2-1,-1 0,-2-2,-2 0,42-3,-15 0,-11 3,-11 1,-9-1,-6 1,-3-1,-4 1,-4-1,-1 1,-5 1,-2 1,-2-2,-5 0,-1-3</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6:25.176"/>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1,'66'0,"1"0,-1 0,2 0,5 0,2 0,0 0,-1 0,-3 0,-1 0,-4 0,-1 0,-9 0,-3 0,41 0,-17 0,-14 0,-15 0,-12 1,-9 1,-5 0,-6 1,-2-3,3 0,-4 0,8 0,-8 0,4 0,-3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6:26.744"/>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19,'90'0,"1"0,-2 0,5 0,-1 0,-4 0,-4 0,-10 0,-8 0,-9 0,-8-2,-7-1,-6 0,-5 1,-3 2,-1 0,-3 0,-3 0,-1 0,1 0,-1 0,-3 0,-4 0,7 0,-5-1,8-1,-6 0,1-1,-1 2,0 1,0 0,-1 0,-2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6:28.644"/>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1,'74'0,"-1"0,2 0,-2 0,-5 0,-1 0,1 0,0 0,-1 0,0 0,-5 0,0 0,-6 0,-1 0,43 0,-17 0,-16 0,-14 0,-13 0,-9 0,-6 0,-3 0,-5 0,0 0,-2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6:30.260"/>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72,'53'0,"-1"0,1 0,0 0,44 0,1 0,-9 0,-10 0,-12 0,-6 0,-1 0,-2-2,1-3,2-2,-1-3,-1-1,-5 3,-5 0,-3 1,-3 1,-5 1,-3 3,-3 1,-2 1,-1 0,-2 0,-3 0,-3 0,-3 0,0 0,-2 0,2 0,-1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6:33.026"/>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0,'71'0,"0"0,5 0,1 0,-3 0,0 0,1 0,-1 0,0 0,-3 0,-10 0,-2 0,-7 0,-2 0,27 0,-22 0,-11 0,-12 0,-6 0,-6 0,-2 0,0 0,1 0,-2 0,-1 0,-1 0,6 0,-6 0,5 0,-5 0,1 0,0 0,-1 0,4 0,-4 0,4 0,-7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6:34.344"/>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0,'54'0,"0"0,0 0,0 0,4 0,0 0,2 0,-1 0,-2 0,0 0,-1 0,0 0,-5 0,-1 0,41 0,-8 0,-6 0,-9 0,-11 0,-14 0,-11 0,-9 0,-7 0,-5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6:36.444"/>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0,'57'0,"-1"0,1 0,-2 0,34 0,-3 0,-7 0,-12 0,-6 0,-2 0,-2 0,3 0,-1 0,1 0,3 0,-3 0,0 0,-7 0,-4 0,-6 0,-9 0,-5 0,-10 0,-5 0,4 0,-6 0,13 0,-8 0,7 0,-5 0,-9 0,-2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6:38.176"/>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0,'55'0,"1"0,10 0,2 0,4 0,1 0,1 0,-2 0,-4 0,-3 0,-12 0,-1 0,41 0,-19 0,-17 0,-4 0,-8 0,-5 0,-7 0,-7 0,-6 0,-4 0,-2 0,4 0,-3 0,4 0,-4 0,0 0,0 0,1 0,3 0,-3 0,-1 0,0 0,0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6:39.710"/>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0,'60'0,"1"0,9 0,3 0,10 0,2 0,5 0,-2 0,-8 0,-2 0,-7 0,-2 0,-8 0,-2 0,40 0,-17 0,-20 0,-14 0,-8 0,-7 0,-5 0,-6 0,-3 0,-4 0,-1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6:41.126"/>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0,'67'0,"14"0,13 0,-42 0,1 0,2 0,-2 0,40 0,-11 0,-12 0,-3 0,0 0,0 0,-1 0,1 0,-1 4,4 1,-2 4,-2-1,-8-4,-9-2,-10-2,-7 3,-5-1,-5 1,-4-1,-3-2,-1 2,0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6:42.809"/>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0,'62'0,"0"0,9 0,3 0,6 0,1 0,0 0,1 0,-1 0,-1 0,-8 0,-2 0,-5 0,-1 0,-7 0,-2 0,32 0,-22 0,-17 0,-15 0,-12 0,-7 0,4 0,-3 1,6 1,-6 1,-2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6:44.410"/>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28,'60'0,"0"0,6 0,1 0,-1 0,1 0,-4 0,-2 0,-8 0,-3 0,31 0,-10 0,-15 0,-15 0,-10 0,-9 0,-4 0,3-3,1-3,-1-1,-1 0,-6 4,0 2,7 1,-2 0,9 0,-4 0,2 0,4 0,4 0,5 0,4 0,4 0,0 0,-1 0,-1 0,-4 0,-4 0,-5 0,-3 0,-6 2,-2 1,-4-1,1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6:45.544"/>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9,'100'-5,"-43"3,4 0,14 2,4 0,10 0,2 0,5 0,-1 0,-3 0,-1 0,-8 0,-2 0,-8 0,-2 0,-10 0,-3 0,-7 0,-2 0,29 0,-23 0,-10 0,-11 0,-7 0,-5 0,-5 0,-4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6:46.876"/>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1,'96'0,"-42"0,0 0,5 0,1 0,2 0,2 0,-1 0,0 0,-2 0,0 0,-2 0,-2 0,-5 0,-2 0,36 0,-14 0,-13 0,-11 2,-12 2,-8 3,-6 2,-4-3,-2-1,-1-3,1-2,1 0,2 0,-1 0,0 0,-2 0,0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6:53.24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0 122,'76'0,"0"0,-8 0,4 0,3 0,-1 0,-1 0,-5 0,-10 0,-7-5,-7 0,-3-3,-1-1,1 3,-4-1,-2 0,-1 0,-1 0,1 0,1 2,-1 2,-2 1,-2 2,-2 0,-1-2,-2 0,-3-2,-1-1,-2 3,-1-2,1 1,-1 1,-2 0,0 0,-1-1,1 0,-1-1,3 2,-5-1,1 2</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6:55.99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1 270,'65'0,"-1"0,-4 0,5 0,6 0,10 0,11-1,-42-1,1-1,1-4,-1-1,45-14,-11-5,-16-1,-7 4,-10 3,-7 4,-6 5,-7 5,-3 2,2 0,5 0,8-3,7 1,-1 1,0-1,0 1,-3 1,-4-2,-6 1,-8-1,-5 3,-4 2,-1-2,-3 2,-1-2</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6:57.99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0,'94'0,"-43"0,0 0,45 0,2 0,-6 0,-3 0,-3 0,0 0,-5 0,-11 0,-7 0,-11 0,-5 0,-3 0,-5 0,-3 0,-4 0,-4 0,-5 0,-2 0,-4 0,-1 0,-2 0,3 0,1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2T07:27:00.14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1,'80'0,"5"0,-2 0,4 0,3 0,-6 0,-4 0,-8 0,-8 0,-7 0,-8 0,-5 0,-4 0,-5 0,-4 0,0 0,-2 0,0 0,1 0,-4 0,-2 0,-4 0,-2 0,-4 0,5 0,-6 0,9 0,-6 0,3 0,-1 0,0 0,0 0,1 0,-1 0,0 0,0 0,-2 0,0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8T00:50:22.03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7,'80'-4,"-13"1,-31 3,-12 0,-8 0,-4 0,5 0,1 0,12 0,6 0,8 0,7 0,1 0,-1 0,-4 0,-1 0,-5 0,0 0,-2 0,0 0,1 0,6 0,4 0,5 0,3 0,1 0,-3 2,-3 1,-3 1,-5 2,-1 1,1 1,2 1,7 0,7 0,6-1,3 1,6 1,0 1,0-2,2-1,-2 1,0-3,1-1,5-3,8-1,6-1,0 0,-8 0,-7 0,-10 0,-6 0,-7 0,-2 0,-3 0,-3 0,1 0,-1 1,3 2,0 2,0-1,-3 1,-3 1,2 0,2 0,2 1,0 0,-2 0,-1 1,-2-1,0 0,2-1,6-2,3-2,5-2,4 0,4 0,0 0,-3 0,-11 0,-12 2,-10 0,-11 1,-5-1,-4-2,3 0,6 1,5 1,6 1,5 1,3-1,3 1,-4 1,-9-3,-8 0,-11-2,-4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8T00:50:26.21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8,'75'-4,"19"1,-36 2,3 2,10-1,2 0,7 0,2 0,3 0,2 0,4 0,0 0,7 0,2 0,-30 0,0 0,0 0,-2 0,0 0,-1 0,30 0,-2 0,-8 0,-1 0,-10 0,0 0,-2 0,-1 0,-3 0,0 0,-1 0,-1 0,0 0,-1 0,-1 0,0 0,-2 0,-1 0,-4 0,-1 0,-6 0,-2 0,38 0,-13 2,-7 0,1 3,3-1,3-1,0-1,0-1,-3-1,-3 0,-4 2,-1 1,-2 2,0 2,-2-1,-8 0,-9 0,-13-2,-8-1,-7-1,-1 0,4 2,8 3,16-1,12-1,9-3,8-2,1 0,-1 0,-8 0,-12 0,-13 0,-11 0,-11 0,-3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8T00:50:34.448"/>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0,'73'4,"8"0,12-4,-44 0,2 0,4 0,1 0,2 0,0 0,3 0,1 0,0 0,-1 0,-2-1,-1 2,-5 0,-1 2,36 5,-12 2,-14 2,-8-5,-2 0,4-2,7-3,6 3,6-2,2 1,1 1,-5-2,-2 1,-5-1,-4 2,0 3,-5-1,-4 1,-3-4,-3 0,2-1,0 0,-3-1,-3-2,-4 0,-4 0,-1 1,-4 2,1-1,0 0,-2-2,4 0,1 0,7 2,11 1,9 0,18-1,16-2,-44 0,1 0,3 0,-1 0,-3 0,-1 0,37 0,-11 0,-13 0,-3 0,-1 0,3-3,0-3,0-4,-6-1,-10 3,-10 3,-11 3,-2-2,0 2,1-1,5 0,4 0,4 0,4-1,-1 1,-2 1,-6 1,-8 1,-4 0,-3 0,-3 0,4 0,-3 0,8 0,7 0,6 0,7 0,1 0,0 0,-3 0,-4 0,-4 0,-4 0,-1 0,0 0,1 0,-3 0,-1 0,-4 0,-2 0,-1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8T00:50:38.448"/>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32,'64'0,"9"0,7 0,-30 0,2 0,6 0,2 0,2 0,1 0,1 0,-1 0,-5 1,-1-2,-3 0,-2 0,46-4,-6-1,1-2,-1 3,-5 2,-8 1,-10 2,-10 0,-3 0,0 0,-3 0,2 0,-3 0,-2 0,3 1,4 1,3 1,3 1,-2 0,-3 1,4-1,3-1,4-1,-1-2,0 0,-5 0,-1 0,0 0,-2 0,-2 0,-2 0,-2 0,2 0,3 0,1 0,0 0,1 0,1 0,0 0,0 0,-3 0,0 0,1 0,2 0,0 0,0 0,-1 0,-2 0,-1 0,1 0,-3 0,-3 0,-3 0,-2 0,-1 0,3 0,3 0,9 0,7 0,7 0,3 0,-4 0,-4 0,-11 0,-10 0,-13 0,-12 0,-7 0,-4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8T00:50:42.465"/>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61,'71'0,"11"0,14 0,-42 0,0 0,2 0,1 0,-3 0,0 0,-2 0,-2 0,44 0,-6-2,-5-3,-1-3,-4 0,-2 0,-1 1,-4 2,-2 0,-5 3,-2 2,-1-3,4 1,5-1,4 0,0 3,-2 0,-6 0,-3 0,-4 0,3 0,0 0,1 0,1 0,1 0,5 0,5 0,4 0,3 0,-2 0,-7 0,-9 0,-10 0,-7 0,-4 0,-2 0,3 0,4 0,4 0,8 0,9 0,10 0,8 0,2 0,-2 0,-10 0,-7 0,-7 0,-4 0,-1 0,1 0,3 0,6 0,7 0,11 0,9 0,2 0,-5 0,-16 0,-22 0,-17 0,-15 0,-11 0,-5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8T00:50:46.082"/>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1,'89'0,"4"0,-3 0,9 0,-45 1,0 2,0 1,0 2,0 2,-1 1,-2 0,1 1,2-2,1-2,1-1,1-1,1-2,2-1,-1-1,1 0,-3 0,0 0,1 0,0 0,1 0,1 0,-1 0,1 0,-3 1,0-1,-4 1,-1 1,40 2,-11 2,-7 1,-10 0,-8 1,-5-1,-4 0,1-2,-1-3,6-2,4 3,2-1,2 1,-2-1,-3-2,-3 1,-2 1,-6 1,1-1,1-1,6 1,8 1,12-1,12 1,8-3,4 0,-5 0,-7 0,-4 0,-7 0,-6 0,-5 0,-9 0,-2 0,-4 0,-4-2,0-3,-3-2,-2-2,1 1,2-1,5 0,3-1,0 1,-4 3,-7 1,-6 3,-8 2,-5 0,-3 0,-4 0,6 0,-7 0,12 0,-9 0,7 0,-6 0,0 0,0 0,-1 0,0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8T00:50:53.68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14,'75'0,"14"0,-40 0,2 0,5 0,0 0,0 0,1 0,1 0,0 0,1 0,1 0,-3 0,0 0,-3 0,-2 0,40 0,-12 2,-12 4,-7 2,-9 1,3 0,5-3,7 0,5 2,3-3,1 3,-2-3,0-3,1 0,4-2,3 0,3 0,4 0,-4 0,-6 0,-9 0,-16 0,-8 0,-5 0,-2 0,2 0,5-1,2-2,6-2,14-2,11-2,14-2,3 2,-10 4,-12 2,-13 3,-11 0,-4 0,-2 0,0 0,1 0,2 0,0 0,0 0,0 0,-1 0,-2 0,0 0,0 0,1 0,5 0,3 0,2 0,1-2,-3-2,0-1,3 1,3-1,5 1,21 2,-22 0,9 2,-30 0,-6 0,-5-1,-3-1,-4 0,-1 0,-3 0,-1 2,-1 0,-2 0,2 0,3 0,0 0,0 0,-3 0,-3 0,2 0,-1 0,-1 0,-1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8T00:51:00.616"/>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1 186,'89'0,"-38"0,3 0,13 0,3 0,9 0,2 0,4 0,3 0,5 0,1 0,0 0,1 0,-1 0,-1 0,1 0,-1 0,-6 0,-3 0,-8 0,-3 0,-10 0,-3 0,34 0,-16 0,-13 0,-7 2,-4 1,-8 2,1 0,1-3,7-1,8-1,5 0,3-4,4-4,7-5,7-5,-39 7,0-1,4 1,0-1,0 1,0 0,0 1,-2 2,43-4,-17 3,-15 3,-15 1,-12 1,-4 2,-3 1,0 1,4-2,3 0,5 0,5-2,7 1,4 0,4 1,2 0,3-1,5 0,2 2,5 1,-4 0,-6 0,-10 0,-9 0,-8 0,-1 0,3 0,4 0,3 0,-3 0,-3 0,1 0,0-2,2-1,-1 1,-2 0,-6 2,-6 0,-6 0,-4 0,-2 0,-2 0,-2 0,0 0,-1 0,1 0,0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8T00:51:04.349"/>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0,'73'0,"2"0,-7 0,3 0,-3 0,-3 0,-1 0,0 0,3 0,3 0,-1 0,1 0,-4 0,-3 0,-1 0,-6 0,-3 0,-3 0,-4 0,2 0,0 0,2 0,1 0,-2 0,-1 0,-3 0,-2 0,-1 0,-3 0,-5 0,-2 0,-7 0,1 0,2 0,1 0,20 0,-12 0,12 0,-12 0,3 0,3 0,6 0,2 0,2 0,5 0,2 0,0 0,-5 0,-5 0,-3 0,0 0,-2 0,-2 0,-1 2,-3 1,3-1,1 2,6-2,7 1,6-1,9-2,7 2,4 1,2 0,1 1,0-1,1 0,4 2,4-3,4 1,1 0,-5-3,-3 0,-9 0,-9 0,-7 0,-6 0,-1 0,-1 0,4 0,6 0,8 0,6 2,6 4,1 0,-1 1,-7-2,-13-1,-13 1,-13-1,-9 1,-6 0,-3-1,-3 0,-3 0,-5-2,4 3,1-4,-1 3,2-4</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8T00:51:07.799"/>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0 0,'52'0,"0"0,4 0,-1 0,3 0,0 0,3 0,2 0,2 0,0 0,-2 0,0 0,-2 0,-1 0,-2 0,-1 0,-1 0,-1 0,-1 0,0 0,1 1,0 1,0 0,-2 1,-2 0,-1 1,43 1,-10-2,-8-3,-1 0,2 2,0 1,1 0,-1-2,1-1,-1 0,-4 0,-7 0,-7 0,-2 0,-3 0,0 0,-3 0,-6 0,-3 0,-1 0,-1 0,2 0,4 1,4 1,5 1,8-1,0 0,0-2,-1 0,0 0,4 0,1 0,2 2,-3 1,-5 0,-4-1,-7-2,-2 0,-4 0,-2 1,-5 1,-5 0,-3 2,0-1,3 0,3 0,2-1,2 3,3-1,1-1,2-1,-3-2,-3 0,0 0,-2 0,-1 0,5 0,4 0,10 0,12 0,9 0,8 2,-1 0,-6 1,-10 0,-14-3,-13 0,-11 2,-8 0,-4 3,-3 0,3 2,-2-1,2 0,1-3,-6-1,4-1</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3T09:43:41.29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A1CFBC-F58B-BF4F-9589-472B56B2A3AF}" type="datetimeFigureOut">
              <a:rPr lang="en-US" smtClean="0"/>
              <a:t>4/17/26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53BB39-699E-914A-9D5A-814C3089D602}" type="slidenum">
              <a:rPr lang="en-US" smtClean="0"/>
              <a:t>‹#›</a:t>
            </a:fld>
            <a:endParaRPr lang="en-US"/>
          </a:p>
        </p:txBody>
      </p:sp>
    </p:spTree>
    <p:extLst>
      <p:ext uri="{BB962C8B-B14F-4D97-AF65-F5344CB8AC3E}">
        <p14:creationId xmlns:p14="http://schemas.microsoft.com/office/powerpoint/2010/main" val="942127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queensjournal.ca/queens-university-faces-imminent-closure-if-cuts-not-made-faculty-and-staff-remain-skeptical/"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ouinfo.ca/universities" TargetMode="External"/><Relationship Id="rId2" Type="http://schemas.openxmlformats.org/officeDocument/2006/relationships/slide" Target="../slides/slide5.xml"/><Relationship Id="rId1" Type="http://schemas.openxmlformats.org/officeDocument/2006/relationships/notesMaster" Target="../notesMasters/notesMaster1.xml"/><Relationship Id="rId5" Type="http://schemas.openxmlformats.org/officeDocument/2006/relationships/hyperlink" Target="https://www.ipb.uwo.ca/documents/2024_budget.pdf" TargetMode="External"/><Relationship Id="rId4" Type="http://schemas.openxmlformats.org/officeDocument/2006/relationships/hyperlink" Target="https://toronto.ctvnews.ca/ontario-freezes-post-secondary-tuition-for-3-more-years-adds-1-3b-in-funding-1.6783368"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dirty="0">
                <a:effectLst/>
                <a:latin typeface="Times New Roman" panose="02020603050405020304" pitchFamily="18" charset="0"/>
                <a:ea typeface="Times New Roman" panose="02020603050405020304" pitchFamily="18" charset="0"/>
              </a:rPr>
              <a:t> </a:t>
            </a:r>
            <a:r>
              <a:rPr lang="en-CA" sz="1200" dirty="0" err="1">
                <a:effectLst/>
                <a:latin typeface="Times New Roman" panose="02020603050405020304" pitchFamily="18" charset="0"/>
                <a:ea typeface="Times New Roman" panose="02020603050405020304" pitchFamily="18" charset="0"/>
              </a:rPr>
              <a:t>Coppolino</a:t>
            </a:r>
            <a:r>
              <a:rPr lang="en-CA" sz="1200" dirty="0">
                <a:effectLst/>
                <a:latin typeface="Times New Roman" panose="02020603050405020304" pitchFamily="18" charset="0"/>
                <a:ea typeface="Times New Roman" panose="02020603050405020304" pitchFamily="18" charset="0"/>
              </a:rPr>
              <a:t>, S. (2024, January 9). </a:t>
            </a:r>
            <a:r>
              <a:rPr lang="en-CA" sz="1200" i="1" dirty="0">
                <a:effectLst/>
                <a:latin typeface="Times New Roman" panose="02020603050405020304" pitchFamily="18" charset="0"/>
                <a:ea typeface="Times New Roman" panose="02020603050405020304" pitchFamily="18" charset="0"/>
              </a:rPr>
              <a:t>“Queen’s could cease to exist if we don’t deal with this issue:” faculty and staff remain skeptical</a:t>
            </a:r>
            <a:r>
              <a:rPr lang="en-CA" sz="1200" dirty="0">
                <a:effectLst/>
                <a:latin typeface="Times New Roman" panose="02020603050405020304" pitchFamily="18" charset="0"/>
                <a:ea typeface="Times New Roman" panose="02020603050405020304" pitchFamily="18" charset="0"/>
              </a:rPr>
              <a:t>. The Queen’s Journal. </a:t>
            </a:r>
            <a:r>
              <a:rPr lang="en-CA" sz="1200" u="sng" dirty="0">
                <a:solidFill>
                  <a:srgbClr val="467886"/>
                </a:solidFill>
                <a:effectLst/>
                <a:latin typeface="Times New Roman" panose="02020603050405020304" pitchFamily="18" charset="0"/>
                <a:ea typeface="Times New Roman" panose="02020603050405020304" pitchFamily="18" charset="0"/>
                <a:hlinkClick r:id="rId3"/>
              </a:rPr>
              <a:t>https://www.queensjournal.ca/queens-university-faces-imminent-closure-if-cuts-not-made-faculty-and-staff-remain-skeptical/</a:t>
            </a:r>
            <a:r>
              <a:rPr lang="en-CA" sz="1200" dirty="0">
                <a:effectLst/>
                <a:latin typeface="Times New Roman" panose="02020603050405020304" pitchFamily="18" charset="0"/>
                <a:ea typeface="Times New Roman" panose="02020603050405020304" pitchFamily="18" charset="0"/>
              </a:rPr>
              <a:t> </a:t>
            </a:r>
          </a:p>
          <a:p>
            <a:endParaRPr lang="en-US" dirty="0"/>
          </a:p>
          <a:p>
            <a:r>
              <a:rPr lang="en-US" dirty="0"/>
              <a:t>`</a:t>
            </a:r>
          </a:p>
        </p:txBody>
      </p:sp>
      <p:sp>
        <p:nvSpPr>
          <p:cNvPr id="4" name="Slide Number Placeholder 3"/>
          <p:cNvSpPr>
            <a:spLocks noGrp="1"/>
          </p:cNvSpPr>
          <p:nvPr>
            <p:ph type="sldNum" sz="quarter" idx="5"/>
          </p:nvPr>
        </p:nvSpPr>
        <p:spPr/>
        <p:txBody>
          <a:bodyPr/>
          <a:lstStyle/>
          <a:p>
            <a:fld id="{566D0527-52BB-EF4D-8CFF-4E88408D3CEF}" type="slidenum">
              <a:rPr lang="en-US" smtClean="0"/>
              <a:t>4</a:t>
            </a:fld>
            <a:endParaRPr lang="en-US"/>
          </a:p>
        </p:txBody>
      </p:sp>
    </p:spTree>
    <p:extLst>
      <p:ext uri="{BB962C8B-B14F-4D97-AF65-F5344CB8AC3E}">
        <p14:creationId xmlns:p14="http://schemas.microsoft.com/office/powerpoint/2010/main" val="905961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6190D-68FF-12FA-0092-E81A586709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EAB180-A699-3265-E7DA-3BE85E1929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FA708B-A275-4F1F-FE28-633068B1C98B}"/>
              </a:ext>
            </a:extLst>
          </p:cNvPr>
          <p:cNvSpPr>
            <a:spLocks noGrp="1"/>
          </p:cNvSpPr>
          <p:nvPr>
            <p:ph type="body" idx="1"/>
          </p:nvPr>
        </p:nvSpPr>
        <p:spPr/>
        <p:txBody>
          <a:bodyPr/>
          <a:lstStyle/>
          <a:p>
            <a:r>
              <a:rPr lang="en-US" dirty="0"/>
              <a:t>https://</a:t>
            </a:r>
            <a:r>
              <a:rPr lang="en-US" dirty="0" err="1"/>
              <a:t>www.therecord.com</a:t>
            </a:r>
            <a:r>
              <a:rPr lang="en-US" dirty="0"/>
              <a:t>/news/waterloo-region/university-of-waterloo-sees-75m-deficit-ahead-proposes-hiring-limit/article_25a1bf10-0f48-5489-9d56-0524fda12dd6.html</a:t>
            </a:r>
          </a:p>
          <a:p>
            <a:r>
              <a:rPr lang="en-US" dirty="0"/>
              <a:t>https://</a:t>
            </a:r>
            <a:r>
              <a:rPr lang="en-US" dirty="0" err="1"/>
              <a:t>ontariosuniversities.ca</a:t>
            </a:r>
            <a:r>
              <a:rPr lang="en-US" dirty="0"/>
              <a:t>/news/cou-statement-ontarios-universities-call-for-support-in-upcoming-fall-economic-statement/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dirty="0">
                <a:effectLst/>
                <a:latin typeface="Times New Roman" panose="02020603050405020304" pitchFamily="18" charset="0"/>
                <a:ea typeface="Times New Roman" panose="02020603050405020304" pitchFamily="18" charset="0"/>
              </a:rPr>
              <a:t>Ontario Universities. </a:t>
            </a:r>
            <a:r>
              <a:rPr lang="en-CA" sz="1200" i="1" dirty="0">
                <a:effectLst/>
                <a:latin typeface="Times New Roman" panose="02020603050405020304" pitchFamily="18" charset="0"/>
                <a:ea typeface="Times New Roman" panose="02020603050405020304" pitchFamily="18" charset="0"/>
              </a:rPr>
              <a:t>Get to Know Ontario’s Universities – </a:t>
            </a:r>
            <a:r>
              <a:rPr lang="en-CA" sz="1200" i="1" dirty="0" err="1">
                <a:effectLst/>
                <a:latin typeface="Times New Roman" panose="02020603050405020304" pitchFamily="18" charset="0"/>
                <a:ea typeface="Times New Roman" panose="02020603050405020304" pitchFamily="18" charset="0"/>
              </a:rPr>
              <a:t>OUInfo</a:t>
            </a:r>
            <a:r>
              <a:rPr lang="en-CA" sz="1200" dirty="0">
                <a:effectLst/>
                <a:latin typeface="Times New Roman" panose="02020603050405020304" pitchFamily="18" charset="0"/>
                <a:ea typeface="Times New Roman" panose="02020603050405020304" pitchFamily="18" charset="0"/>
              </a:rPr>
              <a:t>. </a:t>
            </a:r>
            <a:r>
              <a:rPr lang="fr-CA" sz="1200" dirty="0" err="1">
                <a:effectLst/>
                <a:latin typeface="Times New Roman" panose="02020603050405020304" pitchFamily="18" charset="0"/>
                <a:ea typeface="Times New Roman" panose="02020603050405020304" pitchFamily="18" charset="0"/>
              </a:rPr>
              <a:t>Ouinfo.ca</a:t>
            </a:r>
            <a:r>
              <a:rPr lang="fr-CA" sz="1200" dirty="0">
                <a:effectLst/>
                <a:latin typeface="Times New Roman" panose="02020603050405020304" pitchFamily="18" charset="0"/>
                <a:ea typeface="Times New Roman" panose="02020603050405020304" pitchFamily="18" charset="0"/>
              </a:rPr>
              <a:t>. </a:t>
            </a:r>
            <a:r>
              <a:rPr lang="fr-CA" sz="1200" u="sng" dirty="0">
                <a:solidFill>
                  <a:srgbClr val="467886"/>
                </a:solidFill>
                <a:effectLst/>
                <a:latin typeface="Times New Roman" panose="02020603050405020304" pitchFamily="18" charset="0"/>
                <a:ea typeface="Times New Roman" panose="02020603050405020304" pitchFamily="18" charset="0"/>
                <a:hlinkClick r:id="rId3"/>
              </a:rPr>
              <a:t>https://www.ouinfo.ca/universities</a:t>
            </a:r>
            <a:endParaRPr lang="fr-CA" sz="1200" u="sng" dirty="0">
              <a:solidFill>
                <a:srgbClr val="467886"/>
              </a:solidFill>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dirty="0">
                <a:effectLst/>
                <a:latin typeface="Times New Roman" panose="02020603050405020304" pitchFamily="18" charset="0"/>
                <a:ea typeface="Times New Roman" panose="02020603050405020304" pitchFamily="18" charset="0"/>
              </a:rPr>
              <a:t>CTV News Toronto. (2024, February 26). </a:t>
            </a:r>
            <a:r>
              <a:rPr lang="en-CA" sz="1200" i="1" dirty="0">
                <a:effectLst/>
                <a:latin typeface="Times New Roman" panose="02020603050405020304" pitchFamily="18" charset="0"/>
                <a:ea typeface="Times New Roman" panose="02020603050405020304" pitchFamily="18" charset="0"/>
              </a:rPr>
              <a:t>Ontario freezes post-secondary tuition for 3 more years, adds $1.3B in funding</a:t>
            </a:r>
            <a:r>
              <a:rPr lang="en-CA" sz="1200" dirty="0">
                <a:effectLst/>
                <a:latin typeface="Times New Roman" panose="02020603050405020304" pitchFamily="18" charset="0"/>
                <a:ea typeface="Times New Roman" panose="02020603050405020304" pitchFamily="18" charset="0"/>
              </a:rPr>
              <a:t> [Review of </a:t>
            </a:r>
            <a:r>
              <a:rPr lang="en-CA" sz="1200" i="1" dirty="0">
                <a:effectLst/>
                <a:latin typeface="Times New Roman" panose="02020603050405020304" pitchFamily="18" charset="0"/>
                <a:ea typeface="Times New Roman" panose="02020603050405020304" pitchFamily="18" charset="0"/>
              </a:rPr>
              <a:t>Ontario freezes post-secondary tuition for 3 more years, adds $1.3B in funding</a:t>
            </a:r>
            <a:r>
              <a:rPr lang="en-CA" sz="1200" dirty="0">
                <a:effectLst/>
                <a:latin typeface="Times New Roman" panose="02020603050405020304" pitchFamily="18" charset="0"/>
                <a:ea typeface="Times New Roman" panose="02020603050405020304" pitchFamily="18" charset="0"/>
              </a:rPr>
              <a:t>]. CTV News Toronto; CTV News. </a:t>
            </a:r>
            <a:r>
              <a:rPr lang="en-CA" sz="1200" u="sng" dirty="0">
                <a:solidFill>
                  <a:srgbClr val="467886"/>
                </a:solidFill>
                <a:effectLst/>
                <a:latin typeface="Times New Roman" panose="02020603050405020304" pitchFamily="18" charset="0"/>
                <a:ea typeface="Times New Roman" panose="02020603050405020304" pitchFamily="18" charset="0"/>
                <a:hlinkClick r:id="rId4"/>
              </a:rPr>
              <a:t>https://toronto.ctvnews.ca/ontario-freezes-post-secondary-tuition-for-3-more-years-adds-1-3b-in-funding-1.6783368</a:t>
            </a:r>
            <a:endParaRPr lang="en-CA" sz="1200" dirty="0">
              <a:effectLst/>
              <a:latin typeface="Times New Roman" panose="02020603050405020304" pitchFamily="18" charset="0"/>
              <a:ea typeface="Times New Roman" panose="02020603050405020304" pitchFamily="18" charset="0"/>
            </a:endParaRPr>
          </a:p>
          <a:p>
            <a:r>
              <a:rPr lang="en-CA" sz="1200" b="0" i="0" u="none" strike="noStrike" dirty="0">
                <a:solidFill>
                  <a:srgbClr val="000000"/>
                </a:solidFill>
                <a:effectLst/>
                <a:latin typeface="Times New Roman" panose="02020603050405020304" pitchFamily="18" charset="0"/>
              </a:rPr>
              <a:t>U of T. </a:t>
            </a:r>
            <a:r>
              <a:rPr lang="en-CA" sz="1200" b="0" i="1" u="none" strike="noStrike" dirty="0">
                <a:solidFill>
                  <a:srgbClr val="000000"/>
                </a:solidFill>
                <a:effectLst/>
                <a:latin typeface="Times New Roman" panose="02020603050405020304" pitchFamily="18" charset="0"/>
              </a:rPr>
              <a:t>Budget Report 2023-2024</a:t>
            </a:r>
            <a:r>
              <a:rPr lang="en-CA" sz="1200" b="0" i="0" u="none" strike="noStrike" dirty="0">
                <a:solidFill>
                  <a:srgbClr val="000000"/>
                </a:solidFill>
                <a:effectLst/>
                <a:latin typeface="Times New Roman" panose="02020603050405020304" pitchFamily="18" charset="0"/>
              </a:rPr>
              <a:t>. Planning &amp; Budget Office, 2023.</a:t>
            </a:r>
          </a:p>
          <a:p>
            <a:r>
              <a:rPr lang="en-CA" sz="1200" i="1" dirty="0">
                <a:effectLst/>
                <a:latin typeface="Times New Roman" panose="02020603050405020304" pitchFamily="18" charset="0"/>
                <a:ea typeface="Times New Roman" panose="02020603050405020304" pitchFamily="18" charset="0"/>
              </a:rPr>
              <a:t>Western University: 2024-2025 Operating and Capital Budgets </a:t>
            </a:r>
            <a:r>
              <a:rPr lang="en-CA" sz="1200" dirty="0">
                <a:effectLst/>
                <a:latin typeface="Times New Roman" panose="02020603050405020304" pitchFamily="18" charset="0"/>
                <a:ea typeface="Times New Roman" panose="02020603050405020304" pitchFamily="18" charset="0"/>
              </a:rPr>
              <a:t>[Review of </a:t>
            </a:r>
            <a:r>
              <a:rPr lang="en-CA" sz="1200" i="1" dirty="0">
                <a:effectLst/>
                <a:latin typeface="Times New Roman" panose="02020603050405020304" pitchFamily="18" charset="0"/>
                <a:ea typeface="Times New Roman" panose="02020603050405020304" pitchFamily="18" charset="0"/>
              </a:rPr>
              <a:t>Western University: 2024-2025 Operating and Capital Budgets</a:t>
            </a:r>
            <a:r>
              <a:rPr lang="en-CA" sz="1200" dirty="0">
                <a:effectLst/>
                <a:latin typeface="Times New Roman" panose="02020603050405020304" pitchFamily="18" charset="0"/>
                <a:ea typeface="Times New Roman" panose="02020603050405020304" pitchFamily="18" charset="0"/>
              </a:rPr>
              <a:t>]. Western University. </a:t>
            </a:r>
            <a:r>
              <a:rPr lang="fr-CA" sz="1200" u="sng" dirty="0">
                <a:solidFill>
                  <a:srgbClr val="467886"/>
                </a:solidFill>
                <a:effectLst/>
                <a:latin typeface="Times New Roman" panose="02020603050405020304" pitchFamily="18" charset="0"/>
                <a:ea typeface="Times New Roman" panose="02020603050405020304" pitchFamily="18" charset="0"/>
                <a:hlinkClick r:id="rId5"/>
              </a:rPr>
              <a:t>https://www.ipb.uwo.ca/documents/2024_budget.pdf</a:t>
            </a:r>
            <a:endParaRPr lang="fr-CA" sz="1200" u="sng" dirty="0">
              <a:solidFill>
                <a:srgbClr val="467886"/>
              </a:solidFill>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b="0" i="0" u="none" strike="noStrike" dirty="0">
                <a:solidFill>
                  <a:srgbClr val="000000"/>
                </a:solidFill>
                <a:effectLst/>
                <a:latin typeface="Times New Roman" panose="02020603050405020304" pitchFamily="18" charset="0"/>
              </a:rPr>
              <a:t>McMaster University. </a:t>
            </a:r>
            <a:r>
              <a:rPr lang="en-CA" sz="1800" b="0" i="1" u="none" strike="noStrike" dirty="0">
                <a:solidFill>
                  <a:srgbClr val="000000"/>
                </a:solidFill>
                <a:effectLst/>
                <a:latin typeface="Times New Roman" panose="02020603050405020304" pitchFamily="18" charset="0"/>
              </a:rPr>
              <a:t>2024-2025 Consolidated Budget</a:t>
            </a:r>
            <a:r>
              <a:rPr lang="en-CA" sz="1800" b="0" i="0" u="none" strike="noStrike" dirty="0">
                <a:solidFill>
                  <a:srgbClr val="000000"/>
                </a:solidFill>
                <a:effectLst/>
                <a:latin typeface="Times New Roman" panose="02020603050405020304" pitchFamily="18" charset="0"/>
              </a:rPr>
              <a:t>. Board of Governors , 2024.</a:t>
            </a:r>
          </a:p>
          <a:p>
            <a:endParaRPr lang="en-CA" sz="120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A7744F08-BC0F-E810-0023-25EB92EB1D91}"/>
              </a:ext>
            </a:extLst>
          </p:cNvPr>
          <p:cNvSpPr>
            <a:spLocks noGrp="1"/>
          </p:cNvSpPr>
          <p:nvPr>
            <p:ph type="sldNum" sz="quarter" idx="5"/>
          </p:nvPr>
        </p:nvSpPr>
        <p:spPr/>
        <p:txBody>
          <a:bodyPr/>
          <a:lstStyle/>
          <a:p>
            <a:fld id="{566D0527-52BB-EF4D-8CFF-4E88408D3CEF}" type="slidenum">
              <a:rPr lang="en-US" smtClean="0"/>
              <a:t>5</a:t>
            </a:fld>
            <a:endParaRPr lang="en-US"/>
          </a:p>
        </p:txBody>
      </p:sp>
    </p:spTree>
    <p:extLst>
      <p:ext uri="{BB962C8B-B14F-4D97-AF65-F5344CB8AC3E}">
        <p14:creationId xmlns:p14="http://schemas.microsoft.com/office/powerpoint/2010/main" val="756907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53BB39-699E-914A-9D5A-814C3089D602}" type="slidenum">
              <a:rPr lang="en-US" smtClean="0"/>
              <a:t>8</a:t>
            </a:fld>
            <a:endParaRPr lang="en-US"/>
          </a:p>
        </p:txBody>
      </p:sp>
    </p:spTree>
    <p:extLst>
      <p:ext uri="{BB962C8B-B14F-4D97-AF65-F5344CB8AC3E}">
        <p14:creationId xmlns:p14="http://schemas.microsoft.com/office/powerpoint/2010/main" val="499991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0424C-7A54-C18E-24C8-1CFBC81E0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2053AF-8BD9-6730-1BB7-D3BEE6A09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0B964-F305-EFCE-5315-82D2EBD963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6F8C89-8048-B851-E34F-673CDE0429FF}"/>
              </a:ext>
            </a:extLst>
          </p:cNvPr>
          <p:cNvSpPr>
            <a:spLocks noGrp="1"/>
          </p:cNvSpPr>
          <p:nvPr>
            <p:ph type="sldNum" sz="quarter" idx="5"/>
          </p:nvPr>
        </p:nvSpPr>
        <p:spPr/>
        <p:txBody>
          <a:bodyPr/>
          <a:lstStyle/>
          <a:p>
            <a:fld id="{6999A1B5-0720-9944-9CAB-A7BE67A59ED2}" type="slidenum">
              <a:rPr lang="en-US" smtClean="0"/>
              <a:t>10</a:t>
            </a:fld>
            <a:endParaRPr lang="en-US"/>
          </a:p>
        </p:txBody>
      </p:sp>
    </p:spTree>
    <p:extLst>
      <p:ext uri="{BB962C8B-B14F-4D97-AF65-F5344CB8AC3E}">
        <p14:creationId xmlns:p14="http://schemas.microsoft.com/office/powerpoint/2010/main" val="412991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descriptive statistics </a:t>
            </a:r>
          </a:p>
        </p:txBody>
      </p:sp>
      <p:sp>
        <p:nvSpPr>
          <p:cNvPr id="4" name="Slide Number Placeholder 3"/>
          <p:cNvSpPr>
            <a:spLocks noGrp="1"/>
          </p:cNvSpPr>
          <p:nvPr>
            <p:ph type="sldNum" sz="quarter" idx="5"/>
          </p:nvPr>
        </p:nvSpPr>
        <p:spPr/>
        <p:txBody>
          <a:bodyPr/>
          <a:lstStyle/>
          <a:p>
            <a:fld id="{3D53BB39-699E-914A-9D5A-814C3089D602}" type="slidenum">
              <a:rPr lang="en-US" smtClean="0"/>
              <a:t>12</a:t>
            </a:fld>
            <a:endParaRPr lang="en-US"/>
          </a:p>
        </p:txBody>
      </p:sp>
    </p:spTree>
    <p:extLst>
      <p:ext uri="{BB962C8B-B14F-4D97-AF65-F5344CB8AC3E}">
        <p14:creationId xmlns:p14="http://schemas.microsoft.com/office/powerpoint/2010/main" val="26119326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53BB39-699E-914A-9D5A-814C3089D602}" type="slidenum">
              <a:rPr lang="en-US" smtClean="0"/>
              <a:t>14</a:t>
            </a:fld>
            <a:endParaRPr lang="en-US"/>
          </a:p>
        </p:txBody>
      </p:sp>
    </p:spTree>
    <p:extLst>
      <p:ext uri="{BB962C8B-B14F-4D97-AF65-F5344CB8AC3E}">
        <p14:creationId xmlns:p14="http://schemas.microsoft.com/office/powerpoint/2010/main" val="2014583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53BB39-699E-914A-9D5A-814C3089D602}" type="slidenum">
              <a:rPr lang="en-US" smtClean="0"/>
              <a:t>15</a:t>
            </a:fld>
            <a:endParaRPr lang="en-US"/>
          </a:p>
        </p:txBody>
      </p:sp>
    </p:spTree>
    <p:extLst>
      <p:ext uri="{BB962C8B-B14F-4D97-AF65-F5344CB8AC3E}">
        <p14:creationId xmlns:p14="http://schemas.microsoft.com/office/powerpoint/2010/main" val="960258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53BB39-699E-914A-9D5A-814C3089D602}" type="slidenum">
              <a:rPr lang="en-US" smtClean="0"/>
              <a:t>17</a:t>
            </a:fld>
            <a:endParaRPr lang="en-US"/>
          </a:p>
        </p:txBody>
      </p:sp>
    </p:spTree>
    <p:extLst>
      <p:ext uri="{BB962C8B-B14F-4D97-AF65-F5344CB8AC3E}">
        <p14:creationId xmlns:p14="http://schemas.microsoft.com/office/powerpoint/2010/main" val="33983353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9AC42-C4B6-DAE0-7155-5637185A57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F36116-EFF6-857B-714D-58BFD5DBA5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E7D8AC-3DBF-218E-BF38-411A4B14D4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88E063-9512-2452-A989-2C0BB2421E3D}"/>
              </a:ext>
            </a:extLst>
          </p:cNvPr>
          <p:cNvSpPr>
            <a:spLocks noGrp="1"/>
          </p:cNvSpPr>
          <p:nvPr>
            <p:ph type="sldNum" sz="quarter" idx="5"/>
          </p:nvPr>
        </p:nvSpPr>
        <p:spPr/>
        <p:txBody>
          <a:bodyPr/>
          <a:lstStyle/>
          <a:p>
            <a:fld id="{3D53BB39-699E-914A-9D5A-814C3089D602}" type="slidenum">
              <a:rPr lang="en-US" smtClean="0"/>
              <a:t>18</a:t>
            </a:fld>
            <a:endParaRPr lang="en-US"/>
          </a:p>
        </p:txBody>
      </p:sp>
    </p:spTree>
    <p:extLst>
      <p:ext uri="{BB962C8B-B14F-4D97-AF65-F5344CB8AC3E}">
        <p14:creationId xmlns:p14="http://schemas.microsoft.com/office/powerpoint/2010/main" val="42074189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9DE14-C6B4-DF24-5D48-4F7FBD5438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CAB88A-7451-B306-3BD0-26DBCF77C3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DF2A09-D804-4ADF-2A32-69E203FCFF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723A52-64E2-C89F-DA16-EECC56954E4F}"/>
              </a:ext>
            </a:extLst>
          </p:cNvPr>
          <p:cNvSpPr>
            <a:spLocks noGrp="1"/>
          </p:cNvSpPr>
          <p:nvPr>
            <p:ph type="sldNum" sz="quarter" idx="5"/>
          </p:nvPr>
        </p:nvSpPr>
        <p:spPr/>
        <p:txBody>
          <a:bodyPr/>
          <a:lstStyle/>
          <a:p>
            <a:fld id="{3D53BB39-699E-914A-9D5A-814C3089D602}" type="slidenum">
              <a:rPr lang="en-US" smtClean="0"/>
              <a:t>19</a:t>
            </a:fld>
            <a:endParaRPr lang="en-US"/>
          </a:p>
        </p:txBody>
      </p:sp>
    </p:spTree>
    <p:extLst>
      <p:ext uri="{BB962C8B-B14F-4D97-AF65-F5344CB8AC3E}">
        <p14:creationId xmlns:p14="http://schemas.microsoft.com/office/powerpoint/2010/main" val="9264045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B8D50-6E67-160B-FE01-30AB4CACD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4A85E8-DF4C-BBE6-31EF-F7C58CCFBB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E3354-D9F9-6896-1388-B85E030EE0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049F8B-279C-B3D8-432A-99B8996A00D8}"/>
              </a:ext>
            </a:extLst>
          </p:cNvPr>
          <p:cNvSpPr>
            <a:spLocks noGrp="1"/>
          </p:cNvSpPr>
          <p:nvPr>
            <p:ph type="sldNum" sz="quarter" idx="5"/>
          </p:nvPr>
        </p:nvSpPr>
        <p:spPr/>
        <p:txBody>
          <a:bodyPr/>
          <a:lstStyle/>
          <a:p>
            <a:fld id="{3D53BB39-699E-914A-9D5A-814C3089D602}" type="slidenum">
              <a:rPr lang="en-US" smtClean="0"/>
              <a:t>20</a:t>
            </a:fld>
            <a:endParaRPr lang="en-US"/>
          </a:p>
        </p:txBody>
      </p:sp>
    </p:spTree>
    <p:extLst>
      <p:ext uri="{BB962C8B-B14F-4D97-AF65-F5344CB8AC3E}">
        <p14:creationId xmlns:p14="http://schemas.microsoft.com/office/powerpoint/2010/main" val="20886181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45A73-546F-5342-22A5-01D694D658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AF418D-9A77-F9C6-10F3-167B30452F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6EBE6F-C32E-35C9-C01B-EB0B6A3349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AB2B18-BC28-B43E-1C5C-6431CE0D06B2}"/>
              </a:ext>
            </a:extLst>
          </p:cNvPr>
          <p:cNvSpPr>
            <a:spLocks noGrp="1"/>
          </p:cNvSpPr>
          <p:nvPr>
            <p:ph type="sldNum" sz="quarter" idx="5"/>
          </p:nvPr>
        </p:nvSpPr>
        <p:spPr/>
        <p:txBody>
          <a:bodyPr/>
          <a:lstStyle/>
          <a:p>
            <a:fld id="{3D53BB39-699E-914A-9D5A-814C3089D602}" type="slidenum">
              <a:rPr lang="en-US" smtClean="0"/>
              <a:t>21</a:t>
            </a:fld>
            <a:endParaRPr lang="en-US"/>
          </a:p>
        </p:txBody>
      </p:sp>
    </p:spTree>
    <p:extLst>
      <p:ext uri="{BB962C8B-B14F-4D97-AF65-F5344CB8AC3E}">
        <p14:creationId xmlns:p14="http://schemas.microsoft.com/office/powerpoint/2010/main" val="4129060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F2AE5-EABB-5718-2BFF-602F6F13A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CA4FB3-D170-6544-1E25-47ECB910D3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AAF26A-41B1-410E-D3FD-573913526B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745050-781A-7053-5EE9-063EB3EF50EE}"/>
              </a:ext>
            </a:extLst>
          </p:cNvPr>
          <p:cNvSpPr>
            <a:spLocks noGrp="1"/>
          </p:cNvSpPr>
          <p:nvPr>
            <p:ph type="sldNum" sz="quarter" idx="5"/>
          </p:nvPr>
        </p:nvSpPr>
        <p:spPr/>
        <p:txBody>
          <a:bodyPr/>
          <a:lstStyle/>
          <a:p>
            <a:fld id="{3D53BB39-699E-914A-9D5A-814C3089D602}" type="slidenum">
              <a:rPr lang="en-US" smtClean="0"/>
              <a:t>22</a:t>
            </a:fld>
            <a:endParaRPr lang="en-US"/>
          </a:p>
        </p:txBody>
      </p:sp>
    </p:spTree>
    <p:extLst>
      <p:ext uri="{BB962C8B-B14F-4D97-AF65-F5344CB8AC3E}">
        <p14:creationId xmlns:p14="http://schemas.microsoft.com/office/powerpoint/2010/main" val="39393518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713B6-5C36-36BA-43BA-EBC6B3055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81652D-FF9E-AB32-8987-0D4A725154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CD6F2F-38AF-528A-7D39-7CC78716B7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F51E49-714C-283B-E3EA-9E886B260CE2}"/>
              </a:ext>
            </a:extLst>
          </p:cNvPr>
          <p:cNvSpPr>
            <a:spLocks noGrp="1"/>
          </p:cNvSpPr>
          <p:nvPr>
            <p:ph type="sldNum" sz="quarter" idx="5"/>
          </p:nvPr>
        </p:nvSpPr>
        <p:spPr/>
        <p:txBody>
          <a:bodyPr/>
          <a:lstStyle/>
          <a:p>
            <a:fld id="{3D53BB39-699E-914A-9D5A-814C3089D602}" type="slidenum">
              <a:rPr lang="en-US" smtClean="0"/>
              <a:t>24</a:t>
            </a:fld>
            <a:endParaRPr lang="en-US"/>
          </a:p>
        </p:txBody>
      </p:sp>
    </p:spTree>
    <p:extLst>
      <p:ext uri="{BB962C8B-B14F-4D97-AF65-F5344CB8AC3E}">
        <p14:creationId xmlns:p14="http://schemas.microsoft.com/office/powerpoint/2010/main" val="32920486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623FE-1872-6529-2281-AFA9398A1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322D3B-9765-8A96-EB69-B5A794E8E4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2E4B49-CD83-1A18-B8DD-A99D2C51FD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577163-663D-CBD3-B26F-09461CE606BE}"/>
              </a:ext>
            </a:extLst>
          </p:cNvPr>
          <p:cNvSpPr>
            <a:spLocks noGrp="1"/>
          </p:cNvSpPr>
          <p:nvPr>
            <p:ph type="sldNum" sz="quarter" idx="5"/>
          </p:nvPr>
        </p:nvSpPr>
        <p:spPr/>
        <p:txBody>
          <a:bodyPr/>
          <a:lstStyle/>
          <a:p>
            <a:fld id="{3D53BB39-699E-914A-9D5A-814C3089D602}" type="slidenum">
              <a:rPr lang="en-US" smtClean="0"/>
              <a:t>27</a:t>
            </a:fld>
            <a:endParaRPr lang="en-US"/>
          </a:p>
        </p:txBody>
      </p:sp>
    </p:spTree>
    <p:extLst>
      <p:ext uri="{BB962C8B-B14F-4D97-AF65-F5344CB8AC3E}">
        <p14:creationId xmlns:p14="http://schemas.microsoft.com/office/powerpoint/2010/main" val="29345449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92C4B-2B5D-1561-5CBA-427A8E6D5A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387D4-E43F-1853-1D4A-C0F35342E0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6DBC1A-73E0-A0A2-B485-C80BEDC4E5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9B4B27-7E06-D67D-7880-3AF44ECCF58D}"/>
              </a:ext>
            </a:extLst>
          </p:cNvPr>
          <p:cNvSpPr>
            <a:spLocks noGrp="1"/>
          </p:cNvSpPr>
          <p:nvPr>
            <p:ph type="sldNum" sz="quarter" idx="5"/>
          </p:nvPr>
        </p:nvSpPr>
        <p:spPr/>
        <p:txBody>
          <a:bodyPr/>
          <a:lstStyle/>
          <a:p>
            <a:fld id="{3D53BB39-699E-914A-9D5A-814C3089D602}" type="slidenum">
              <a:rPr lang="en-US" smtClean="0"/>
              <a:t>30</a:t>
            </a:fld>
            <a:endParaRPr lang="en-US"/>
          </a:p>
        </p:txBody>
      </p:sp>
    </p:spTree>
    <p:extLst>
      <p:ext uri="{BB962C8B-B14F-4D97-AF65-F5344CB8AC3E}">
        <p14:creationId xmlns:p14="http://schemas.microsoft.com/office/powerpoint/2010/main" val="7134661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3A9F6-2BEE-21A5-5806-FC987D5477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931B0-6E41-0DD2-EA38-11F8C03A3C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7995CB-4496-8979-F333-CFC38865CD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4E6175-2870-9941-AB27-593F7F2999E5}"/>
              </a:ext>
            </a:extLst>
          </p:cNvPr>
          <p:cNvSpPr>
            <a:spLocks noGrp="1"/>
          </p:cNvSpPr>
          <p:nvPr>
            <p:ph type="sldNum" sz="quarter" idx="5"/>
          </p:nvPr>
        </p:nvSpPr>
        <p:spPr/>
        <p:txBody>
          <a:bodyPr/>
          <a:lstStyle/>
          <a:p>
            <a:fld id="{3D53BB39-699E-914A-9D5A-814C3089D602}" type="slidenum">
              <a:rPr lang="en-US" smtClean="0"/>
              <a:t>31</a:t>
            </a:fld>
            <a:endParaRPr lang="en-US"/>
          </a:p>
        </p:txBody>
      </p:sp>
    </p:spTree>
    <p:extLst>
      <p:ext uri="{BB962C8B-B14F-4D97-AF65-F5344CB8AC3E}">
        <p14:creationId xmlns:p14="http://schemas.microsoft.com/office/powerpoint/2010/main" val="11066178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E9940-8E97-5880-BD47-047D201CE6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F2A9AD-B602-5189-20D7-EA98B3B58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8AE20B8-26BB-9AF2-8944-4E88581AF46C}"/>
              </a:ext>
            </a:extLst>
          </p:cNvPr>
          <p:cNvSpPr>
            <a:spLocks noGrp="1"/>
          </p:cNvSpPr>
          <p:nvPr>
            <p:ph type="dt" sz="half" idx="10"/>
          </p:nvPr>
        </p:nvSpPr>
        <p:spPr/>
        <p:txBody>
          <a:bodyPr/>
          <a:lstStyle/>
          <a:p>
            <a:fld id="{A7FFD836-5A93-5049-978C-40224CD16940}" type="datetime1">
              <a:rPr lang="en-CA" smtClean="0"/>
              <a:t>2026-04-17</a:t>
            </a:fld>
            <a:endParaRPr lang="en-US"/>
          </a:p>
        </p:txBody>
      </p:sp>
      <p:sp>
        <p:nvSpPr>
          <p:cNvPr id="5" name="Footer Placeholder 4">
            <a:extLst>
              <a:ext uri="{FF2B5EF4-FFF2-40B4-BE49-F238E27FC236}">
                <a16:creationId xmlns:a16="http://schemas.microsoft.com/office/drawing/2014/main" id="{141A45D9-3A9E-F33C-0D2B-C245E09985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F7FD7B-8603-9515-7A28-0F72B02CB03E}"/>
              </a:ext>
            </a:extLst>
          </p:cNvPr>
          <p:cNvSpPr>
            <a:spLocks noGrp="1"/>
          </p:cNvSpPr>
          <p:nvPr>
            <p:ph type="sldNum" sz="quarter" idx="12"/>
          </p:nvPr>
        </p:nvSpPr>
        <p:spPr/>
        <p:txBody>
          <a:bodyPr/>
          <a:lstStyle/>
          <a:p>
            <a:fld id="{0CB925E2-E8C9-4143-BCD5-4CDDC2142BEC}" type="slidenum">
              <a:rPr lang="en-US" smtClean="0"/>
              <a:t>‹#›</a:t>
            </a:fld>
            <a:endParaRPr lang="en-US"/>
          </a:p>
        </p:txBody>
      </p:sp>
    </p:spTree>
    <p:extLst>
      <p:ext uri="{BB962C8B-B14F-4D97-AF65-F5344CB8AC3E}">
        <p14:creationId xmlns:p14="http://schemas.microsoft.com/office/powerpoint/2010/main" val="3140226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6467C-FBAF-FBAB-0708-052A22DADA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985B4C-D0FC-9F62-1449-C16BA95A7E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734E1D-7FE1-89FF-78D6-E4EA0CDE6E09}"/>
              </a:ext>
            </a:extLst>
          </p:cNvPr>
          <p:cNvSpPr>
            <a:spLocks noGrp="1"/>
          </p:cNvSpPr>
          <p:nvPr>
            <p:ph type="dt" sz="half" idx="10"/>
          </p:nvPr>
        </p:nvSpPr>
        <p:spPr/>
        <p:txBody>
          <a:bodyPr/>
          <a:lstStyle/>
          <a:p>
            <a:fld id="{06E62B43-37C0-764E-87DB-548E51C561A0}" type="datetime1">
              <a:rPr lang="en-CA" smtClean="0"/>
              <a:t>2026-04-17</a:t>
            </a:fld>
            <a:endParaRPr lang="en-US"/>
          </a:p>
        </p:txBody>
      </p:sp>
      <p:sp>
        <p:nvSpPr>
          <p:cNvPr id="5" name="Footer Placeholder 4">
            <a:extLst>
              <a:ext uri="{FF2B5EF4-FFF2-40B4-BE49-F238E27FC236}">
                <a16:creationId xmlns:a16="http://schemas.microsoft.com/office/drawing/2014/main" id="{76B3A1B1-F50F-900D-40D4-F9AD9BBB11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1491F1-9891-D458-BF57-D0428E4C993C}"/>
              </a:ext>
            </a:extLst>
          </p:cNvPr>
          <p:cNvSpPr>
            <a:spLocks noGrp="1"/>
          </p:cNvSpPr>
          <p:nvPr>
            <p:ph type="sldNum" sz="quarter" idx="12"/>
          </p:nvPr>
        </p:nvSpPr>
        <p:spPr/>
        <p:txBody>
          <a:bodyPr/>
          <a:lstStyle/>
          <a:p>
            <a:fld id="{0CB925E2-E8C9-4143-BCD5-4CDDC2142BEC}" type="slidenum">
              <a:rPr lang="en-US" smtClean="0"/>
              <a:t>‹#›</a:t>
            </a:fld>
            <a:endParaRPr lang="en-US"/>
          </a:p>
        </p:txBody>
      </p:sp>
    </p:spTree>
    <p:extLst>
      <p:ext uri="{BB962C8B-B14F-4D97-AF65-F5344CB8AC3E}">
        <p14:creationId xmlns:p14="http://schemas.microsoft.com/office/powerpoint/2010/main" val="3188950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8E943-8BF5-1E43-B6CC-8DB3B557D3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BC1E98-2FC4-2DC6-296B-7D1688BBEC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4CBC4E-3C00-DBC2-77DD-421F66424808}"/>
              </a:ext>
            </a:extLst>
          </p:cNvPr>
          <p:cNvSpPr>
            <a:spLocks noGrp="1"/>
          </p:cNvSpPr>
          <p:nvPr>
            <p:ph type="dt" sz="half" idx="10"/>
          </p:nvPr>
        </p:nvSpPr>
        <p:spPr/>
        <p:txBody>
          <a:bodyPr/>
          <a:lstStyle/>
          <a:p>
            <a:fld id="{1AD10F7D-8920-1D46-A976-FDBCAB7D202B}" type="datetime1">
              <a:rPr lang="en-CA" smtClean="0"/>
              <a:t>2026-04-17</a:t>
            </a:fld>
            <a:endParaRPr lang="en-US"/>
          </a:p>
        </p:txBody>
      </p:sp>
      <p:sp>
        <p:nvSpPr>
          <p:cNvPr id="5" name="Footer Placeholder 4">
            <a:extLst>
              <a:ext uri="{FF2B5EF4-FFF2-40B4-BE49-F238E27FC236}">
                <a16:creationId xmlns:a16="http://schemas.microsoft.com/office/drawing/2014/main" id="{8F8702C1-B626-37D9-E616-7D536ABEA6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420A25-DB13-4773-A898-421F55209446}"/>
              </a:ext>
            </a:extLst>
          </p:cNvPr>
          <p:cNvSpPr>
            <a:spLocks noGrp="1"/>
          </p:cNvSpPr>
          <p:nvPr>
            <p:ph type="sldNum" sz="quarter" idx="12"/>
          </p:nvPr>
        </p:nvSpPr>
        <p:spPr/>
        <p:txBody>
          <a:bodyPr/>
          <a:lstStyle/>
          <a:p>
            <a:fld id="{0CB925E2-E8C9-4143-BCD5-4CDDC2142BEC}" type="slidenum">
              <a:rPr lang="en-US" smtClean="0"/>
              <a:t>‹#›</a:t>
            </a:fld>
            <a:endParaRPr lang="en-US"/>
          </a:p>
        </p:txBody>
      </p:sp>
    </p:spTree>
    <p:extLst>
      <p:ext uri="{BB962C8B-B14F-4D97-AF65-F5344CB8AC3E}">
        <p14:creationId xmlns:p14="http://schemas.microsoft.com/office/powerpoint/2010/main" val="861046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BAA54-785D-0565-0239-A8EE3F2973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02678C-E9EC-DCDC-8555-4CA3BD4CF9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310345B-CAE4-5C91-EE67-9C4097E558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D1836F-2995-F263-F470-37A71AA68DBA}"/>
              </a:ext>
            </a:extLst>
          </p:cNvPr>
          <p:cNvSpPr>
            <a:spLocks noGrp="1"/>
          </p:cNvSpPr>
          <p:nvPr>
            <p:ph type="dt" sz="half" idx="10"/>
          </p:nvPr>
        </p:nvSpPr>
        <p:spPr/>
        <p:txBody>
          <a:bodyPr/>
          <a:lstStyle/>
          <a:p>
            <a:fld id="{CD4B07B8-D8AA-D24B-9972-77ABD515A1EF}" type="datetime1">
              <a:rPr lang="en-CA" smtClean="0"/>
              <a:t>2026-04-17</a:t>
            </a:fld>
            <a:endParaRPr lang="en-US"/>
          </a:p>
        </p:txBody>
      </p:sp>
      <p:sp>
        <p:nvSpPr>
          <p:cNvPr id="6" name="Footer Placeholder 5">
            <a:extLst>
              <a:ext uri="{FF2B5EF4-FFF2-40B4-BE49-F238E27FC236}">
                <a16:creationId xmlns:a16="http://schemas.microsoft.com/office/drawing/2014/main" id="{FE9A9074-C508-548B-AAFA-13111A9019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051193-D663-F875-8157-17A486F3A318}"/>
              </a:ext>
            </a:extLst>
          </p:cNvPr>
          <p:cNvSpPr>
            <a:spLocks noGrp="1"/>
          </p:cNvSpPr>
          <p:nvPr>
            <p:ph type="sldNum" sz="quarter" idx="12"/>
          </p:nvPr>
        </p:nvSpPr>
        <p:spPr/>
        <p:txBody>
          <a:bodyPr/>
          <a:lstStyle/>
          <a:p>
            <a:fld id="{0CB925E2-E8C9-4143-BCD5-4CDDC2142BEC}" type="slidenum">
              <a:rPr lang="en-US" smtClean="0"/>
              <a:t>‹#›</a:t>
            </a:fld>
            <a:endParaRPr lang="en-US"/>
          </a:p>
        </p:txBody>
      </p:sp>
    </p:spTree>
    <p:extLst>
      <p:ext uri="{BB962C8B-B14F-4D97-AF65-F5344CB8AC3E}">
        <p14:creationId xmlns:p14="http://schemas.microsoft.com/office/powerpoint/2010/main" val="1708564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F931F-3E01-651D-820F-8E6DC65E04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7EDEE2-EAA6-C868-80BF-8BFF2BDC8B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4C0FC2-4E37-9EB9-2027-A2355A3E8D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87CE7A-4D6C-E9C1-202F-6988CDBEAA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79FA76-BA7D-2BC2-0F70-24F74AEA12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4D888E-53EC-B2DA-A374-54E75C92D2F5}"/>
              </a:ext>
            </a:extLst>
          </p:cNvPr>
          <p:cNvSpPr>
            <a:spLocks noGrp="1"/>
          </p:cNvSpPr>
          <p:nvPr>
            <p:ph type="dt" sz="half" idx="10"/>
          </p:nvPr>
        </p:nvSpPr>
        <p:spPr/>
        <p:txBody>
          <a:bodyPr/>
          <a:lstStyle/>
          <a:p>
            <a:fld id="{ED629F7A-7B3F-7446-BDEA-AAA7E70AF8ED}" type="datetime1">
              <a:rPr lang="en-CA" smtClean="0"/>
              <a:t>2026-04-17</a:t>
            </a:fld>
            <a:endParaRPr lang="en-US"/>
          </a:p>
        </p:txBody>
      </p:sp>
      <p:sp>
        <p:nvSpPr>
          <p:cNvPr id="8" name="Footer Placeholder 7">
            <a:extLst>
              <a:ext uri="{FF2B5EF4-FFF2-40B4-BE49-F238E27FC236}">
                <a16:creationId xmlns:a16="http://schemas.microsoft.com/office/drawing/2014/main" id="{772F3A9C-772C-8802-1485-24759BAB41D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136F54-8520-FAD8-2335-DE17202CCF4D}"/>
              </a:ext>
            </a:extLst>
          </p:cNvPr>
          <p:cNvSpPr>
            <a:spLocks noGrp="1"/>
          </p:cNvSpPr>
          <p:nvPr>
            <p:ph type="sldNum" sz="quarter" idx="12"/>
          </p:nvPr>
        </p:nvSpPr>
        <p:spPr/>
        <p:txBody>
          <a:bodyPr/>
          <a:lstStyle/>
          <a:p>
            <a:fld id="{0CB925E2-E8C9-4143-BCD5-4CDDC2142BEC}" type="slidenum">
              <a:rPr lang="en-US" smtClean="0"/>
              <a:t>‹#›</a:t>
            </a:fld>
            <a:endParaRPr lang="en-US"/>
          </a:p>
        </p:txBody>
      </p:sp>
    </p:spTree>
    <p:extLst>
      <p:ext uri="{BB962C8B-B14F-4D97-AF65-F5344CB8AC3E}">
        <p14:creationId xmlns:p14="http://schemas.microsoft.com/office/powerpoint/2010/main" val="2019890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92D2E-66F5-761E-91CD-BF1C1BE9318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DD0A46-17CB-EE61-82CF-B86794DF58E6}"/>
              </a:ext>
            </a:extLst>
          </p:cNvPr>
          <p:cNvSpPr>
            <a:spLocks noGrp="1"/>
          </p:cNvSpPr>
          <p:nvPr>
            <p:ph type="dt" sz="half" idx="10"/>
          </p:nvPr>
        </p:nvSpPr>
        <p:spPr/>
        <p:txBody>
          <a:bodyPr/>
          <a:lstStyle/>
          <a:p>
            <a:fld id="{AF80E1BA-51E1-A849-9B2B-0BA442AC8E7D}" type="datetime1">
              <a:rPr lang="en-CA" smtClean="0"/>
              <a:t>2026-04-17</a:t>
            </a:fld>
            <a:endParaRPr lang="en-US"/>
          </a:p>
        </p:txBody>
      </p:sp>
      <p:sp>
        <p:nvSpPr>
          <p:cNvPr id="4" name="Footer Placeholder 3">
            <a:extLst>
              <a:ext uri="{FF2B5EF4-FFF2-40B4-BE49-F238E27FC236}">
                <a16:creationId xmlns:a16="http://schemas.microsoft.com/office/drawing/2014/main" id="{D14E97B4-D997-D0B4-BC56-547449F91E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88E2FFB-2D22-8785-30B5-885BD9FAC7E1}"/>
              </a:ext>
            </a:extLst>
          </p:cNvPr>
          <p:cNvSpPr>
            <a:spLocks noGrp="1"/>
          </p:cNvSpPr>
          <p:nvPr>
            <p:ph type="sldNum" sz="quarter" idx="12"/>
          </p:nvPr>
        </p:nvSpPr>
        <p:spPr/>
        <p:txBody>
          <a:bodyPr/>
          <a:lstStyle/>
          <a:p>
            <a:fld id="{0CB925E2-E8C9-4143-BCD5-4CDDC2142BEC}" type="slidenum">
              <a:rPr lang="en-US" smtClean="0"/>
              <a:t>‹#›</a:t>
            </a:fld>
            <a:endParaRPr lang="en-US"/>
          </a:p>
        </p:txBody>
      </p:sp>
    </p:spTree>
    <p:extLst>
      <p:ext uri="{BB962C8B-B14F-4D97-AF65-F5344CB8AC3E}">
        <p14:creationId xmlns:p14="http://schemas.microsoft.com/office/powerpoint/2010/main" val="3261648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A6E6F1-8C39-C03D-EB56-B52DA61699DB}"/>
              </a:ext>
            </a:extLst>
          </p:cNvPr>
          <p:cNvSpPr>
            <a:spLocks noGrp="1"/>
          </p:cNvSpPr>
          <p:nvPr>
            <p:ph type="dt" sz="half" idx="10"/>
          </p:nvPr>
        </p:nvSpPr>
        <p:spPr/>
        <p:txBody>
          <a:bodyPr/>
          <a:lstStyle/>
          <a:p>
            <a:fld id="{2C2321F7-46BF-BD40-8F50-67F23D5D7D9F}" type="datetime1">
              <a:rPr lang="en-CA" smtClean="0"/>
              <a:t>2026-04-17</a:t>
            </a:fld>
            <a:endParaRPr lang="en-US"/>
          </a:p>
        </p:txBody>
      </p:sp>
      <p:sp>
        <p:nvSpPr>
          <p:cNvPr id="3" name="Footer Placeholder 2">
            <a:extLst>
              <a:ext uri="{FF2B5EF4-FFF2-40B4-BE49-F238E27FC236}">
                <a16:creationId xmlns:a16="http://schemas.microsoft.com/office/drawing/2014/main" id="{C819CBB7-45B8-A346-0638-220CB2B5CD1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734905-3364-A250-8F35-D7EDEDB33C62}"/>
              </a:ext>
            </a:extLst>
          </p:cNvPr>
          <p:cNvSpPr>
            <a:spLocks noGrp="1"/>
          </p:cNvSpPr>
          <p:nvPr>
            <p:ph type="sldNum" sz="quarter" idx="12"/>
          </p:nvPr>
        </p:nvSpPr>
        <p:spPr/>
        <p:txBody>
          <a:bodyPr/>
          <a:lstStyle/>
          <a:p>
            <a:fld id="{0CB925E2-E8C9-4143-BCD5-4CDDC2142BEC}" type="slidenum">
              <a:rPr lang="en-US" smtClean="0"/>
              <a:t>‹#›</a:t>
            </a:fld>
            <a:endParaRPr lang="en-US"/>
          </a:p>
        </p:txBody>
      </p:sp>
    </p:spTree>
    <p:extLst>
      <p:ext uri="{BB962C8B-B14F-4D97-AF65-F5344CB8AC3E}">
        <p14:creationId xmlns:p14="http://schemas.microsoft.com/office/powerpoint/2010/main" val="2825159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9E1A1-1A3F-8C9C-F4AB-6F3209182A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5798E7-38DF-05B3-3E64-1ECBF2BFA7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1E2DE7-2F74-EBA3-3CCE-4C32B7FACE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408C88-ECFE-CA5F-DEF6-2C17817836F6}"/>
              </a:ext>
            </a:extLst>
          </p:cNvPr>
          <p:cNvSpPr>
            <a:spLocks noGrp="1"/>
          </p:cNvSpPr>
          <p:nvPr>
            <p:ph type="dt" sz="half" idx="10"/>
          </p:nvPr>
        </p:nvSpPr>
        <p:spPr/>
        <p:txBody>
          <a:bodyPr/>
          <a:lstStyle/>
          <a:p>
            <a:fld id="{99364B42-F6D1-AD41-BFD6-6BB1087762BB}" type="datetime1">
              <a:rPr lang="en-CA" smtClean="0"/>
              <a:t>2026-04-17</a:t>
            </a:fld>
            <a:endParaRPr lang="en-US"/>
          </a:p>
        </p:txBody>
      </p:sp>
      <p:sp>
        <p:nvSpPr>
          <p:cNvPr id="6" name="Footer Placeholder 5">
            <a:extLst>
              <a:ext uri="{FF2B5EF4-FFF2-40B4-BE49-F238E27FC236}">
                <a16:creationId xmlns:a16="http://schemas.microsoft.com/office/drawing/2014/main" id="{227EA793-DD53-B9B5-5A15-577C258966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0E9FED-1629-E840-44DD-691F47392F88}"/>
              </a:ext>
            </a:extLst>
          </p:cNvPr>
          <p:cNvSpPr>
            <a:spLocks noGrp="1"/>
          </p:cNvSpPr>
          <p:nvPr>
            <p:ph type="sldNum" sz="quarter" idx="12"/>
          </p:nvPr>
        </p:nvSpPr>
        <p:spPr/>
        <p:txBody>
          <a:bodyPr/>
          <a:lstStyle/>
          <a:p>
            <a:fld id="{0CB925E2-E8C9-4143-BCD5-4CDDC2142BEC}" type="slidenum">
              <a:rPr lang="en-US" smtClean="0"/>
              <a:t>‹#›</a:t>
            </a:fld>
            <a:endParaRPr lang="en-US"/>
          </a:p>
        </p:txBody>
      </p:sp>
    </p:spTree>
    <p:extLst>
      <p:ext uri="{BB962C8B-B14F-4D97-AF65-F5344CB8AC3E}">
        <p14:creationId xmlns:p14="http://schemas.microsoft.com/office/powerpoint/2010/main" val="18059341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68CFC-8DC6-84F8-0D3B-32C977768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A7962C-9CCA-F244-50A7-0BB23DC34C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E7CDB2-4DC4-04A2-4E8E-547B04E7EB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C3725A-1552-54EC-EB9D-654D084716AA}"/>
              </a:ext>
            </a:extLst>
          </p:cNvPr>
          <p:cNvSpPr>
            <a:spLocks noGrp="1"/>
          </p:cNvSpPr>
          <p:nvPr>
            <p:ph type="dt" sz="half" idx="10"/>
          </p:nvPr>
        </p:nvSpPr>
        <p:spPr/>
        <p:txBody>
          <a:bodyPr/>
          <a:lstStyle/>
          <a:p>
            <a:fld id="{90F45B6F-1884-614B-98A2-45CA8723EF3E}" type="datetime1">
              <a:rPr lang="en-CA" smtClean="0"/>
              <a:t>2026-04-17</a:t>
            </a:fld>
            <a:endParaRPr lang="en-US"/>
          </a:p>
        </p:txBody>
      </p:sp>
      <p:sp>
        <p:nvSpPr>
          <p:cNvPr id="6" name="Footer Placeholder 5">
            <a:extLst>
              <a:ext uri="{FF2B5EF4-FFF2-40B4-BE49-F238E27FC236}">
                <a16:creationId xmlns:a16="http://schemas.microsoft.com/office/drawing/2014/main" id="{BE5EE36C-426C-14DF-6369-56025DE80E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A50433-105D-B551-21D4-9BDE08D07141}"/>
              </a:ext>
            </a:extLst>
          </p:cNvPr>
          <p:cNvSpPr>
            <a:spLocks noGrp="1"/>
          </p:cNvSpPr>
          <p:nvPr>
            <p:ph type="sldNum" sz="quarter" idx="12"/>
          </p:nvPr>
        </p:nvSpPr>
        <p:spPr/>
        <p:txBody>
          <a:bodyPr/>
          <a:lstStyle/>
          <a:p>
            <a:fld id="{0CB925E2-E8C9-4143-BCD5-4CDDC2142BEC}" type="slidenum">
              <a:rPr lang="en-US" smtClean="0"/>
              <a:t>‹#›</a:t>
            </a:fld>
            <a:endParaRPr lang="en-US"/>
          </a:p>
        </p:txBody>
      </p:sp>
    </p:spTree>
    <p:extLst>
      <p:ext uri="{BB962C8B-B14F-4D97-AF65-F5344CB8AC3E}">
        <p14:creationId xmlns:p14="http://schemas.microsoft.com/office/powerpoint/2010/main" val="2675848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E60AB-6169-D1EC-8C83-1D40DBAC54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977BB4-9656-ADC6-FCDC-6D4CC02AE2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C5CAAF-F013-27A9-03BB-C7719CDF8619}"/>
              </a:ext>
            </a:extLst>
          </p:cNvPr>
          <p:cNvSpPr>
            <a:spLocks noGrp="1"/>
          </p:cNvSpPr>
          <p:nvPr>
            <p:ph type="dt" sz="half" idx="10"/>
          </p:nvPr>
        </p:nvSpPr>
        <p:spPr/>
        <p:txBody>
          <a:bodyPr/>
          <a:lstStyle/>
          <a:p>
            <a:fld id="{421A865B-915A-F74A-8717-A5383721D7E1}" type="datetime1">
              <a:rPr lang="en-CA" smtClean="0"/>
              <a:t>2026-04-17</a:t>
            </a:fld>
            <a:endParaRPr lang="en-US"/>
          </a:p>
        </p:txBody>
      </p:sp>
      <p:sp>
        <p:nvSpPr>
          <p:cNvPr id="5" name="Footer Placeholder 4">
            <a:extLst>
              <a:ext uri="{FF2B5EF4-FFF2-40B4-BE49-F238E27FC236}">
                <a16:creationId xmlns:a16="http://schemas.microsoft.com/office/drawing/2014/main" id="{0B44C41C-9D05-A67A-0D4F-8ACD881311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83E17F-F865-52BC-E72D-60247D2CD40C}"/>
              </a:ext>
            </a:extLst>
          </p:cNvPr>
          <p:cNvSpPr>
            <a:spLocks noGrp="1"/>
          </p:cNvSpPr>
          <p:nvPr>
            <p:ph type="sldNum" sz="quarter" idx="12"/>
          </p:nvPr>
        </p:nvSpPr>
        <p:spPr/>
        <p:txBody>
          <a:bodyPr/>
          <a:lstStyle/>
          <a:p>
            <a:fld id="{0CB925E2-E8C9-4143-BCD5-4CDDC2142BEC}" type="slidenum">
              <a:rPr lang="en-US" smtClean="0"/>
              <a:t>‹#›</a:t>
            </a:fld>
            <a:endParaRPr lang="en-US"/>
          </a:p>
        </p:txBody>
      </p:sp>
    </p:spTree>
    <p:extLst>
      <p:ext uri="{BB962C8B-B14F-4D97-AF65-F5344CB8AC3E}">
        <p14:creationId xmlns:p14="http://schemas.microsoft.com/office/powerpoint/2010/main" val="2924948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1867F5-98C6-E57E-5B75-533D7CB42B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73E5E9F-0F08-B152-054E-84AE35E28E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A9223F-A73F-6A5C-3964-1ABBD1524B69}"/>
              </a:ext>
            </a:extLst>
          </p:cNvPr>
          <p:cNvSpPr>
            <a:spLocks noGrp="1"/>
          </p:cNvSpPr>
          <p:nvPr>
            <p:ph type="dt" sz="half" idx="10"/>
          </p:nvPr>
        </p:nvSpPr>
        <p:spPr/>
        <p:txBody>
          <a:bodyPr/>
          <a:lstStyle/>
          <a:p>
            <a:fld id="{2F2018F7-0ED0-7B4B-A997-218ABF12A7EC}" type="datetime1">
              <a:rPr lang="en-CA" smtClean="0"/>
              <a:t>2026-04-17</a:t>
            </a:fld>
            <a:endParaRPr lang="en-US"/>
          </a:p>
        </p:txBody>
      </p:sp>
      <p:sp>
        <p:nvSpPr>
          <p:cNvPr id="5" name="Footer Placeholder 4">
            <a:extLst>
              <a:ext uri="{FF2B5EF4-FFF2-40B4-BE49-F238E27FC236}">
                <a16:creationId xmlns:a16="http://schemas.microsoft.com/office/drawing/2014/main" id="{C5A82DEC-782F-33B6-4D63-989D12AA7E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1D9B84-89DD-F83C-2787-3EAFABD74896}"/>
              </a:ext>
            </a:extLst>
          </p:cNvPr>
          <p:cNvSpPr>
            <a:spLocks noGrp="1"/>
          </p:cNvSpPr>
          <p:nvPr>
            <p:ph type="sldNum" sz="quarter" idx="12"/>
          </p:nvPr>
        </p:nvSpPr>
        <p:spPr/>
        <p:txBody>
          <a:bodyPr/>
          <a:lstStyle/>
          <a:p>
            <a:fld id="{0CB925E2-E8C9-4143-BCD5-4CDDC2142BEC}" type="slidenum">
              <a:rPr lang="en-US" smtClean="0"/>
              <a:t>‹#›</a:t>
            </a:fld>
            <a:endParaRPr lang="en-US"/>
          </a:p>
        </p:txBody>
      </p:sp>
    </p:spTree>
    <p:extLst>
      <p:ext uri="{BB962C8B-B14F-4D97-AF65-F5344CB8AC3E}">
        <p14:creationId xmlns:p14="http://schemas.microsoft.com/office/powerpoint/2010/main" val="1716009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4016E0-604A-DF56-314E-6CF0DA875E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2D64FDC-2538-4ED6-8A12-140EAEBDF4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7CFD7C-B96B-4646-2D9B-0EC96165B4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D278A5-C051-6F4A-9E25-514330DB6F7C}" type="datetime1">
              <a:rPr lang="en-CA" smtClean="0"/>
              <a:t>2026-04-17</a:t>
            </a:fld>
            <a:endParaRPr lang="en-US"/>
          </a:p>
        </p:txBody>
      </p:sp>
      <p:sp>
        <p:nvSpPr>
          <p:cNvPr id="5" name="Footer Placeholder 4">
            <a:extLst>
              <a:ext uri="{FF2B5EF4-FFF2-40B4-BE49-F238E27FC236}">
                <a16:creationId xmlns:a16="http://schemas.microsoft.com/office/drawing/2014/main" id="{010DDF43-327E-18C9-301B-B5B032123C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10AD67B-5A7B-27D5-C46F-774BF57B1C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B925E2-E8C9-4143-BCD5-4CDDC2142BEC}" type="slidenum">
              <a:rPr lang="en-US" smtClean="0"/>
              <a:t>‹#›</a:t>
            </a:fld>
            <a:endParaRPr lang="en-US"/>
          </a:p>
        </p:txBody>
      </p:sp>
    </p:spTree>
    <p:extLst>
      <p:ext uri="{BB962C8B-B14F-4D97-AF65-F5344CB8AC3E}">
        <p14:creationId xmlns:p14="http://schemas.microsoft.com/office/powerpoint/2010/main" val="16604256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13.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16.png"/><Relationship Id="rId5" Type="http://schemas.openxmlformats.org/officeDocument/2006/relationships/image" Target="../media/image131.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15.png"/></Relationships>
</file>

<file path=ppt/slides/_rels/slide19.xml.rels><?xml version="1.0" encoding="UTF-8" standalone="yes"?>
<Relationships xmlns="http://schemas.openxmlformats.org/package/2006/relationships"><Relationship Id="rId13" Type="http://schemas.openxmlformats.org/officeDocument/2006/relationships/customXml" Target="../ink/ink10.xml"/><Relationship Id="rId18" Type="http://schemas.openxmlformats.org/officeDocument/2006/relationships/image" Target="../media/image20.png"/><Relationship Id="rId26" Type="http://schemas.openxmlformats.org/officeDocument/2006/relationships/image" Target="../media/image24.png"/><Relationship Id="rId39" Type="http://schemas.openxmlformats.org/officeDocument/2006/relationships/customXml" Target="../ink/ink23.xml"/><Relationship Id="rId21" Type="http://schemas.openxmlformats.org/officeDocument/2006/relationships/customXml" Target="../ink/ink14.xml"/><Relationship Id="rId34" Type="http://schemas.openxmlformats.org/officeDocument/2006/relationships/image" Target="../media/image28.png"/><Relationship Id="rId7" Type="http://schemas.openxmlformats.org/officeDocument/2006/relationships/customXml" Target="../ink/ink7.xml"/><Relationship Id="rId12" Type="http://schemas.openxmlformats.org/officeDocument/2006/relationships/image" Target="../media/image17.png"/><Relationship Id="rId17" Type="http://schemas.openxmlformats.org/officeDocument/2006/relationships/customXml" Target="../ink/ink12.xml"/><Relationship Id="rId25" Type="http://schemas.openxmlformats.org/officeDocument/2006/relationships/customXml" Target="../ink/ink16.xml"/><Relationship Id="rId33" Type="http://schemas.openxmlformats.org/officeDocument/2006/relationships/customXml" Target="../ink/ink20.xml"/><Relationship Id="rId38" Type="http://schemas.openxmlformats.org/officeDocument/2006/relationships/image" Target="../media/image30.png"/><Relationship Id="rId2" Type="http://schemas.openxmlformats.org/officeDocument/2006/relationships/notesSlide" Target="../notesSlides/notesSlide10.xml"/><Relationship Id="rId16" Type="http://schemas.openxmlformats.org/officeDocument/2006/relationships/image" Target="../media/image19.png"/><Relationship Id="rId20" Type="http://schemas.openxmlformats.org/officeDocument/2006/relationships/image" Target="../media/image21.png"/><Relationship Id="rId29" Type="http://schemas.openxmlformats.org/officeDocument/2006/relationships/customXml" Target="../ink/ink18.xml"/><Relationship Id="rId1" Type="http://schemas.openxmlformats.org/officeDocument/2006/relationships/slideLayout" Target="../slideLayouts/slideLayout2.xml"/><Relationship Id="rId6" Type="http://schemas.openxmlformats.org/officeDocument/2006/relationships/image" Target="../media/image140.png"/><Relationship Id="rId11" Type="http://schemas.openxmlformats.org/officeDocument/2006/relationships/customXml" Target="../ink/ink9.xml"/><Relationship Id="rId24" Type="http://schemas.openxmlformats.org/officeDocument/2006/relationships/image" Target="../media/image23.png"/><Relationship Id="rId32" Type="http://schemas.openxmlformats.org/officeDocument/2006/relationships/image" Target="../media/image27.png"/><Relationship Id="rId37" Type="http://schemas.openxmlformats.org/officeDocument/2006/relationships/customXml" Target="../ink/ink22.xml"/><Relationship Id="rId40" Type="http://schemas.openxmlformats.org/officeDocument/2006/relationships/image" Target="../media/image31.png"/><Relationship Id="rId5" Type="http://schemas.openxmlformats.org/officeDocument/2006/relationships/customXml" Target="../ink/ink6.xml"/><Relationship Id="rId15" Type="http://schemas.openxmlformats.org/officeDocument/2006/relationships/customXml" Target="../ink/ink11.xml"/><Relationship Id="rId23" Type="http://schemas.openxmlformats.org/officeDocument/2006/relationships/customXml" Target="../ink/ink15.xml"/><Relationship Id="rId28" Type="http://schemas.openxmlformats.org/officeDocument/2006/relationships/image" Target="../media/image25.png"/><Relationship Id="rId36" Type="http://schemas.openxmlformats.org/officeDocument/2006/relationships/image" Target="../media/image29.png"/><Relationship Id="rId10" Type="http://schemas.openxmlformats.org/officeDocument/2006/relationships/image" Target="../media/image160.png"/><Relationship Id="rId19" Type="http://schemas.openxmlformats.org/officeDocument/2006/relationships/customXml" Target="../ink/ink13.xml"/><Relationship Id="rId31" Type="http://schemas.openxmlformats.org/officeDocument/2006/relationships/customXml" Target="../ink/ink19.xml"/><Relationship Id="rId4" Type="http://schemas.openxmlformats.org/officeDocument/2006/relationships/image" Target="../media/image130.png"/><Relationship Id="rId9" Type="http://schemas.openxmlformats.org/officeDocument/2006/relationships/customXml" Target="../ink/ink8.xml"/><Relationship Id="rId14" Type="http://schemas.openxmlformats.org/officeDocument/2006/relationships/image" Target="../media/image18.png"/><Relationship Id="rId22" Type="http://schemas.openxmlformats.org/officeDocument/2006/relationships/image" Target="../media/image22.png"/><Relationship Id="rId27" Type="http://schemas.openxmlformats.org/officeDocument/2006/relationships/customXml" Target="../ink/ink17.xml"/><Relationship Id="rId30" Type="http://schemas.openxmlformats.org/officeDocument/2006/relationships/image" Target="../media/image26.png"/><Relationship Id="rId35" Type="http://schemas.openxmlformats.org/officeDocument/2006/relationships/customXml" Target="../ink/ink21.xml"/><Relationship Id="rId8" Type="http://schemas.openxmlformats.org/officeDocument/2006/relationships/image" Target="../media/image150.png"/><Relationship Id="rId3" Type="http://schemas.openxmlformats.org/officeDocument/2006/relationships/customXml" Target="../ink/ink5.xml"/></Relationships>
</file>

<file path=ppt/slides/_rels/slide20.xml.rels><?xml version="1.0" encoding="UTF-8" standalone="yes"?>
<Relationships xmlns="http://schemas.openxmlformats.org/package/2006/relationships"><Relationship Id="rId8" Type="http://schemas.openxmlformats.org/officeDocument/2006/relationships/customXml" Target="../ink/ink26.xml"/><Relationship Id="rId13" Type="http://schemas.openxmlformats.org/officeDocument/2006/relationships/image" Target="../media/image37.png"/><Relationship Id="rId18" Type="http://schemas.openxmlformats.org/officeDocument/2006/relationships/customXml" Target="../ink/ink31.xml"/><Relationship Id="rId3" Type="http://schemas.openxmlformats.org/officeDocument/2006/relationships/image" Target="../media/image32.png"/><Relationship Id="rId21" Type="http://schemas.openxmlformats.org/officeDocument/2006/relationships/image" Target="../media/image41.png"/><Relationship Id="rId7" Type="http://schemas.openxmlformats.org/officeDocument/2006/relationships/image" Target="../media/image34.png"/><Relationship Id="rId12" Type="http://schemas.openxmlformats.org/officeDocument/2006/relationships/customXml" Target="../ink/ink28.xml"/><Relationship Id="rId17" Type="http://schemas.openxmlformats.org/officeDocument/2006/relationships/image" Target="../media/image39.png"/><Relationship Id="rId2" Type="http://schemas.openxmlformats.org/officeDocument/2006/relationships/notesSlide" Target="../notesSlides/notesSlide11.xml"/><Relationship Id="rId16" Type="http://schemas.openxmlformats.org/officeDocument/2006/relationships/customXml" Target="../ink/ink30.xml"/><Relationship Id="rId20" Type="http://schemas.openxmlformats.org/officeDocument/2006/relationships/customXml" Target="../ink/ink32.xml"/><Relationship Id="rId1" Type="http://schemas.openxmlformats.org/officeDocument/2006/relationships/slideLayout" Target="../slideLayouts/slideLayout2.xml"/><Relationship Id="rId6" Type="http://schemas.openxmlformats.org/officeDocument/2006/relationships/customXml" Target="../ink/ink25.xml"/><Relationship Id="rId11" Type="http://schemas.openxmlformats.org/officeDocument/2006/relationships/image" Target="../media/image36.png"/><Relationship Id="rId5" Type="http://schemas.openxmlformats.org/officeDocument/2006/relationships/image" Target="../media/image33.png"/><Relationship Id="rId15" Type="http://schemas.openxmlformats.org/officeDocument/2006/relationships/image" Target="../media/image38.png"/><Relationship Id="rId23" Type="http://schemas.openxmlformats.org/officeDocument/2006/relationships/image" Target="../media/image42.png"/><Relationship Id="rId10" Type="http://schemas.openxmlformats.org/officeDocument/2006/relationships/customXml" Target="../ink/ink27.xml"/><Relationship Id="rId19" Type="http://schemas.openxmlformats.org/officeDocument/2006/relationships/image" Target="../media/image40.png"/><Relationship Id="rId4" Type="http://schemas.openxmlformats.org/officeDocument/2006/relationships/customXml" Target="../ink/ink24.xml"/><Relationship Id="rId9" Type="http://schemas.openxmlformats.org/officeDocument/2006/relationships/image" Target="../media/image35.png"/><Relationship Id="rId14" Type="http://schemas.openxmlformats.org/officeDocument/2006/relationships/customXml" Target="../ink/ink29.xml"/><Relationship Id="rId22" Type="http://schemas.openxmlformats.org/officeDocument/2006/relationships/customXml" Target="../ink/ink33.xml"/></Relationships>
</file>

<file path=ppt/slides/_rels/slide21.xml.rels><?xml version="1.0" encoding="UTF-8" standalone="yes"?>
<Relationships xmlns="http://schemas.openxmlformats.org/package/2006/relationships"><Relationship Id="rId8" Type="http://schemas.openxmlformats.org/officeDocument/2006/relationships/customXml" Target="../ink/ink36.xml"/><Relationship Id="rId3" Type="http://schemas.openxmlformats.org/officeDocument/2006/relationships/image" Target="../media/image43.png"/><Relationship Id="rId7" Type="http://schemas.openxmlformats.org/officeDocument/2006/relationships/image" Target="../media/image34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customXml" Target="../ink/ink35.xml"/><Relationship Id="rId11" Type="http://schemas.openxmlformats.org/officeDocument/2006/relationships/image" Target="../media/image361.png"/><Relationship Id="rId5" Type="http://schemas.openxmlformats.org/officeDocument/2006/relationships/image" Target="../media/image331.png"/><Relationship Id="rId10" Type="http://schemas.openxmlformats.org/officeDocument/2006/relationships/customXml" Target="../ink/ink37.xml"/><Relationship Id="rId4" Type="http://schemas.openxmlformats.org/officeDocument/2006/relationships/customXml" Target="../ink/ink34.xml"/><Relationship Id="rId9" Type="http://schemas.openxmlformats.org/officeDocument/2006/relationships/image" Target="../media/image351.png"/></Relationships>
</file>

<file path=ppt/slides/_rels/slide22.xml.rels><?xml version="1.0" encoding="UTF-8" standalone="yes"?>
<Relationships xmlns="http://schemas.openxmlformats.org/package/2006/relationships"><Relationship Id="rId13" Type="http://schemas.openxmlformats.org/officeDocument/2006/relationships/customXml" Target="../ink/ink43.xml"/><Relationship Id="rId18" Type="http://schemas.openxmlformats.org/officeDocument/2006/relationships/image" Target="../media/image400.png"/><Relationship Id="rId26" Type="http://schemas.openxmlformats.org/officeDocument/2006/relationships/image" Target="../media/image44.png"/><Relationship Id="rId39" Type="http://schemas.openxmlformats.org/officeDocument/2006/relationships/customXml" Target="../ink/ink56.xml"/><Relationship Id="rId21" Type="http://schemas.openxmlformats.org/officeDocument/2006/relationships/customXml" Target="../ink/ink47.xml"/><Relationship Id="rId34" Type="http://schemas.openxmlformats.org/officeDocument/2006/relationships/image" Target="../media/image48.png"/><Relationship Id="rId42" Type="http://schemas.openxmlformats.org/officeDocument/2006/relationships/image" Target="../media/image52.png"/><Relationship Id="rId7" Type="http://schemas.openxmlformats.org/officeDocument/2006/relationships/customXml" Target="../ink/ink40.xml"/><Relationship Id="rId2" Type="http://schemas.openxmlformats.org/officeDocument/2006/relationships/notesSlide" Target="../notesSlides/notesSlide13.xml"/><Relationship Id="rId16" Type="http://schemas.openxmlformats.org/officeDocument/2006/relationships/image" Target="../media/image390.png"/><Relationship Id="rId20" Type="http://schemas.openxmlformats.org/officeDocument/2006/relationships/image" Target="../media/image410.png"/><Relationship Id="rId29" Type="http://schemas.openxmlformats.org/officeDocument/2006/relationships/customXml" Target="../ink/ink51.xml"/><Relationship Id="rId41" Type="http://schemas.openxmlformats.org/officeDocument/2006/relationships/customXml" Target="../ink/ink57.xml"/><Relationship Id="rId1" Type="http://schemas.openxmlformats.org/officeDocument/2006/relationships/slideLayout" Target="../slideLayouts/slideLayout2.xml"/><Relationship Id="rId6" Type="http://schemas.openxmlformats.org/officeDocument/2006/relationships/image" Target="../media/image340.png"/><Relationship Id="rId11" Type="http://schemas.openxmlformats.org/officeDocument/2006/relationships/customXml" Target="../ink/ink42.xml"/><Relationship Id="rId24" Type="http://schemas.openxmlformats.org/officeDocument/2006/relationships/image" Target="../media/image430.png"/><Relationship Id="rId32" Type="http://schemas.openxmlformats.org/officeDocument/2006/relationships/image" Target="../media/image47.png"/><Relationship Id="rId37" Type="http://schemas.openxmlformats.org/officeDocument/2006/relationships/customXml" Target="../ink/ink55.xml"/><Relationship Id="rId40" Type="http://schemas.openxmlformats.org/officeDocument/2006/relationships/image" Target="../media/image51.png"/><Relationship Id="rId5" Type="http://schemas.openxmlformats.org/officeDocument/2006/relationships/customXml" Target="../ink/ink39.xml"/><Relationship Id="rId15" Type="http://schemas.openxmlformats.org/officeDocument/2006/relationships/customXml" Target="../ink/ink44.xml"/><Relationship Id="rId23" Type="http://schemas.openxmlformats.org/officeDocument/2006/relationships/customXml" Target="../ink/ink48.xml"/><Relationship Id="rId28" Type="http://schemas.openxmlformats.org/officeDocument/2006/relationships/image" Target="../media/image45.png"/><Relationship Id="rId36" Type="http://schemas.openxmlformats.org/officeDocument/2006/relationships/image" Target="../media/image49.png"/><Relationship Id="rId10" Type="http://schemas.openxmlformats.org/officeDocument/2006/relationships/image" Target="../media/image360.png"/><Relationship Id="rId19" Type="http://schemas.openxmlformats.org/officeDocument/2006/relationships/customXml" Target="../ink/ink46.xml"/><Relationship Id="rId31" Type="http://schemas.openxmlformats.org/officeDocument/2006/relationships/customXml" Target="../ink/ink52.xml"/><Relationship Id="rId4" Type="http://schemas.openxmlformats.org/officeDocument/2006/relationships/image" Target="../media/image330.png"/><Relationship Id="rId9" Type="http://schemas.openxmlformats.org/officeDocument/2006/relationships/customXml" Target="../ink/ink41.xml"/><Relationship Id="rId14" Type="http://schemas.openxmlformats.org/officeDocument/2006/relationships/image" Target="../media/image380.png"/><Relationship Id="rId22" Type="http://schemas.openxmlformats.org/officeDocument/2006/relationships/image" Target="../media/image420.png"/><Relationship Id="rId27" Type="http://schemas.openxmlformats.org/officeDocument/2006/relationships/customXml" Target="../ink/ink50.xml"/><Relationship Id="rId30" Type="http://schemas.openxmlformats.org/officeDocument/2006/relationships/image" Target="../media/image46.png"/><Relationship Id="rId35" Type="http://schemas.openxmlformats.org/officeDocument/2006/relationships/customXml" Target="../ink/ink54.xml"/><Relationship Id="rId8" Type="http://schemas.openxmlformats.org/officeDocument/2006/relationships/image" Target="../media/image350.png"/><Relationship Id="rId3" Type="http://schemas.openxmlformats.org/officeDocument/2006/relationships/customXml" Target="../ink/ink38.xml"/><Relationship Id="rId12" Type="http://schemas.openxmlformats.org/officeDocument/2006/relationships/image" Target="../media/image370.png"/><Relationship Id="rId17" Type="http://schemas.openxmlformats.org/officeDocument/2006/relationships/customXml" Target="../ink/ink45.xml"/><Relationship Id="rId25" Type="http://schemas.openxmlformats.org/officeDocument/2006/relationships/customXml" Target="../ink/ink49.xml"/><Relationship Id="rId33" Type="http://schemas.openxmlformats.org/officeDocument/2006/relationships/customXml" Target="../ink/ink53.xml"/><Relationship Id="rId38" Type="http://schemas.openxmlformats.org/officeDocument/2006/relationships/image" Target="../media/image50.png"/></Relationships>
</file>

<file path=ppt/slides/_rels/slide23.xml.rels><?xml version="1.0" encoding="UTF-8" standalone="yes"?>
<Relationships xmlns="http://schemas.openxmlformats.org/package/2006/relationships"><Relationship Id="rId8" Type="http://schemas.openxmlformats.org/officeDocument/2006/relationships/customXml" Target="../ink/ink60.xml"/><Relationship Id="rId13" Type="http://schemas.openxmlformats.org/officeDocument/2006/relationships/image" Target="../media/image59.png"/><Relationship Id="rId18" Type="http://schemas.openxmlformats.org/officeDocument/2006/relationships/customXml" Target="../ink/ink65.xml"/><Relationship Id="rId3" Type="http://schemas.openxmlformats.org/officeDocument/2006/relationships/image" Target="../media/image54.png"/><Relationship Id="rId21" Type="http://schemas.openxmlformats.org/officeDocument/2006/relationships/image" Target="../media/image63.png"/><Relationship Id="rId7" Type="http://schemas.openxmlformats.org/officeDocument/2006/relationships/image" Target="../media/image56.png"/><Relationship Id="rId12" Type="http://schemas.openxmlformats.org/officeDocument/2006/relationships/customXml" Target="../ink/ink62.xml"/><Relationship Id="rId17" Type="http://schemas.openxmlformats.org/officeDocument/2006/relationships/image" Target="../media/image61.png"/><Relationship Id="rId2" Type="http://schemas.openxmlformats.org/officeDocument/2006/relationships/image" Target="../media/image53.png"/><Relationship Id="rId16" Type="http://schemas.openxmlformats.org/officeDocument/2006/relationships/customXml" Target="../ink/ink64.xml"/><Relationship Id="rId20" Type="http://schemas.openxmlformats.org/officeDocument/2006/relationships/customXml" Target="../ink/ink66.xml"/><Relationship Id="rId1" Type="http://schemas.openxmlformats.org/officeDocument/2006/relationships/slideLayout" Target="../slideLayouts/slideLayout2.xml"/><Relationship Id="rId6" Type="http://schemas.openxmlformats.org/officeDocument/2006/relationships/customXml" Target="../ink/ink59.xml"/><Relationship Id="rId11" Type="http://schemas.openxmlformats.org/officeDocument/2006/relationships/image" Target="../media/image58.png"/><Relationship Id="rId5" Type="http://schemas.openxmlformats.org/officeDocument/2006/relationships/image" Target="../media/image55.png"/><Relationship Id="rId15" Type="http://schemas.openxmlformats.org/officeDocument/2006/relationships/image" Target="../media/image60.png"/><Relationship Id="rId23" Type="http://schemas.openxmlformats.org/officeDocument/2006/relationships/image" Target="../media/image64.png"/><Relationship Id="rId10" Type="http://schemas.openxmlformats.org/officeDocument/2006/relationships/customXml" Target="../ink/ink61.xml"/><Relationship Id="rId19" Type="http://schemas.openxmlformats.org/officeDocument/2006/relationships/image" Target="../media/image62.png"/><Relationship Id="rId4" Type="http://schemas.openxmlformats.org/officeDocument/2006/relationships/customXml" Target="../ink/ink58.xml"/><Relationship Id="rId9" Type="http://schemas.openxmlformats.org/officeDocument/2006/relationships/image" Target="../media/image57.png"/><Relationship Id="rId14" Type="http://schemas.openxmlformats.org/officeDocument/2006/relationships/customXml" Target="../ink/ink63.xml"/><Relationship Id="rId22" Type="http://schemas.openxmlformats.org/officeDocument/2006/relationships/customXml" Target="../ink/ink67.xml"/></Relationships>
</file>

<file path=ppt/slides/_rels/slide24.xml.rels><?xml version="1.0" encoding="UTF-8" standalone="yes"?>
<Relationships xmlns="http://schemas.openxmlformats.org/package/2006/relationships"><Relationship Id="rId8" Type="http://schemas.openxmlformats.org/officeDocument/2006/relationships/customXml" Target="../ink/ink70.xml"/><Relationship Id="rId3" Type="http://schemas.openxmlformats.org/officeDocument/2006/relationships/image" Target="../media/image65.png"/><Relationship Id="rId7" Type="http://schemas.openxmlformats.org/officeDocument/2006/relationships/image" Target="../media/image55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customXml" Target="../ink/ink69.xml"/><Relationship Id="rId11" Type="http://schemas.openxmlformats.org/officeDocument/2006/relationships/image" Target="../media/image571.png"/><Relationship Id="rId5" Type="http://schemas.openxmlformats.org/officeDocument/2006/relationships/image" Target="../media/image541.png"/><Relationship Id="rId10" Type="http://schemas.openxmlformats.org/officeDocument/2006/relationships/customXml" Target="../ink/ink71.xml"/><Relationship Id="rId4" Type="http://schemas.openxmlformats.org/officeDocument/2006/relationships/customXml" Target="../ink/ink68.xml"/><Relationship Id="rId9" Type="http://schemas.openxmlformats.org/officeDocument/2006/relationships/image" Target="../media/image561.png"/></Relationships>
</file>

<file path=ppt/slides/_rels/slide25.xml.rels><?xml version="1.0" encoding="UTF-8" standalone="yes"?>
<Relationships xmlns="http://schemas.openxmlformats.org/package/2006/relationships"><Relationship Id="rId13" Type="http://schemas.openxmlformats.org/officeDocument/2006/relationships/image" Target="../media/image590.png"/><Relationship Id="rId18" Type="http://schemas.openxmlformats.org/officeDocument/2006/relationships/customXml" Target="../ink/ink80.xml"/><Relationship Id="rId26" Type="http://schemas.openxmlformats.org/officeDocument/2006/relationships/customXml" Target="../ink/ink84.xml"/><Relationship Id="rId39" Type="http://schemas.openxmlformats.org/officeDocument/2006/relationships/image" Target="../media/image72.png"/><Relationship Id="rId21" Type="http://schemas.openxmlformats.org/officeDocument/2006/relationships/image" Target="../media/image630.png"/><Relationship Id="rId34" Type="http://schemas.openxmlformats.org/officeDocument/2006/relationships/customXml" Target="../ink/ink88.xml"/><Relationship Id="rId42" Type="http://schemas.openxmlformats.org/officeDocument/2006/relationships/customXml" Target="../ink/ink92.xml"/><Relationship Id="rId47" Type="http://schemas.openxmlformats.org/officeDocument/2006/relationships/image" Target="../media/image76.png"/><Relationship Id="rId7" Type="http://schemas.openxmlformats.org/officeDocument/2006/relationships/image" Target="../media/image560.png"/><Relationship Id="rId2" Type="http://schemas.openxmlformats.org/officeDocument/2006/relationships/customXml" Target="../ink/ink72.xml"/><Relationship Id="rId16" Type="http://schemas.openxmlformats.org/officeDocument/2006/relationships/customXml" Target="../ink/ink79.xml"/><Relationship Id="rId29" Type="http://schemas.openxmlformats.org/officeDocument/2006/relationships/image" Target="../media/image67.png"/><Relationship Id="rId11" Type="http://schemas.openxmlformats.org/officeDocument/2006/relationships/image" Target="../media/image580.png"/><Relationship Id="rId24" Type="http://schemas.openxmlformats.org/officeDocument/2006/relationships/customXml" Target="../ink/ink83.xml"/><Relationship Id="rId32" Type="http://schemas.openxmlformats.org/officeDocument/2006/relationships/customXml" Target="../ink/ink87.xml"/><Relationship Id="rId37" Type="http://schemas.openxmlformats.org/officeDocument/2006/relationships/image" Target="../media/image71.png"/><Relationship Id="rId40" Type="http://schemas.openxmlformats.org/officeDocument/2006/relationships/customXml" Target="../ink/ink91.xml"/><Relationship Id="rId45" Type="http://schemas.openxmlformats.org/officeDocument/2006/relationships/image" Target="../media/image75.png"/><Relationship Id="rId5" Type="http://schemas.openxmlformats.org/officeDocument/2006/relationships/image" Target="../media/image550.png"/><Relationship Id="rId15" Type="http://schemas.openxmlformats.org/officeDocument/2006/relationships/image" Target="../media/image600.png"/><Relationship Id="rId23" Type="http://schemas.openxmlformats.org/officeDocument/2006/relationships/image" Target="../media/image640.png"/><Relationship Id="rId28" Type="http://schemas.openxmlformats.org/officeDocument/2006/relationships/customXml" Target="../ink/ink85.xml"/><Relationship Id="rId36" Type="http://schemas.openxmlformats.org/officeDocument/2006/relationships/customXml" Target="../ink/ink89.xml"/><Relationship Id="rId49" Type="http://schemas.openxmlformats.org/officeDocument/2006/relationships/image" Target="../media/image77.png"/><Relationship Id="rId10" Type="http://schemas.openxmlformats.org/officeDocument/2006/relationships/customXml" Target="../ink/ink76.xml"/><Relationship Id="rId19" Type="http://schemas.openxmlformats.org/officeDocument/2006/relationships/image" Target="../media/image620.png"/><Relationship Id="rId31" Type="http://schemas.openxmlformats.org/officeDocument/2006/relationships/image" Target="../media/image68.png"/><Relationship Id="rId44" Type="http://schemas.openxmlformats.org/officeDocument/2006/relationships/customXml" Target="../ink/ink93.xml"/><Relationship Id="rId4" Type="http://schemas.openxmlformats.org/officeDocument/2006/relationships/customXml" Target="../ink/ink73.xml"/><Relationship Id="rId9" Type="http://schemas.openxmlformats.org/officeDocument/2006/relationships/image" Target="../media/image570.png"/><Relationship Id="rId14" Type="http://schemas.openxmlformats.org/officeDocument/2006/relationships/customXml" Target="../ink/ink78.xml"/><Relationship Id="rId22" Type="http://schemas.openxmlformats.org/officeDocument/2006/relationships/customXml" Target="../ink/ink82.xml"/><Relationship Id="rId27" Type="http://schemas.openxmlformats.org/officeDocument/2006/relationships/image" Target="../media/image66.png"/><Relationship Id="rId30" Type="http://schemas.openxmlformats.org/officeDocument/2006/relationships/customXml" Target="../ink/ink86.xml"/><Relationship Id="rId35" Type="http://schemas.openxmlformats.org/officeDocument/2006/relationships/image" Target="../media/image70.png"/><Relationship Id="rId43" Type="http://schemas.openxmlformats.org/officeDocument/2006/relationships/image" Target="../media/image74.png"/><Relationship Id="rId48" Type="http://schemas.openxmlformats.org/officeDocument/2006/relationships/customXml" Target="../ink/ink95.xml"/><Relationship Id="rId8" Type="http://schemas.openxmlformats.org/officeDocument/2006/relationships/customXml" Target="../ink/ink75.xml"/><Relationship Id="rId3" Type="http://schemas.openxmlformats.org/officeDocument/2006/relationships/image" Target="../media/image540.png"/><Relationship Id="rId12" Type="http://schemas.openxmlformats.org/officeDocument/2006/relationships/customXml" Target="../ink/ink77.xml"/><Relationship Id="rId17" Type="http://schemas.openxmlformats.org/officeDocument/2006/relationships/image" Target="../media/image610.png"/><Relationship Id="rId25" Type="http://schemas.openxmlformats.org/officeDocument/2006/relationships/image" Target="../media/image650.png"/><Relationship Id="rId33" Type="http://schemas.openxmlformats.org/officeDocument/2006/relationships/image" Target="../media/image69.png"/><Relationship Id="rId38" Type="http://schemas.openxmlformats.org/officeDocument/2006/relationships/customXml" Target="../ink/ink90.xml"/><Relationship Id="rId46" Type="http://schemas.openxmlformats.org/officeDocument/2006/relationships/customXml" Target="../ink/ink94.xml"/><Relationship Id="rId20" Type="http://schemas.openxmlformats.org/officeDocument/2006/relationships/customXml" Target="../ink/ink81.xml"/><Relationship Id="rId41"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customXml" Target="../ink/ink74.xml"/></Relationships>
</file>

<file path=ppt/slides/_rels/slide26.xml.rels><?xml version="1.0" encoding="UTF-8" standalone="yes"?>
<Relationships xmlns="http://schemas.openxmlformats.org/package/2006/relationships"><Relationship Id="rId8" Type="http://schemas.openxmlformats.org/officeDocument/2006/relationships/customXml" Target="../ink/ink98.xml"/><Relationship Id="rId13" Type="http://schemas.openxmlformats.org/officeDocument/2006/relationships/image" Target="../media/image84.png"/><Relationship Id="rId18" Type="http://schemas.openxmlformats.org/officeDocument/2006/relationships/customXml" Target="../ink/ink103.xml"/><Relationship Id="rId3" Type="http://schemas.openxmlformats.org/officeDocument/2006/relationships/image" Target="../media/image79.png"/><Relationship Id="rId21" Type="http://schemas.openxmlformats.org/officeDocument/2006/relationships/image" Target="../media/image88.png"/><Relationship Id="rId7" Type="http://schemas.openxmlformats.org/officeDocument/2006/relationships/image" Target="../media/image81.png"/><Relationship Id="rId12" Type="http://schemas.openxmlformats.org/officeDocument/2006/relationships/customXml" Target="../ink/ink100.xml"/><Relationship Id="rId17" Type="http://schemas.openxmlformats.org/officeDocument/2006/relationships/image" Target="../media/image86.png"/><Relationship Id="rId2" Type="http://schemas.openxmlformats.org/officeDocument/2006/relationships/image" Target="../media/image78.png"/><Relationship Id="rId16" Type="http://schemas.openxmlformats.org/officeDocument/2006/relationships/customXml" Target="../ink/ink102.xml"/><Relationship Id="rId20" Type="http://schemas.openxmlformats.org/officeDocument/2006/relationships/customXml" Target="../ink/ink104.xml"/><Relationship Id="rId1" Type="http://schemas.openxmlformats.org/officeDocument/2006/relationships/slideLayout" Target="../slideLayouts/slideLayout2.xml"/><Relationship Id="rId6" Type="http://schemas.openxmlformats.org/officeDocument/2006/relationships/customXml" Target="../ink/ink97.xml"/><Relationship Id="rId11" Type="http://schemas.openxmlformats.org/officeDocument/2006/relationships/image" Target="../media/image83.png"/><Relationship Id="rId5" Type="http://schemas.openxmlformats.org/officeDocument/2006/relationships/image" Target="../media/image80.png"/><Relationship Id="rId15" Type="http://schemas.openxmlformats.org/officeDocument/2006/relationships/image" Target="../media/image85.png"/><Relationship Id="rId23" Type="http://schemas.openxmlformats.org/officeDocument/2006/relationships/image" Target="../media/image89.png"/><Relationship Id="rId10" Type="http://schemas.openxmlformats.org/officeDocument/2006/relationships/customXml" Target="../ink/ink99.xml"/><Relationship Id="rId19" Type="http://schemas.openxmlformats.org/officeDocument/2006/relationships/image" Target="../media/image87.png"/><Relationship Id="rId4" Type="http://schemas.openxmlformats.org/officeDocument/2006/relationships/customXml" Target="../ink/ink96.xml"/><Relationship Id="rId9" Type="http://schemas.openxmlformats.org/officeDocument/2006/relationships/image" Target="../media/image82.png"/><Relationship Id="rId14" Type="http://schemas.openxmlformats.org/officeDocument/2006/relationships/customXml" Target="../ink/ink101.xml"/><Relationship Id="rId22" Type="http://schemas.openxmlformats.org/officeDocument/2006/relationships/customXml" Target="../ink/ink105.xml"/></Relationships>
</file>

<file path=ppt/slides/_rels/slide27.xml.rels><?xml version="1.0" encoding="UTF-8" standalone="yes"?>
<Relationships xmlns="http://schemas.openxmlformats.org/package/2006/relationships"><Relationship Id="rId8" Type="http://schemas.openxmlformats.org/officeDocument/2006/relationships/customXml" Target="../ink/ink108.xml"/><Relationship Id="rId3" Type="http://schemas.openxmlformats.org/officeDocument/2006/relationships/image" Target="../media/image90.png"/><Relationship Id="rId7" Type="http://schemas.openxmlformats.org/officeDocument/2006/relationships/image" Target="../media/image80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customXml" Target="../ink/ink107.xml"/><Relationship Id="rId11" Type="http://schemas.openxmlformats.org/officeDocument/2006/relationships/image" Target="../media/image821.png"/><Relationship Id="rId5" Type="http://schemas.openxmlformats.org/officeDocument/2006/relationships/image" Target="../media/image790.png"/><Relationship Id="rId10" Type="http://schemas.openxmlformats.org/officeDocument/2006/relationships/customXml" Target="../ink/ink109.xml"/><Relationship Id="rId4" Type="http://schemas.openxmlformats.org/officeDocument/2006/relationships/customXml" Target="../ink/ink106.xml"/><Relationship Id="rId9" Type="http://schemas.openxmlformats.org/officeDocument/2006/relationships/image" Target="../media/image811.png"/></Relationships>
</file>

<file path=ppt/slides/_rels/slide28.xml.rels><?xml version="1.0" encoding="UTF-8" standalone="yes"?>
<Relationships xmlns="http://schemas.openxmlformats.org/package/2006/relationships"><Relationship Id="rId13" Type="http://schemas.openxmlformats.org/officeDocument/2006/relationships/customXml" Target="../ink/ink115.xml"/><Relationship Id="rId18" Type="http://schemas.openxmlformats.org/officeDocument/2006/relationships/image" Target="../media/image870.png"/><Relationship Id="rId26" Type="http://schemas.openxmlformats.org/officeDocument/2006/relationships/image" Target="../media/image910.png"/><Relationship Id="rId39" Type="http://schemas.openxmlformats.org/officeDocument/2006/relationships/customXml" Target="../ink/ink128.xml"/><Relationship Id="rId21" Type="http://schemas.openxmlformats.org/officeDocument/2006/relationships/customXml" Target="../ink/ink119.xml"/><Relationship Id="rId34" Type="http://schemas.openxmlformats.org/officeDocument/2006/relationships/image" Target="../media/image95.png"/><Relationship Id="rId42" Type="http://schemas.openxmlformats.org/officeDocument/2006/relationships/image" Target="../media/image99.png"/><Relationship Id="rId47" Type="http://schemas.openxmlformats.org/officeDocument/2006/relationships/customXml" Target="../ink/ink132.xml"/><Relationship Id="rId50" Type="http://schemas.openxmlformats.org/officeDocument/2006/relationships/image" Target="../media/image103.png"/><Relationship Id="rId55" Type="http://schemas.openxmlformats.org/officeDocument/2006/relationships/customXml" Target="../ink/ink136.xml"/><Relationship Id="rId7" Type="http://schemas.openxmlformats.org/officeDocument/2006/relationships/customXml" Target="../ink/ink112.xml"/><Relationship Id="rId2" Type="http://schemas.openxmlformats.org/officeDocument/2006/relationships/image" Target="../media/image91.png"/><Relationship Id="rId16" Type="http://schemas.openxmlformats.org/officeDocument/2006/relationships/image" Target="../media/image860.png"/><Relationship Id="rId29" Type="http://schemas.openxmlformats.org/officeDocument/2006/relationships/customXml" Target="../ink/ink123.xml"/><Relationship Id="rId11" Type="http://schemas.openxmlformats.org/officeDocument/2006/relationships/customXml" Target="../ink/ink114.xml"/><Relationship Id="rId24" Type="http://schemas.openxmlformats.org/officeDocument/2006/relationships/image" Target="../media/image900.png"/><Relationship Id="rId32" Type="http://schemas.openxmlformats.org/officeDocument/2006/relationships/image" Target="../media/image94.png"/><Relationship Id="rId37" Type="http://schemas.openxmlformats.org/officeDocument/2006/relationships/customXml" Target="../ink/ink127.xml"/><Relationship Id="rId40" Type="http://schemas.openxmlformats.org/officeDocument/2006/relationships/image" Target="../media/image98.png"/><Relationship Id="rId45" Type="http://schemas.openxmlformats.org/officeDocument/2006/relationships/customXml" Target="../ink/ink131.xml"/><Relationship Id="rId53" Type="http://schemas.openxmlformats.org/officeDocument/2006/relationships/customXml" Target="../ink/ink135.xml"/><Relationship Id="rId58" Type="http://schemas.openxmlformats.org/officeDocument/2006/relationships/image" Target="../media/image107.png"/><Relationship Id="rId5" Type="http://schemas.openxmlformats.org/officeDocument/2006/relationships/customXml" Target="../ink/ink111.xml"/><Relationship Id="rId19" Type="http://schemas.openxmlformats.org/officeDocument/2006/relationships/customXml" Target="../ink/ink118.xml"/><Relationship Id="rId4" Type="http://schemas.openxmlformats.org/officeDocument/2006/relationships/image" Target="../media/image800.png"/><Relationship Id="rId9" Type="http://schemas.openxmlformats.org/officeDocument/2006/relationships/customXml" Target="../ink/ink113.xml"/><Relationship Id="rId14" Type="http://schemas.openxmlformats.org/officeDocument/2006/relationships/image" Target="../media/image850.png"/><Relationship Id="rId22" Type="http://schemas.openxmlformats.org/officeDocument/2006/relationships/image" Target="../media/image890.png"/><Relationship Id="rId27" Type="http://schemas.openxmlformats.org/officeDocument/2006/relationships/customXml" Target="../ink/ink122.xml"/><Relationship Id="rId30" Type="http://schemas.openxmlformats.org/officeDocument/2006/relationships/image" Target="../media/image93.png"/><Relationship Id="rId35" Type="http://schemas.openxmlformats.org/officeDocument/2006/relationships/customXml" Target="../ink/ink126.xml"/><Relationship Id="rId43" Type="http://schemas.openxmlformats.org/officeDocument/2006/relationships/customXml" Target="../ink/ink130.xml"/><Relationship Id="rId48" Type="http://schemas.openxmlformats.org/officeDocument/2006/relationships/image" Target="../media/image102.png"/><Relationship Id="rId56" Type="http://schemas.openxmlformats.org/officeDocument/2006/relationships/image" Target="../media/image106.png"/><Relationship Id="rId8" Type="http://schemas.openxmlformats.org/officeDocument/2006/relationships/image" Target="../media/image820.png"/><Relationship Id="rId51" Type="http://schemas.openxmlformats.org/officeDocument/2006/relationships/customXml" Target="../ink/ink134.xml"/><Relationship Id="rId3" Type="http://schemas.openxmlformats.org/officeDocument/2006/relationships/customXml" Target="../ink/ink110.xml"/><Relationship Id="rId12" Type="http://schemas.openxmlformats.org/officeDocument/2006/relationships/image" Target="../media/image840.png"/><Relationship Id="rId17" Type="http://schemas.openxmlformats.org/officeDocument/2006/relationships/customXml" Target="../ink/ink117.xml"/><Relationship Id="rId25" Type="http://schemas.openxmlformats.org/officeDocument/2006/relationships/customXml" Target="../ink/ink121.xml"/><Relationship Id="rId33" Type="http://schemas.openxmlformats.org/officeDocument/2006/relationships/customXml" Target="../ink/ink125.xml"/><Relationship Id="rId38" Type="http://schemas.openxmlformats.org/officeDocument/2006/relationships/image" Target="../media/image97.png"/><Relationship Id="rId46" Type="http://schemas.openxmlformats.org/officeDocument/2006/relationships/image" Target="../media/image101.png"/><Relationship Id="rId20" Type="http://schemas.openxmlformats.org/officeDocument/2006/relationships/image" Target="../media/image880.png"/><Relationship Id="rId41" Type="http://schemas.openxmlformats.org/officeDocument/2006/relationships/customXml" Target="../ink/ink129.xml"/><Relationship Id="rId54" Type="http://schemas.openxmlformats.org/officeDocument/2006/relationships/image" Target="../media/image105.png"/><Relationship Id="rId1" Type="http://schemas.openxmlformats.org/officeDocument/2006/relationships/slideLayout" Target="../slideLayouts/slideLayout2.xml"/><Relationship Id="rId6" Type="http://schemas.openxmlformats.org/officeDocument/2006/relationships/image" Target="../media/image810.png"/><Relationship Id="rId15" Type="http://schemas.openxmlformats.org/officeDocument/2006/relationships/customXml" Target="../ink/ink116.xml"/><Relationship Id="rId23" Type="http://schemas.openxmlformats.org/officeDocument/2006/relationships/customXml" Target="../ink/ink120.xml"/><Relationship Id="rId28" Type="http://schemas.openxmlformats.org/officeDocument/2006/relationships/image" Target="../media/image92.png"/><Relationship Id="rId36" Type="http://schemas.openxmlformats.org/officeDocument/2006/relationships/image" Target="../media/image96.png"/><Relationship Id="rId49" Type="http://schemas.openxmlformats.org/officeDocument/2006/relationships/customXml" Target="../ink/ink133.xml"/><Relationship Id="rId57" Type="http://schemas.openxmlformats.org/officeDocument/2006/relationships/customXml" Target="../ink/ink137.xml"/><Relationship Id="rId10" Type="http://schemas.openxmlformats.org/officeDocument/2006/relationships/image" Target="../media/image830.png"/><Relationship Id="rId31" Type="http://schemas.openxmlformats.org/officeDocument/2006/relationships/customXml" Target="../ink/ink124.xml"/><Relationship Id="rId44" Type="http://schemas.openxmlformats.org/officeDocument/2006/relationships/image" Target="../media/image100.png"/><Relationship Id="rId52" Type="http://schemas.openxmlformats.org/officeDocument/2006/relationships/image" Target="../media/image104.png"/></Relationships>
</file>

<file path=ppt/slides/_rels/slide29.xml.rels><?xml version="1.0" encoding="UTF-8" standalone="yes"?>
<Relationships xmlns="http://schemas.openxmlformats.org/package/2006/relationships"><Relationship Id="rId8" Type="http://schemas.openxmlformats.org/officeDocument/2006/relationships/customXml" Target="../ink/ink140.xml"/><Relationship Id="rId13" Type="http://schemas.openxmlformats.org/officeDocument/2006/relationships/image" Target="../media/image114.png"/><Relationship Id="rId18" Type="http://schemas.openxmlformats.org/officeDocument/2006/relationships/customXml" Target="../ink/ink145.xml"/><Relationship Id="rId3" Type="http://schemas.openxmlformats.org/officeDocument/2006/relationships/image" Target="../media/image109.png"/><Relationship Id="rId21" Type="http://schemas.openxmlformats.org/officeDocument/2006/relationships/image" Target="../media/image118.png"/><Relationship Id="rId7" Type="http://schemas.openxmlformats.org/officeDocument/2006/relationships/image" Target="../media/image111.png"/><Relationship Id="rId12" Type="http://schemas.openxmlformats.org/officeDocument/2006/relationships/customXml" Target="../ink/ink142.xml"/><Relationship Id="rId17" Type="http://schemas.openxmlformats.org/officeDocument/2006/relationships/image" Target="../media/image116.png"/><Relationship Id="rId2" Type="http://schemas.openxmlformats.org/officeDocument/2006/relationships/image" Target="../media/image108.png"/><Relationship Id="rId16" Type="http://schemas.openxmlformats.org/officeDocument/2006/relationships/customXml" Target="../ink/ink144.xml"/><Relationship Id="rId20" Type="http://schemas.openxmlformats.org/officeDocument/2006/relationships/customXml" Target="../ink/ink146.xml"/><Relationship Id="rId1" Type="http://schemas.openxmlformats.org/officeDocument/2006/relationships/slideLayout" Target="../slideLayouts/slideLayout2.xml"/><Relationship Id="rId6" Type="http://schemas.openxmlformats.org/officeDocument/2006/relationships/customXml" Target="../ink/ink139.xml"/><Relationship Id="rId11" Type="http://schemas.openxmlformats.org/officeDocument/2006/relationships/image" Target="../media/image113.png"/><Relationship Id="rId5" Type="http://schemas.openxmlformats.org/officeDocument/2006/relationships/image" Target="../media/image110.png"/><Relationship Id="rId15" Type="http://schemas.openxmlformats.org/officeDocument/2006/relationships/image" Target="../media/image115.png"/><Relationship Id="rId23" Type="http://schemas.openxmlformats.org/officeDocument/2006/relationships/image" Target="../media/image119.png"/><Relationship Id="rId10" Type="http://schemas.openxmlformats.org/officeDocument/2006/relationships/customXml" Target="../ink/ink141.xml"/><Relationship Id="rId19" Type="http://schemas.openxmlformats.org/officeDocument/2006/relationships/image" Target="../media/image117.png"/><Relationship Id="rId4" Type="http://schemas.openxmlformats.org/officeDocument/2006/relationships/customXml" Target="../ink/ink138.xml"/><Relationship Id="rId9" Type="http://schemas.openxmlformats.org/officeDocument/2006/relationships/image" Target="../media/image112.png"/><Relationship Id="rId14" Type="http://schemas.openxmlformats.org/officeDocument/2006/relationships/customXml" Target="../ink/ink143.xml"/><Relationship Id="rId22" Type="http://schemas.openxmlformats.org/officeDocument/2006/relationships/customXml" Target="../ink/ink14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80.png"/><Relationship Id="rId2" Type="http://schemas.openxmlformats.org/officeDocument/2006/relationships/customXml" Target="../ink/ink14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2F129-65EF-33B4-F754-1F6D352BD090}"/>
              </a:ext>
            </a:extLst>
          </p:cNvPr>
          <p:cNvSpPr>
            <a:spLocks noGrp="1"/>
          </p:cNvSpPr>
          <p:nvPr>
            <p:ph type="ctrTitle"/>
          </p:nvPr>
        </p:nvSpPr>
        <p:spPr>
          <a:xfrm>
            <a:off x="1524000" y="1600200"/>
            <a:ext cx="9658865" cy="2387600"/>
          </a:xfrm>
          <a:ln w="34925">
            <a:solidFill>
              <a:schemeClr val="tx1"/>
            </a:solidFill>
          </a:ln>
        </p:spPr>
        <p:txBody>
          <a:bodyPr>
            <a:normAutofit fontScale="90000"/>
          </a:bodyPr>
          <a:lstStyle/>
          <a:p>
            <a:r>
              <a:rPr lang="en-US" b="1" dirty="0"/>
              <a:t>Perceived “Resource Dependence” and Canadian Public Universities</a:t>
            </a:r>
          </a:p>
        </p:txBody>
      </p:sp>
      <p:sp>
        <p:nvSpPr>
          <p:cNvPr id="3" name="Subtitle 2">
            <a:extLst>
              <a:ext uri="{FF2B5EF4-FFF2-40B4-BE49-F238E27FC236}">
                <a16:creationId xmlns:a16="http://schemas.microsoft.com/office/drawing/2014/main" id="{BF51FEBC-E9A4-A830-2A83-EF6400CEF272}"/>
              </a:ext>
            </a:extLst>
          </p:cNvPr>
          <p:cNvSpPr>
            <a:spLocks noGrp="1"/>
          </p:cNvSpPr>
          <p:nvPr>
            <p:ph type="subTitle" idx="1"/>
          </p:nvPr>
        </p:nvSpPr>
        <p:spPr>
          <a:xfrm>
            <a:off x="1524000" y="4499230"/>
            <a:ext cx="9144000" cy="543696"/>
          </a:xfrm>
        </p:spPr>
        <p:txBody>
          <a:bodyPr/>
          <a:lstStyle/>
          <a:p>
            <a:r>
              <a:rPr lang="en-US" dirty="0"/>
              <a:t>(My Attempt at) Building a Fine-Tuned Classifier via LLM Encoder</a:t>
            </a:r>
          </a:p>
        </p:txBody>
      </p:sp>
      <p:sp>
        <p:nvSpPr>
          <p:cNvPr id="4" name="TextBox 3">
            <a:extLst>
              <a:ext uri="{FF2B5EF4-FFF2-40B4-BE49-F238E27FC236}">
                <a16:creationId xmlns:a16="http://schemas.microsoft.com/office/drawing/2014/main" id="{4BCC4798-22C0-4B17-2A97-C593D1E38BE7}"/>
              </a:ext>
            </a:extLst>
          </p:cNvPr>
          <p:cNvSpPr txBox="1"/>
          <p:nvPr/>
        </p:nvSpPr>
        <p:spPr>
          <a:xfrm>
            <a:off x="234777" y="6363730"/>
            <a:ext cx="6388445" cy="369332"/>
          </a:xfrm>
          <a:prstGeom prst="rect">
            <a:avLst/>
          </a:prstGeom>
          <a:noFill/>
        </p:spPr>
        <p:txBody>
          <a:bodyPr wrap="square" rtlCol="0">
            <a:spAutoFit/>
          </a:bodyPr>
          <a:lstStyle/>
          <a:p>
            <a:r>
              <a:rPr lang="en-US" b="1" dirty="0">
                <a:solidFill>
                  <a:schemeClr val="accent6">
                    <a:lumMod val="50000"/>
                  </a:schemeClr>
                </a:solidFill>
              </a:rPr>
              <a:t>Sara Murphy</a:t>
            </a:r>
            <a:r>
              <a:rPr lang="en-US" dirty="0">
                <a:solidFill>
                  <a:schemeClr val="accent6">
                    <a:lumMod val="50000"/>
                  </a:schemeClr>
                </a:solidFill>
              </a:rPr>
              <a:t>, Computational Text Analysis, April 13, 2026 </a:t>
            </a:r>
          </a:p>
        </p:txBody>
      </p:sp>
    </p:spTree>
    <p:extLst>
      <p:ext uri="{BB962C8B-B14F-4D97-AF65-F5344CB8AC3E}">
        <p14:creationId xmlns:p14="http://schemas.microsoft.com/office/powerpoint/2010/main" val="2887735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33282-A689-C2EE-F0D8-F006818150B4}"/>
              </a:ext>
            </a:extLst>
          </p:cNvPr>
          <p:cNvSpPr>
            <a:spLocks noGrp="1"/>
          </p:cNvSpPr>
          <p:nvPr>
            <p:ph type="title"/>
          </p:nvPr>
        </p:nvSpPr>
        <p:spPr>
          <a:xfrm>
            <a:off x="838200" y="204537"/>
            <a:ext cx="10515600" cy="746983"/>
          </a:xfrm>
        </p:spPr>
        <p:txBody>
          <a:bodyPr/>
          <a:lstStyle/>
          <a:p>
            <a:r>
              <a:rPr lang="en-US" dirty="0"/>
              <a:t>Overview</a:t>
            </a:r>
          </a:p>
        </p:txBody>
      </p:sp>
      <p:sp>
        <p:nvSpPr>
          <p:cNvPr id="3" name="Content Placeholder 2">
            <a:extLst>
              <a:ext uri="{FF2B5EF4-FFF2-40B4-BE49-F238E27FC236}">
                <a16:creationId xmlns:a16="http://schemas.microsoft.com/office/drawing/2014/main" id="{6CA23F02-18A8-3C2E-E9A7-48862A85200F}"/>
              </a:ext>
            </a:extLst>
          </p:cNvPr>
          <p:cNvSpPr>
            <a:spLocks noGrp="1"/>
          </p:cNvSpPr>
          <p:nvPr>
            <p:ph idx="1"/>
          </p:nvPr>
        </p:nvSpPr>
        <p:spPr>
          <a:xfrm>
            <a:off x="633919" y="1112191"/>
            <a:ext cx="10515600" cy="5424539"/>
          </a:xfrm>
        </p:spPr>
        <p:txBody>
          <a:bodyPr>
            <a:normAutofit fontScale="92500" lnSpcReduction="20000"/>
          </a:bodyPr>
          <a:lstStyle/>
          <a:p>
            <a:r>
              <a:rPr lang="en-US" sz="2400" b="1" dirty="0"/>
              <a:t>Goal:</a:t>
            </a:r>
          </a:p>
          <a:p>
            <a:pPr lvl="1"/>
            <a:r>
              <a:rPr lang="en-US" sz="1800" dirty="0"/>
              <a:t>Detect presence of perceived “resource dependence” language for public universities</a:t>
            </a:r>
          </a:p>
          <a:p>
            <a:pPr lvl="1"/>
            <a:r>
              <a:rPr lang="en-US" sz="1800" dirty="0"/>
              <a:t>Detect intensity of perceived “resource dependence” language – low vs high </a:t>
            </a:r>
          </a:p>
          <a:p>
            <a:pPr lvl="1"/>
            <a:endParaRPr lang="en-US" sz="1800" dirty="0"/>
          </a:p>
          <a:p>
            <a:r>
              <a:rPr lang="en-US" sz="2400" b="1" dirty="0"/>
              <a:t>Methods:</a:t>
            </a:r>
          </a:p>
          <a:p>
            <a:pPr lvl="1"/>
            <a:r>
              <a:rPr lang="en-US" sz="1800" dirty="0"/>
              <a:t>Built Fine Tuned Classifier LLM Encoder (0,1) – perceived resource dependence (no or yes)</a:t>
            </a:r>
          </a:p>
          <a:p>
            <a:pPr lvl="1"/>
            <a:r>
              <a:rPr lang="en-US" sz="1800" dirty="0"/>
              <a:t>Built Fine Tuned Classifier LLM Encoder (0,1) – intensity of perceived resource dependence (low or high)</a:t>
            </a:r>
          </a:p>
          <a:p>
            <a:pPr marL="457200" lvl="1" indent="0">
              <a:buNone/>
            </a:pPr>
            <a:endParaRPr lang="en-US" sz="1800" dirty="0"/>
          </a:p>
          <a:p>
            <a:r>
              <a:rPr lang="en-US" sz="2400" b="1" dirty="0"/>
              <a:t>Future Application: </a:t>
            </a:r>
          </a:p>
          <a:p>
            <a:pPr lvl="1"/>
            <a:r>
              <a:rPr lang="en-US" sz="2000" dirty="0"/>
              <a:t>Relationship between perceived resource dependence and financial performance (presence, intensity)</a:t>
            </a:r>
          </a:p>
          <a:p>
            <a:pPr lvl="1"/>
            <a:r>
              <a:rPr lang="en-US" sz="2000" dirty="0"/>
              <a:t>Predict financial performance in provinces outside Ontario (e.g. Nova Scotia)</a:t>
            </a:r>
          </a:p>
          <a:p>
            <a:pPr lvl="1"/>
            <a:r>
              <a:rPr lang="en-US" sz="2000" dirty="0"/>
              <a:t>Link perceived resource dependence to leadership background and frequency of change</a:t>
            </a:r>
          </a:p>
          <a:p>
            <a:pPr marL="457200" lvl="1" indent="0">
              <a:buNone/>
            </a:pPr>
            <a:endParaRPr lang="en-US" sz="2000" dirty="0"/>
          </a:p>
          <a:p>
            <a:r>
              <a:rPr lang="en-US" sz="2400" b="1" dirty="0"/>
              <a:t>Challenges/Limitations: </a:t>
            </a:r>
          </a:p>
          <a:p>
            <a:pPr lvl="1"/>
            <a:r>
              <a:rPr lang="en-US" sz="1800" dirty="0"/>
              <a:t>Sample size</a:t>
            </a:r>
          </a:p>
          <a:p>
            <a:pPr lvl="1"/>
            <a:r>
              <a:rPr lang="en-US" sz="1800" dirty="0"/>
              <a:t>Variation in documents across universities</a:t>
            </a:r>
          </a:p>
          <a:p>
            <a:pPr lvl="1"/>
            <a:r>
              <a:rPr lang="en-US" sz="1800" dirty="0"/>
              <a:t>Conceptual ambiguity and human validation </a:t>
            </a:r>
          </a:p>
          <a:p>
            <a:pPr lvl="1"/>
            <a:r>
              <a:rPr lang="en-US" sz="1800" dirty="0"/>
              <a:t>Moving to application stage</a:t>
            </a:r>
          </a:p>
        </p:txBody>
      </p:sp>
      <p:sp>
        <p:nvSpPr>
          <p:cNvPr id="4" name="Slide Number Placeholder 3">
            <a:extLst>
              <a:ext uri="{FF2B5EF4-FFF2-40B4-BE49-F238E27FC236}">
                <a16:creationId xmlns:a16="http://schemas.microsoft.com/office/drawing/2014/main" id="{7B4C96CF-AD7E-CCD6-635C-47093AE499E3}"/>
              </a:ext>
            </a:extLst>
          </p:cNvPr>
          <p:cNvSpPr>
            <a:spLocks noGrp="1"/>
          </p:cNvSpPr>
          <p:nvPr>
            <p:ph type="sldNum" sz="quarter" idx="12"/>
          </p:nvPr>
        </p:nvSpPr>
        <p:spPr/>
        <p:txBody>
          <a:bodyPr/>
          <a:lstStyle/>
          <a:p>
            <a:fld id="{0CB925E2-E8C9-4143-BCD5-4CDDC2142BEC}" type="slidenum">
              <a:rPr lang="en-US" smtClean="0"/>
              <a:t>2</a:t>
            </a:fld>
            <a:endParaRPr lang="en-US"/>
          </a:p>
        </p:txBody>
      </p:sp>
    </p:spTree>
    <p:extLst>
      <p:ext uri="{BB962C8B-B14F-4D97-AF65-F5344CB8AC3E}">
        <p14:creationId xmlns:p14="http://schemas.microsoft.com/office/powerpoint/2010/main" val="2062831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6" end="16"/>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3AE1E7-001B-8023-79FC-D32CC230CAA3}"/>
              </a:ext>
            </a:extLst>
          </p:cNvPr>
          <p:cNvSpPr>
            <a:spLocks noGrp="1"/>
          </p:cNvSpPr>
          <p:nvPr>
            <p:ph type="title"/>
          </p:nvPr>
        </p:nvSpPr>
        <p:spPr/>
        <p:txBody>
          <a:bodyPr/>
          <a:lstStyle/>
          <a:p>
            <a:r>
              <a:rPr lang="en-US" dirty="0"/>
              <a:t>Context:</a:t>
            </a:r>
          </a:p>
        </p:txBody>
      </p:sp>
      <p:sp>
        <p:nvSpPr>
          <p:cNvPr id="5" name="Text Placeholder 4">
            <a:extLst>
              <a:ext uri="{FF2B5EF4-FFF2-40B4-BE49-F238E27FC236}">
                <a16:creationId xmlns:a16="http://schemas.microsoft.com/office/drawing/2014/main" id="{73FA6350-5CA0-BBC5-B1B1-6B11D9D28FF3}"/>
              </a:ext>
            </a:extLst>
          </p:cNvPr>
          <p:cNvSpPr>
            <a:spLocks noGrp="1"/>
          </p:cNvSpPr>
          <p:nvPr>
            <p:ph type="body" idx="1"/>
          </p:nvPr>
        </p:nvSpPr>
        <p:spPr>
          <a:xfrm>
            <a:off x="831850" y="4923095"/>
            <a:ext cx="10515600" cy="1500187"/>
          </a:xfrm>
        </p:spPr>
        <p:txBody>
          <a:bodyPr>
            <a:normAutofit/>
          </a:bodyPr>
          <a:lstStyle/>
          <a:p>
            <a:r>
              <a:rPr lang="en-US" sz="3200" b="1" dirty="0">
                <a:solidFill>
                  <a:schemeClr val="tx1"/>
                </a:solidFill>
              </a:rPr>
              <a:t>Public Universities in Ontario (Post 2019)</a:t>
            </a:r>
          </a:p>
        </p:txBody>
      </p:sp>
      <p:sp>
        <p:nvSpPr>
          <p:cNvPr id="2" name="Slide Number Placeholder 1">
            <a:extLst>
              <a:ext uri="{FF2B5EF4-FFF2-40B4-BE49-F238E27FC236}">
                <a16:creationId xmlns:a16="http://schemas.microsoft.com/office/drawing/2014/main" id="{E3B6C574-C1A7-5093-BBD0-9ADC7A62E8A2}"/>
              </a:ext>
            </a:extLst>
          </p:cNvPr>
          <p:cNvSpPr>
            <a:spLocks noGrp="1"/>
          </p:cNvSpPr>
          <p:nvPr>
            <p:ph type="sldNum" sz="quarter" idx="12"/>
          </p:nvPr>
        </p:nvSpPr>
        <p:spPr/>
        <p:txBody>
          <a:bodyPr/>
          <a:lstStyle/>
          <a:p>
            <a:fld id="{0CB925E2-E8C9-4143-BCD5-4CDDC2142BEC}" type="slidenum">
              <a:rPr lang="en-US" smtClean="0"/>
              <a:t>3</a:t>
            </a:fld>
            <a:endParaRPr lang="en-US"/>
          </a:p>
        </p:txBody>
      </p:sp>
    </p:spTree>
    <p:extLst>
      <p:ext uri="{BB962C8B-B14F-4D97-AF65-F5344CB8AC3E}">
        <p14:creationId xmlns:p14="http://schemas.microsoft.com/office/powerpoint/2010/main" val="2726126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Queen's University in Kingston makes COVID-19 vaccines mandatory for  students, staff this fall | CTV News">
            <a:extLst>
              <a:ext uri="{FF2B5EF4-FFF2-40B4-BE49-F238E27FC236}">
                <a16:creationId xmlns:a16="http://schemas.microsoft.com/office/drawing/2014/main" id="{C51861F9-62EA-CCFE-213B-C8D19DE846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9"/>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C24231D-EADE-B1FF-0544-4E8DD1BA23A1}"/>
              </a:ext>
            </a:extLst>
          </p:cNvPr>
          <p:cNvSpPr txBox="1"/>
          <p:nvPr/>
        </p:nvSpPr>
        <p:spPr>
          <a:xfrm>
            <a:off x="7957630" y="1364563"/>
            <a:ext cx="3608680" cy="1569660"/>
          </a:xfrm>
          <a:prstGeom prst="rect">
            <a:avLst/>
          </a:prstGeom>
          <a:noFill/>
        </p:spPr>
        <p:txBody>
          <a:bodyPr wrap="none" rtlCol="0">
            <a:spAutoFit/>
          </a:bodyPr>
          <a:lstStyle/>
          <a:p>
            <a:pPr algn="ctr"/>
            <a:r>
              <a:rPr lang="en-US" sz="4800" b="1" dirty="0">
                <a:solidFill>
                  <a:srgbClr val="C00000"/>
                </a:solidFill>
              </a:rPr>
              <a:t>($63 million)</a:t>
            </a:r>
          </a:p>
          <a:p>
            <a:pPr algn="ctr"/>
            <a:r>
              <a:rPr lang="en-US" sz="4800" b="1" dirty="0">
                <a:solidFill>
                  <a:srgbClr val="C00000"/>
                </a:solidFill>
              </a:rPr>
              <a:t>-9%</a:t>
            </a:r>
          </a:p>
        </p:txBody>
      </p:sp>
      <p:sp>
        <p:nvSpPr>
          <p:cNvPr id="6" name="TextBox 5">
            <a:extLst>
              <a:ext uri="{FF2B5EF4-FFF2-40B4-BE49-F238E27FC236}">
                <a16:creationId xmlns:a16="http://schemas.microsoft.com/office/drawing/2014/main" id="{7B1D13E3-65F5-2B77-CF35-D7E5254EC01F}"/>
              </a:ext>
            </a:extLst>
          </p:cNvPr>
          <p:cNvSpPr txBox="1"/>
          <p:nvPr/>
        </p:nvSpPr>
        <p:spPr>
          <a:xfrm>
            <a:off x="2000904" y="3834282"/>
            <a:ext cx="9080939" cy="707886"/>
          </a:xfrm>
          <a:prstGeom prst="rect">
            <a:avLst/>
          </a:prstGeom>
          <a:solidFill>
            <a:schemeClr val="bg1"/>
          </a:solidFill>
          <a:ln w="41275">
            <a:solidFill>
              <a:schemeClr val="tx1"/>
            </a:solidFill>
          </a:ln>
        </p:spPr>
        <p:txBody>
          <a:bodyPr wrap="square">
            <a:spAutoFit/>
          </a:bodyPr>
          <a:lstStyle/>
          <a:p>
            <a:pPr algn="ctr">
              <a:spcBef>
                <a:spcPts val="1500"/>
              </a:spcBef>
            </a:pPr>
            <a:r>
              <a:rPr lang="en-CA" sz="4000" b="1" i="0" u="none" strike="noStrike" dirty="0">
                <a:effectLst/>
              </a:rPr>
              <a:t>“Queen’s could cease to exist”</a:t>
            </a:r>
          </a:p>
        </p:txBody>
      </p:sp>
      <p:sp>
        <p:nvSpPr>
          <p:cNvPr id="3" name="Slide Number Placeholder 2">
            <a:extLst>
              <a:ext uri="{FF2B5EF4-FFF2-40B4-BE49-F238E27FC236}">
                <a16:creationId xmlns:a16="http://schemas.microsoft.com/office/drawing/2014/main" id="{95B256E7-6298-EF20-CF9E-96965846CF6A}"/>
              </a:ext>
            </a:extLst>
          </p:cNvPr>
          <p:cNvSpPr>
            <a:spLocks noGrp="1"/>
          </p:cNvSpPr>
          <p:nvPr>
            <p:ph type="sldNum" sz="quarter" idx="12"/>
          </p:nvPr>
        </p:nvSpPr>
        <p:spPr/>
        <p:txBody>
          <a:bodyPr/>
          <a:lstStyle/>
          <a:p>
            <a:fld id="{45729900-2117-C246-95B5-6AA4C8CF0A55}" type="slidenum">
              <a:rPr lang="en-US" smtClean="0"/>
              <a:t>4</a:t>
            </a:fld>
            <a:endParaRPr lang="en-US"/>
          </a:p>
        </p:txBody>
      </p:sp>
    </p:spTree>
    <p:extLst>
      <p:ext uri="{BB962C8B-B14F-4D97-AF65-F5344CB8AC3E}">
        <p14:creationId xmlns:p14="http://schemas.microsoft.com/office/powerpoint/2010/main" val="1527743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48A91-B8A3-0CAB-9368-58F1707EA9F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723D33A-3431-DA51-AA48-2F64A20D8196}"/>
              </a:ext>
            </a:extLst>
          </p:cNvPr>
          <p:cNvSpPr txBox="1"/>
          <p:nvPr/>
        </p:nvSpPr>
        <p:spPr>
          <a:xfrm>
            <a:off x="4563207" y="318597"/>
            <a:ext cx="3556000" cy="2215991"/>
          </a:xfrm>
          <a:prstGeom prst="rect">
            <a:avLst/>
          </a:prstGeom>
          <a:noFill/>
        </p:spPr>
        <p:txBody>
          <a:bodyPr wrap="square" rtlCol="0">
            <a:spAutoFit/>
          </a:bodyPr>
          <a:lstStyle/>
          <a:p>
            <a:r>
              <a:rPr lang="en-US" sz="13800" dirty="0"/>
              <a:t>1/2</a:t>
            </a:r>
          </a:p>
        </p:txBody>
      </p:sp>
      <p:sp>
        <p:nvSpPr>
          <p:cNvPr id="6" name="TextBox 5">
            <a:extLst>
              <a:ext uri="{FF2B5EF4-FFF2-40B4-BE49-F238E27FC236}">
                <a16:creationId xmlns:a16="http://schemas.microsoft.com/office/drawing/2014/main" id="{8F65069C-C68C-64BF-C25C-208766FEB589}"/>
              </a:ext>
            </a:extLst>
          </p:cNvPr>
          <p:cNvSpPr txBox="1"/>
          <p:nvPr/>
        </p:nvSpPr>
        <p:spPr>
          <a:xfrm>
            <a:off x="1136650" y="2782669"/>
            <a:ext cx="2743200" cy="646331"/>
          </a:xfrm>
          <a:prstGeom prst="rect">
            <a:avLst/>
          </a:prstGeom>
          <a:noFill/>
        </p:spPr>
        <p:txBody>
          <a:bodyPr wrap="square" rtlCol="0">
            <a:spAutoFit/>
          </a:bodyPr>
          <a:lstStyle/>
          <a:p>
            <a:r>
              <a:rPr lang="en-US" sz="3600" dirty="0">
                <a:solidFill>
                  <a:srgbClr val="C00000"/>
                </a:solidFill>
              </a:rPr>
              <a:t>(~$300M)</a:t>
            </a:r>
          </a:p>
        </p:txBody>
      </p:sp>
      <p:sp>
        <p:nvSpPr>
          <p:cNvPr id="7" name="TextBox 6">
            <a:extLst>
              <a:ext uri="{FF2B5EF4-FFF2-40B4-BE49-F238E27FC236}">
                <a16:creationId xmlns:a16="http://schemas.microsoft.com/office/drawing/2014/main" id="{DEB33B26-44A3-F9D2-5D2C-91171A0D56F8}"/>
              </a:ext>
            </a:extLst>
          </p:cNvPr>
          <p:cNvSpPr txBox="1"/>
          <p:nvPr/>
        </p:nvSpPr>
        <p:spPr>
          <a:xfrm>
            <a:off x="8892926" y="2850837"/>
            <a:ext cx="2743200" cy="646331"/>
          </a:xfrm>
          <a:prstGeom prst="rect">
            <a:avLst/>
          </a:prstGeom>
          <a:noFill/>
        </p:spPr>
        <p:txBody>
          <a:bodyPr wrap="square" rtlCol="0">
            <a:spAutoFit/>
          </a:bodyPr>
          <a:lstStyle/>
          <a:p>
            <a:r>
              <a:rPr lang="en-US" sz="3600" dirty="0">
                <a:solidFill>
                  <a:srgbClr val="C00000"/>
                </a:solidFill>
              </a:rPr>
              <a:t>(~$600M)</a:t>
            </a:r>
          </a:p>
        </p:txBody>
      </p:sp>
      <p:sp>
        <p:nvSpPr>
          <p:cNvPr id="8" name="Right Arrow 7">
            <a:extLst>
              <a:ext uri="{FF2B5EF4-FFF2-40B4-BE49-F238E27FC236}">
                <a16:creationId xmlns:a16="http://schemas.microsoft.com/office/drawing/2014/main" id="{04B40D44-90F2-BD3F-778E-3741F2BC6E26}"/>
              </a:ext>
            </a:extLst>
          </p:cNvPr>
          <p:cNvSpPr/>
          <p:nvPr/>
        </p:nvSpPr>
        <p:spPr>
          <a:xfrm>
            <a:off x="4210050" y="2726375"/>
            <a:ext cx="3492500" cy="693748"/>
          </a:xfrm>
          <a:prstGeom prst="right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Queen's University | World University Rankings | THE">
            <a:extLst>
              <a:ext uri="{FF2B5EF4-FFF2-40B4-BE49-F238E27FC236}">
                <a16:creationId xmlns:a16="http://schemas.microsoft.com/office/drawing/2014/main" id="{21A049EB-5E46-B470-44F3-60FFE0486B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718" y="3808598"/>
            <a:ext cx="2746632" cy="2746632"/>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University of Guelph | World University Rankings | THE">
            <a:extLst>
              <a:ext uri="{FF2B5EF4-FFF2-40B4-BE49-F238E27FC236}">
                <a16:creationId xmlns:a16="http://schemas.microsoft.com/office/drawing/2014/main" id="{54BDCABD-A073-B493-2169-ADFAF59592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0703" y="3911914"/>
            <a:ext cx="2540000" cy="2540000"/>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York University | Toronto ON">
            <a:extLst>
              <a:ext uri="{FF2B5EF4-FFF2-40B4-BE49-F238E27FC236}">
                <a16:creationId xmlns:a16="http://schemas.microsoft.com/office/drawing/2014/main" id="{56FF7A6E-A274-193F-C2BD-A604FB2565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9607" y="4117556"/>
            <a:ext cx="2128715" cy="2128715"/>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University of Waterloo - Wikipedia">
            <a:extLst>
              <a:ext uri="{FF2B5EF4-FFF2-40B4-BE49-F238E27FC236}">
                <a16:creationId xmlns:a16="http://schemas.microsoft.com/office/drawing/2014/main" id="{32EF9B9E-69D2-A510-FADA-2FAF5521E1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89776" y="4007163"/>
            <a:ext cx="2349500" cy="23495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4B52C1E0-AE4F-B959-D285-62498B0D9149}"/>
              </a:ext>
            </a:extLst>
          </p:cNvPr>
          <p:cNvSpPr>
            <a:spLocks noGrp="1"/>
          </p:cNvSpPr>
          <p:nvPr>
            <p:ph type="sldNum" sz="quarter" idx="12"/>
          </p:nvPr>
        </p:nvSpPr>
        <p:spPr/>
        <p:txBody>
          <a:bodyPr/>
          <a:lstStyle/>
          <a:p>
            <a:fld id="{0CB925E2-E8C9-4143-BCD5-4CDDC2142BEC}" type="slidenum">
              <a:rPr lang="en-US" smtClean="0"/>
              <a:t>5</a:t>
            </a:fld>
            <a:endParaRPr lang="en-US"/>
          </a:p>
        </p:txBody>
      </p:sp>
    </p:spTree>
    <p:extLst>
      <p:ext uri="{BB962C8B-B14F-4D97-AF65-F5344CB8AC3E}">
        <p14:creationId xmlns:p14="http://schemas.microsoft.com/office/powerpoint/2010/main" val="2285338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ow to Use 'Negative Motivation' to Accomplish Your Goals">
            <a:extLst>
              <a:ext uri="{FF2B5EF4-FFF2-40B4-BE49-F238E27FC236}">
                <a16:creationId xmlns:a16="http://schemas.microsoft.com/office/drawing/2014/main" id="{E549B0E1-D58A-697D-BFA6-E5FF61A766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841" r="18603"/>
          <a:stretch/>
        </p:blipFill>
        <p:spPr bwMode="auto">
          <a:xfrm>
            <a:off x="6096020" y="10"/>
            <a:ext cx="6095980" cy="685799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Buy Canada Flag Online in Nylite 200D - Canadiana 36&quot; x 18&quot; / 200 Denier Nylon / Tape Header with Grommets">
            <a:extLst>
              <a:ext uri="{FF2B5EF4-FFF2-40B4-BE49-F238E27FC236}">
                <a16:creationId xmlns:a16="http://schemas.microsoft.com/office/drawing/2014/main" id="{8A5AE0E8-FFCD-7E69-60C0-22A394A82A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1111" r="17554" b="-2"/>
          <a:stretch/>
        </p:blipFill>
        <p:spPr bwMode="auto">
          <a:xfrm>
            <a:off x="0" y="0"/>
            <a:ext cx="6096000" cy="6857990"/>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Question Mark with solid fill">
            <a:extLst>
              <a:ext uri="{FF2B5EF4-FFF2-40B4-BE49-F238E27FC236}">
                <a16:creationId xmlns:a16="http://schemas.microsoft.com/office/drawing/2014/main" id="{5511A2AC-FC59-D8BE-0D0C-60F5FCBB40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81597" y="1614611"/>
            <a:ext cx="3628768" cy="3628768"/>
          </a:xfrm>
          <a:prstGeom prst="rect">
            <a:avLst/>
          </a:prstGeom>
        </p:spPr>
      </p:pic>
      <p:sp>
        <p:nvSpPr>
          <p:cNvPr id="2" name="Slide Number Placeholder 1">
            <a:extLst>
              <a:ext uri="{FF2B5EF4-FFF2-40B4-BE49-F238E27FC236}">
                <a16:creationId xmlns:a16="http://schemas.microsoft.com/office/drawing/2014/main" id="{56CB5EA7-445E-510F-51C2-694131469195}"/>
              </a:ext>
            </a:extLst>
          </p:cNvPr>
          <p:cNvSpPr>
            <a:spLocks noGrp="1"/>
          </p:cNvSpPr>
          <p:nvPr>
            <p:ph type="sldNum" sz="quarter" idx="12"/>
          </p:nvPr>
        </p:nvSpPr>
        <p:spPr/>
        <p:txBody>
          <a:bodyPr/>
          <a:lstStyle/>
          <a:p>
            <a:fld id="{0CB925E2-E8C9-4143-BCD5-4CDDC2142BEC}" type="slidenum">
              <a:rPr lang="en-US" smtClean="0"/>
              <a:t>6</a:t>
            </a:fld>
            <a:endParaRPr lang="en-US"/>
          </a:p>
        </p:txBody>
      </p:sp>
    </p:spTree>
    <p:extLst>
      <p:ext uri="{BB962C8B-B14F-4D97-AF65-F5344CB8AC3E}">
        <p14:creationId xmlns:p14="http://schemas.microsoft.com/office/powerpoint/2010/main" val="3484781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9C35C9-F93C-404F-71DD-60769DB6FC8B}"/>
              </a:ext>
            </a:extLst>
          </p:cNvPr>
          <p:cNvSpPr>
            <a:spLocks noGrp="1"/>
          </p:cNvSpPr>
          <p:nvPr>
            <p:ph type="title"/>
          </p:nvPr>
        </p:nvSpPr>
        <p:spPr>
          <a:xfrm>
            <a:off x="831850" y="1709738"/>
            <a:ext cx="10515600" cy="2852737"/>
          </a:xfrm>
        </p:spPr>
        <p:txBody>
          <a:bodyPr/>
          <a:lstStyle/>
          <a:p>
            <a:r>
              <a:rPr lang="en-US" dirty="0"/>
              <a:t>Construct:</a:t>
            </a:r>
          </a:p>
        </p:txBody>
      </p:sp>
      <p:sp>
        <p:nvSpPr>
          <p:cNvPr id="5" name="Text Placeholder 4">
            <a:extLst>
              <a:ext uri="{FF2B5EF4-FFF2-40B4-BE49-F238E27FC236}">
                <a16:creationId xmlns:a16="http://schemas.microsoft.com/office/drawing/2014/main" id="{22FDEC07-E46E-6377-7E38-C9D2E6D6DC61}"/>
              </a:ext>
            </a:extLst>
          </p:cNvPr>
          <p:cNvSpPr>
            <a:spLocks noGrp="1"/>
          </p:cNvSpPr>
          <p:nvPr>
            <p:ph type="body" idx="1"/>
          </p:nvPr>
        </p:nvSpPr>
        <p:spPr/>
        <p:txBody>
          <a:bodyPr>
            <a:normAutofit/>
          </a:bodyPr>
          <a:lstStyle/>
          <a:p>
            <a:r>
              <a:rPr lang="en-US" sz="4000" b="1" dirty="0">
                <a:solidFill>
                  <a:schemeClr val="tx1"/>
                </a:solidFill>
              </a:rPr>
              <a:t>Resource Dependence</a:t>
            </a:r>
          </a:p>
        </p:txBody>
      </p:sp>
      <p:pic>
        <p:nvPicPr>
          <p:cNvPr id="1026" name="Picture 2" descr="black and white english small letter a 55350832 PNG">
            <a:extLst>
              <a:ext uri="{FF2B5EF4-FFF2-40B4-BE49-F238E27FC236}">
                <a16:creationId xmlns:a16="http://schemas.microsoft.com/office/drawing/2014/main" id="{29BCC393-3E5E-A726-4993-B589D4DCD2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4931" y="304800"/>
            <a:ext cx="2603500" cy="3124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Village Wrought Iron LET-B Letter B - Large">
            <a:extLst>
              <a:ext uri="{FF2B5EF4-FFF2-40B4-BE49-F238E27FC236}">
                <a16:creationId xmlns:a16="http://schemas.microsoft.com/office/drawing/2014/main" id="{B55B34E7-C77F-9E3F-1738-42106B2B1E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9361" y="101686"/>
            <a:ext cx="4460789" cy="4460789"/>
          </a:xfrm>
          <a:prstGeom prst="rect">
            <a:avLst/>
          </a:prstGeom>
          <a:noFill/>
          <a:extLst>
            <a:ext uri="{909E8E84-426E-40DD-AFC4-6F175D3DCCD1}">
              <a14:hiddenFill xmlns:a14="http://schemas.microsoft.com/office/drawing/2010/main">
                <a:solidFill>
                  <a:srgbClr val="FFFFFF"/>
                </a:solidFill>
              </a14:hiddenFill>
            </a:ext>
          </a:extLst>
        </p:spPr>
      </p:pic>
      <p:sp>
        <p:nvSpPr>
          <p:cNvPr id="7" name="Right Arrow 6">
            <a:extLst>
              <a:ext uri="{FF2B5EF4-FFF2-40B4-BE49-F238E27FC236}">
                <a16:creationId xmlns:a16="http://schemas.microsoft.com/office/drawing/2014/main" id="{B94E10A4-07EE-4986-EDD7-005987DC5F51}"/>
              </a:ext>
            </a:extLst>
          </p:cNvPr>
          <p:cNvSpPr/>
          <p:nvPr/>
        </p:nvSpPr>
        <p:spPr>
          <a:xfrm rot="10800000">
            <a:off x="4090086" y="1709738"/>
            <a:ext cx="3002692" cy="369673"/>
          </a:xfrm>
          <a:prstGeom prst="right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957CCA4C-44D0-289F-3EA8-4C58F3539E3E}"/>
              </a:ext>
            </a:extLst>
          </p:cNvPr>
          <p:cNvSpPr>
            <a:spLocks noGrp="1"/>
          </p:cNvSpPr>
          <p:nvPr>
            <p:ph type="sldNum" sz="quarter" idx="12"/>
          </p:nvPr>
        </p:nvSpPr>
        <p:spPr/>
        <p:txBody>
          <a:bodyPr/>
          <a:lstStyle/>
          <a:p>
            <a:fld id="{0CB925E2-E8C9-4143-BCD5-4CDDC2142BEC}" type="slidenum">
              <a:rPr lang="en-US" smtClean="0"/>
              <a:t>7</a:t>
            </a:fld>
            <a:endParaRPr lang="en-US"/>
          </a:p>
        </p:txBody>
      </p:sp>
    </p:spTree>
    <p:extLst>
      <p:ext uri="{BB962C8B-B14F-4D97-AF65-F5344CB8AC3E}">
        <p14:creationId xmlns:p14="http://schemas.microsoft.com/office/powerpoint/2010/main" val="2951014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B0BE06-EC2F-FC55-F7C9-38CC8171B942}"/>
              </a:ext>
            </a:extLst>
          </p:cNvPr>
          <p:cNvSpPr>
            <a:spLocks noGrp="1"/>
          </p:cNvSpPr>
          <p:nvPr>
            <p:ph type="title"/>
          </p:nvPr>
        </p:nvSpPr>
        <p:spPr/>
        <p:txBody>
          <a:bodyPr/>
          <a:lstStyle/>
          <a:p>
            <a:r>
              <a:rPr lang="en-US" b="1" dirty="0"/>
              <a:t>Resource Dependence</a:t>
            </a:r>
          </a:p>
        </p:txBody>
      </p:sp>
      <p:sp>
        <p:nvSpPr>
          <p:cNvPr id="5" name="Content Placeholder 4">
            <a:extLst>
              <a:ext uri="{FF2B5EF4-FFF2-40B4-BE49-F238E27FC236}">
                <a16:creationId xmlns:a16="http://schemas.microsoft.com/office/drawing/2014/main" id="{7FF9958F-1B96-B435-F21B-009CB082AEAB}"/>
              </a:ext>
            </a:extLst>
          </p:cNvPr>
          <p:cNvSpPr>
            <a:spLocks noGrp="1"/>
          </p:cNvSpPr>
          <p:nvPr>
            <p:ph idx="1"/>
          </p:nvPr>
        </p:nvSpPr>
        <p:spPr>
          <a:xfrm>
            <a:off x="503538" y="1825625"/>
            <a:ext cx="11184924" cy="4667250"/>
          </a:xfrm>
        </p:spPr>
        <p:txBody>
          <a:bodyPr>
            <a:normAutofit/>
          </a:bodyPr>
          <a:lstStyle/>
          <a:p>
            <a:r>
              <a:rPr lang="en-US" b="1" dirty="0"/>
              <a:t>Power &amp; Resource Dependence</a:t>
            </a:r>
            <a:r>
              <a:rPr lang="en-US" dirty="0"/>
              <a:t>, Emerson (1962)</a:t>
            </a:r>
          </a:p>
          <a:p>
            <a:pPr lvl="1"/>
            <a:r>
              <a:rPr lang="en-US" dirty="0"/>
              <a:t>“Power is the inverse of one’s dependency on the other in a relationship” </a:t>
            </a:r>
          </a:p>
          <a:p>
            <a:pPr lvl="1"/>
            <a:r>
              <a:rPr lang="en-US" dirty="0"/>
              <a:t>“Dependence = motivational investment in the same goals/rewards, inverse of availability of alternative means of achieving goals outside of the relationship”</a:t>
            </a:r>
          </a:p>
          <a:p>
            <a:pPr marL="457200" lvl="1" indent="0">
              <a:buNone/>
            </a:pPr>
            <a:endParaRPr lang="en-US" dirty="0"/>
          </a:p>
          <a:p>
            <a:pPr marL="457200" lvl="1" indent="0">
              <a:buNone/>
            </a:pPr>
            <a:endParaRPr lang="en-US" dirty="0"/>
          </a:p>
          <a:p>
            <a:r>
              <a:rPr lang="en-US" b="1" dirty="0"/>
              <a:t>Resource Dependence is not an objective concept</a:t>
            </a:r>
          </a:p>
          <a:p>
            <a:pPr lvl="1"/>
            <a:r>
              <a:rPr lang="en-US" dirty="0"/>
              <a:t>Yet typically studied in concrete terms (finances, resource flows)</a:t>
            </a:r>
          </a:p>
          <a:p>
            <a:r>
              <a:rPr lang="en-US" b="1" dirty="0"/>
              <a:t>There is a subjective, perceived or performative reality </a:t>
            </a:r>
          </a:p>
          <a:p>
            <a:r>
              <a:rPr lang="en-US" b="1" u="sng" dirty="0">
                <a:solidFill>
                  <a:srgbClr val="C00000"/>
                </a:solidFill>
              </a:rPr>
              <a:t>No dictionaries or LLMs assess perceptions of RD</a:t>
            </a:r>
            <a:r>
              <a:rPr lang="en-US" u="sng" dirty="0">
                <a:solidFill>
                  <a:srgbClr val="C00000"/>
                </a:solidFill>
              </a:rPr>
              <a:t> </a:t>
            </a:r>
            <a:r>
              <a:rPr lang="en-US" b="1" u="sng" dirty="0">
                <a:solidFill>
                  <a:srgbClr val="C00000"/>
                </a:solidFill>
              </a:rPr>
              <a:t>via text analysis</a:t>
            </a:r>
          </a:p>
          <a:p>
            <a:endParaRPr lang="en-US" dirty="0"/>
          </a:p>
        </p:txBody>
      </p:sp>
      <p:sp>
        <p:nvSpPr>
          <p:cNvPr id="2" name="Slide Number Placeholder 1">
            <a:extLst>
              <a:ext uri="{FF2B5EF4-FFF2-40B4-BE49-F238E27FC236}">
                <a16:creationId xmlns:a16="http://schemas.microsoft.com/office/drawing/2014/main" id="{BD1B2B79-4CD5-06DE-9BA5-A5365648D9B1}"/>
              </a:ext>
            </a:extLst>
          </p:cNvPr>
          <p:cNvSpPr>
            <a:spLocks noGrp="1"/>
          </p:cNvSpPr>
          <p:nvPr>
            <p:ph type="sldNum" sz="quarter" idx="12"/>
          </p:nvPr>
        </p:nvSpPr>
        <p:spPr/>
        <p:txBody>
          <a:bodyPr/>
          <a:lstStyle/>
          <a:p>
            <a:fld id="{0CB925E2-E8C9-4143-BCD5-4CDDC2142BEC}" type="slidenum">
              <a:rPr lang="en-US" smtClean="0"/>
              <a:t>8</a:t>
            </a:fld>
            <a:endParaRPr lang="en-US"/>
          </a:p>
        </p:txBody>
      </p:sp>
    </p:spTree>
    <p:extLst>
      <p:ext uri="{BB962C8B-B14F-4D97-AF65-F5344CB8AC3E}">
        <p14:creationId xmlns:p14="http://schemas.microsoft.com/office/powerpoint/2010/main" val="3969896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2C660A-11FB-FD83-8DD1-8AEF4249956A}"/>
              </a:ext>
            </a:extLst>
          </p:cNvPr>
          <p:cNvSpPr>
            <a:spLocks noGrp="1"/>
          </p:cNvSpPr>
          <p:nvPr>
            <p:ph type="title"/>
          </p:nvPr>
        </p:nvSpPr>
        <p:spPr/>
        <p:txBody>
          <a:bodyPr/>
          <a:lstStyle/>
          <a:p>
            <a:r>
              <a:rPr lang="en-US" dirty="0"/>
              <a:t>Research Questions:</a:t>
            </a:r>
          </a:p>
        </p:txBody>
      </p:sp>
      <p:sp>
        <p:nvSpPr>
          <p:cNvPr id="5" name="Text Placeholder 4">
            <a:extLst>
              <a:ext uri="{FF2B5EF4-FFF2-40B4-BE49-F238E27FC236}">
                <a16:creationId xmlns:a16="http://schemas.microsoft.com/office/drawing/2014/main" id="{ECCE97E6-430F-142D-8BA0-BB766C1777A7}"/>
              </a:ext>
            </a:extLst>
          </p:cNvPr>
          <p:cNvSpPr>
            <a:spLocks noGrp="1"/>
          </p:cNvSpPr>
          <p:nvPr>
            <p:ph type="body" idx="1"/>
          </p:nvPr>
        </p:nvSpPr>
        <p:spPr>
          <a:xfrm>
            <a:off x="838200" y="4725387"/>
            <a:ext cx="10515600" cy="1836051"/>
          </a:xfrm>
        </p:spPr>
        <p:txBody>
          <a:bodyPr>
            <a:normAutofit/>
          </a:bodyPr>
          <a:lstStyle/>
          <a:p>
            <a:r>
              <a:rPr lang="en-US" sz="2800" b="1" dirty="0">
                <a:solidFill>
                  <a:schemeClr val="tx1"/>
                </a:solidFill>
              </a:rPr>
              <a:t>What a Fine-Tuned Classifier Could Help Answer </a:t>
            </a:r>
          </a:p>
        </p:txBody>
      </p:sp>
      <p:sp>
        <p:nvSpPr>
          <p:cNvPr id="2" name="Slide Number Placeholder 1">
            <a:extLst>
              <a:ext uri="{FF2B5EF4-FFF2-40B4-BE49-F238E27FC236}">
                <a16:creationId xmlns:a16="http://schemas.microsoft.com/office/drawing/2014/main" id="{FE928EDE-2CE5-78CB-6343-ACE22D086010}"/>
              </a:ext>
            </a:extLst>
          </p:cNvPr>
          <p:cNvSpPr>
            <a:spLocks noGrp="1"/>
          </p:cNvSpPr>
          <p:nvPr>
            <p:ph type="sldNum" sz="quarter" idx="12"/>
          </p:nvPr>
        </p:nvSpPr>
        <p:spPr/>
        <p:txBody>
          <a:bodyPr/>
          <a:lstStyle/>
          <a:p>
            <a:fld id="{0CB925E2-E8C9-4143-BCD5-4CDDC2142BEC}" type="slidenum">
              <a:rPr lang="en-US" smtClean="0"/>
              <a:t>9</a:t>
            </a:fld>
            <a:endParaRPr lang="en-US"/>
          </a:p>
        </p:txBody>
      </p:sp>
    </p:spTree>
    <p:extLst>
      <p:ext uri="{BB962C8B-B14F-4D97-AF65-F5344CB8AC3E}">
        <p14:creationId xmlns:p14="http://schemas.microsoft.com/office/powerpoint/2010/main" val="3456197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493A5-A737-03AE-E4EA-10B63EFB74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A25ABA-42C5-6E46-DCE8-0FB01DDA56B1}"/>
              </a:ext>
            </a:extLst>
          </p:cNvPr>
          <p:cNvSpPr>
            <a:spLocks noGrp="1"/>
          </p:cNvSpPr>
          <p:nvPr>
            <p:ph type="title"/>
          </p:nvPr>
        </p:nvSpPr>
        <p:spPr>
          <a:xfrm>
            <a:off x="159489" y="0"/>
            <a:ext cx="10515600" cy="1325563"/>
          </a:xfrm>
        </p:spPr>
        <p:txBody>
          <a:bodyPr/>
          <a:lstStyle/>
          <a:p>
            <a:r>
              <a:rPr lang="en-US" dirty="0"/>
              <a:t>Research Questions</a:t>
            </a:r>
          </a:p>
        </p:txBody>
      </p:sp>
      <p:sp>
        <p:nvSpPr>
          <p:cNvPr id="3" name="Content Placeholder 2">
            <a:extLst>
              <a:ext uri="{FF2B5EF4-FFF2-40B4-BE49-F238E27FC236}">
                <a16:creationId xmlns:a16="http://schemas.microsoft.com/office/drawing/2014/main" id="{049D55E1-BA4B-FEB6-A80D-3239DC960199}"/>
              </a:ext>
            </a:extLst>
          </p:cNvPr>
          <p:cNvSpPr>
            <a:spLocks noGrp="1"/>
          </p:cNvSpPr>
          <p:nvPr>
            <p:ph idx="1"/>
          </p:nvPr>
        </p:nvSpPr>
        <p:spPr>
          <a:xfrm>
            <a:off x="679623" y="2051222"/>
            <a:ext cx="10639166" cy="3669956"/>
          </a:xfrm>
          <a:ln>
            <a:noFill/>
          </a:ln>
        </p:spPr>
        <p:txBody>
          <a:bodyPr>
            <a:normAutofit lnSpcReduction="10000"/>
          </a:bodyPr>
          <a:lstStyle/>
          <a:p>
            <a:pPr marL="0" indent="0">
              <a:buNone/>
            </a:pPr>
            <a:r>
              <a:rPr lang="en-CA" b="1" dirty="0"/>
              <a:t>1) How does </a:t>
            </a:r>
            <a:r>
              <a:rPr lang="en-CA" b="1" dirty="0">
                <a:solidFill>
                  <a:srgbClr val="C00000"/>
                </a:solidFill>
              </a:rPr>
              <a:t>perceived resource dependence </a:t>
            </a:r>
            <a:r>
              <a:rPr lang="en-CA" b="1" dirty="0">
                <a:solidFill>
                  <a:srgbClr val="0070C0"/>
                </a:solidFill>
              </a:rPr>
              <a:t>moderate</a:t>
            </a:r>
            <a:r>
              <a:rPr lang="en-CA" b="1" dirty="0"/>
              <a:t> the </a:t>
            </a:r>
            <a:r>
              <a:rPr lang="en-CA" b="1" dirty="0">
                <a:solidFill>
                  <a:srgbClr val="00B050"/>
                </a:solidFill>
              </a:rPr>
              <a:t>financial performance </a:t>
            </a:r>
            <a:r>
              <a:rPr lang="en-CA" b="1" dirty="0"/>
              <a:t>impact of the 2019 policy shock? </a:t>
            </a:r>
          </a:p>
          <a:p>
            <a:pPr marL="0" indent="0">
              <a:buNone/>
            </a:pPr>
            <a:endParaRPr lang="en-CA" b="1" dirty="0"/>
          </a:p>
          <a:p>
            <a:pPr marL="0" indent="0">
              <a:buNone/>
            </a:pPr>
            <a:r>
              <a:rPr lang="en-CA" b="1" dirty="0"/>
              <a:t>2) How does </a:t>
            </a:r>
            <a:r>
              <a:rPr lang="en-CA" b="1" dirty="0">
                <a:solidFill>
                  <a:srgbClr val="C00000"/>
                </a:solidFill>
              </a:rPr>
              <a:t>perceived resource dependence </a:t>
            </a:r>
            <a:r>
              <a:rPr lang="en-CA" b="1" dirty="0">
                <a:solidFill>
                  <a:srgbClr val="0070C0"/>
                </a:solidFill>
              </a:rPr>
              <a:t>change </a:t>
            </a:r>
            <a:r>
              <a:rPr lang="en-CA" b="1" dirty="0"/>
              <a:t>in response to the </a:t>
            </a:r>
            <a:r>
              <a:rPr lang="en-CA" b="1" dirty="0">
                <a:solidFill>
                  <a:schemeClr val="tx1">
                    <a:lumMod val="50000"/>
                    <a:lumOff val="50000"/>
                  </a:schemeClr>
                </a:solidFill>
              </a:rPr>
              <a:t>2019 policy shock </a:t>
            </a:r>
            <a:r>
              <a:rPr lang="en-CA" b="1" dirty="0"/>
              <a:t>?</a:t>
            </a:r>
          </a:p>
          <a:p>
            <a:pPr marL="0" indent="0">
              <a:buNone/>
            </a:pPr>
            <a:endParaRPr lang="en-CA" b="1" dirty="0"/>
          </a:p>
          <a:p>
            <a:pPr marL="0" indent="0">
              <a:buNone/>
            </a:pPr>
            <a:r>
              <a:rPr lang="en-CA" b="1" dirty="0"/>
              <a:t>3) How does </a:t>
            </a:r>
            <a:r>
              <a:rPr lang="en-CA" b="1" dirty="0">
                <a:solidFill>
                  <a:srgbClr val="7030A0"/>
                </a:solidFill>
              </a:rPr>
              <a:t>leadership succession </a:t>
            </a:r>
            <a:r>
              <a:rPr lang="en-CA" b="1" dirty="0">
                <a:solidFill>
                  <a:srgbClr val="0070C0"/>
                </a:solidFill>
              </a:rPr>
              <a:t>cause</a:t>
            </a:r>
            <a:r>
              <a:rPr lang="en-CA" b="1" dirty="0"/>
              <a:t> change in </a:t>
            </a:r>
            <a:r>
              <a:rPr lang="en-CA" b="1" dirty="0">
                <a:solidFill>
                  <a:srgbClr val="C00000"/>
                </a:solidFill>
              </a:rPr>
              <a:t>perceived resource dependence </a:t>
            </a:r>
            <a:r>
              <a:rPr lang="en-CA" b="1" dirty="0"/>
              <a:t>pre and post the 2019 policy shock? </a:t>
            </a:r>
          </a:p>
          <a:p>
            <a:pPr marL="0" indent="0">
              <a:buNone/>
            </a:pPr>
            <a:endParaRPr lang="en-US" dirty="0"/>
          </a:p>
          <a:p>
            <a:pPr marL="0" indent="0">
              <a:buNone/>
            </a:pPr>
            <a:endParaRPr lang="en-US" dirty="0"/>
          </a:p>
          <a:p>
            <a:endParaRPr lang="en-US" dirty="0"/>
          </a:p>
          <a:p>
            <a:endParaRPr lang="en-US" dirty="0"/>
          </a:p>
        </p:txBody>
      </p:sp>
      <p:sp>
        <p:nvSpPr>
          <p:cNvPr id="5" name="Frame 4">
            <a:extLst>
              <a:ext uri="{FF2B5EF4-FFF2-40B4-BE49-F238E27FC236}">
                <a16:creationId xmlns:a16="http://schemas.microsoft.com/office/drawing/2014/main" id="{6B6B26AB-FEF8-596C-BBEA-01B01F67CC8B}"/>
              </a:ext>
            </a:extLst>
          </p:cNvPr>
          <p:cNvSpPr/>
          <p:nvPr/>
        </p:nvSpPr>
        <p:spPr>
          <a:xfrm>
            <a:off x="407773" y="1433384"/>
            <a:ext cx="11104604" cy="4967416"/>
          </a:xfrm>
          <a:prstGeom prst="frame">
            <a:avLst>
              <a:gd name="adj1" fmla="val 4586"/>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Slide Number Placeholder 3">
            <a:extLst>
              <a:ext uri="{FF2B5EF4-FFF2-40B4-BE49-F238E27FC236}">
                <a16:creationId xmlns:a16="http://schemas.microsoft.com/office/drawing/2014/main" id="{A5D29F1D-A7ED-BFC5-9AF4-46BB89F39B61}"/>
              </a:ext>
            </a:extLst>
          </p:cNvPr>
          <p:cNvSpPr>
            <a:spLocks noGrp="1"/>
          </p:cNvSpPr>
          <p:nvPr>
            <p:ph type="sldNum" sz="quarter" idx="12"/>
          </p:nvPr>
        </p:nvSpPr>
        <p:spPr/>
        <p:txBody>
          <a:bodyPr/>
          <a:lstStyle/>
          <a:p>
            <a:fld id="{0CB925E2-E8C9-4143-BCD5-4CDDC2142BEC}" type="slidenum">
              <a:rPr lang="en-US" smtClean="0"/>
              <a:t>10</a:t>
            </a:fld>
            <a:endParaRPr lang="en-US"/>
          </a:p>
        </p:txBody>
      </p:sp>
    </p:spTree>
    <p:extLst>
      <p:ext uri="{BB962C8B-B14F-4D97-AF65-F5344CB8AC3E}">
        <p14:creationId xmlns:p14="http://schemas.microsoft.com/office/powerpoint/2010/main" val="3959286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77A94-A211-7A59-D06A-924EDA7FF18E}"/>
              </a:ext>
            </a:extLst>
          </p:cNvPr>
          <p:cNvSpPr>
            <a:spLocks noGrp="1"/>
          </p:cNvSpPr>
          <p:nvPr>
            <p:ph type="title"/>
          </p:nvPr>
        </p:nvSpPr>
        <p:spPr/>
        <p:txBody>
          <a:bodyPr/>
          <a:lstStyle/>
          <a:p>
            <a:r>
              <a:rPr lang="en-US" dirty="0"/>
              <a:t>Data Collection, Processing &amp; Sampling</a:t>
            </a:r>
          </a:p>
        </p:txBody>
      </p:sp>
      <p:sp>
        <p:nvSpPr>
          <p:cNvPr id="3" name="Text Placeholder 2">
            <a:extLst>
              <a:ext uri="{FF2B5EF4-FFF2-40B4-BE49-F238E27FC236}">
                <a16:creationId xmlns:a16="http://schemas.microsoft.com/office/drawing/2014/main" id="{A59ED29F-7833-7EE4-D2E6-9BC86B850E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37D7AA-1EE6-57C1-E2F1-E48CE56B69BC}"/>
              </a:ext>
            </a:extLst>
          </p:cNvPr>
          <p:cNvSpPr>
            <a:spLocks noGrp="1"/>
          </p:cNvSpPr>
          <p:nvPr>
            <p:ph type="sldNum" sz="quarter" idx="12"/>
          </p:nvPr>
        </p:nvSpPr>
        <p:spPr/>
        <p:txBody>
          <a:bodyPr/>
          <a:lstStyle/>
          <a:p>
            <a:fld id="{0CB925E2-E8C9-4143-BCD5-4CDDC2142BEC}" type="slidenum">
              <a:rPr lang="en-US" smtClean="0"/>
              <a:t>11</a:t>
            </a:fld>
            <a:endParaRPr lang="en-US"/>
          </a:p>
        </p:txBody>
      </p:sp>
    </p:spTree>
    <p:extLst>
      <p:ext uri="{BB962C8B-B14F-4D97-AF65-F5344CB8AC3E}">
        <p14:creationId xmlns:p14="http://schemas.microsoft.com/office/powerpoint/2010/main" val="1720063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90436-F0ED-19F0-DB68-8206935B455E}"/>
              </a:ext>
            </a:extLst>
          </p:cNvPr>
          <p:cNvSpPr>
            <a:spLocks noGrp="1"/>
          </p:cNvSpPr>
          <p:nvPr>
            <p:ph type="title"/>
          </p:nvPr>
        </p:nvSpPr>
        <p:spPr>
          <a:xfrm>
            <a:off x="838200" y="365126"/>
            <a:ext cx="10515600" cy="1080616"/>
          </a:xfrm>
        </p:spPr>
        <p:txBody>
          <a:bodyPr/>
          <a:lstStyle/>
          <a:p>
            <a:r>
              <a:rPr lang="en-US" b="1" dirty="0"/>
              <a:t>Data: Original Plan</a:t>
            </a:r>
          </a:p>
        </p:txBody>
      </p:sp>
      <p:sp>
        <p:nvSpPr>
          <p:cNvPr id="3" name="Content Placeholder 2">
            <a:extLst>
              <a:ext uri="{FF2B5EF4-FFF2-40B4-BE49-F238E27FC236}">
                <a16:creationId xmlns:a16="http://schemas.microsoft.com/office/drawing/2014/main" id="{7BC6660C-0D88-008E-4E41-F925D5E31750}"/>
              </a:ext>
            </a:extLst>
          </p:cNvPr>
          <p:cNvSpPr>
            <a:spLocks noGrp="1"/>
          </p:cNvSpPr>
          <p:nvPr>
            <p:ph idx="1"/>
          </p:nvPr>
        </p:nvSpPr>
        <p:spPr>
          <a:xfrm>
            <a:off x="689919" y="1445742"/>
            <a:ext cx="10515600" cy="5047132"/>
          </a:xfrm>
        </p:spPr>
        <p:txBody>
          <a:bodyPr>
            <a:normAutofit fontScale="85000" lnSpcReduction="20000"/>
          </a:bodyPr>
          <a:lstStyle/>
          <a:p>
            <a:r>
              <a:rPr lang="en-US" b="1" dirty="0"/>
              <a:t>Operating Budgets</a:t>
            </a:r>
          </a:p>
          <a:p>
            <a:pPr lvl="1"/>
            <a:r>
              <a:rPr lang="en-US" dirty="0"/>
              <a:t>Ontario x 20 universities</a:t>
            </a:r>
          </a:p>
          <a:p>
            <a:pPr lvl="1"/>
            <a:r>
              <a:rPr lang="en-US" dirty="0"/>
              <a:t>British Columbia &amp; Nova Scotia X 18 universities</a:t>
            </a:r>
          </a:p>
          <a:p>
            <a:pPr lvl="1"/>
            <a:r>
              <a:rPr lang="en-US" dirty="0"/>
              <a:t>2014-2025</a:t>
            </a:r>
          </a:p>
          <a:p>
            <a:pPr marL="457200" lvl="1" indent="0">
              <a:buNone/>
            </a:pPr>
            <a:endParaRPr lang="en-US" dirty="0"/>
          </a:p>
          <a:p>
            <a:r>
              <a:rPr lang="en-US" b="1" dirty="0"/>
              <a:t>Unit of Analysis</a:t>
            </a:r>
          </a:p>
          <a:p>
            <a:pPr lvl="1"/>
            <a:r>
              <a:rPr lang="en-US" b="1" dirty="0"/>
              <a:t>Introduction Section</a:t>
            </a:r>
          </a:p>
          <a:p>
            <a:pPr lvl="2"/>
            <a:r>
              <a:rPr lang="en-US" dirty="0"/>
              <a:t>“Setting the Context”, “Introduction”, “Executive Summary”, “Changing Financial Landscape”</a:t>
            </a:r>
          </a:p>
          <a:p>
            <a:pPr lvl="2"/>
            <a:r>
              <a:rPr lang="en-US" dirty="0"/>
              <a:t>1-5 pages of document </a:t>
            </a:r>
          </a:p>
          <a:p>
            <a:pPr lvl="1"/>
            <a:r>
              <a:rPr lang="en-US" b="1" dirty="0"/>
              <a:t>Paragraph Level</a:t>
            </a:r>
          </a:p>
          <a:p>
            <a:pPr lvl="2"/>
            <a:r>
              <a:rPr lang="en-US" dirty="0"/>
              <a:t>5 – 45 paragraphs per introduction section</a:t>
            </a:r>
          </a:p>
          <a:p>
            <a:pPr lvl="1"/>
            <a:r>
              <a:rPr lang="en-US" b="1" dirty="0"/>
              <a:t>No text pre-processing</a:t>
            </a:r>
          </a:p>
          <a:p>
            <a:pPr lvl="1"/>
            <a:r>
              <a:rPr lang="en-US" b="1" dirty="0"/>
              <a:t>Less than 288 tokens per paragraph</a:t>
            </a:r>
          </a:p>
          <a:p>
            <a:pPr lvl="1"/>
            <a:endParaRPr lang="en-US" dirty="0"/>
          </a:p>
          <a:p>
            <a:r>
              <a:rPr lang="en-US" b="1" dirty="0"/>
              <a:t>Size of Total Corpus</a:t>
            </a:r>
          </a:p>
          <a:p>
            <a:pPr lvl="1"/>
            <a:r>
              <a:rPr lang="en-US" dirty="0"/>
              <a:t>38 universities X 12 years X avg 12 paragraphs = 5,472 paragraphs</a:t>
            </a:r>
          </a:p>
          <a:p>
            <a:pPr lvl="1"/>
            <a:endParaRPr lang="en-US" dirty="0"/>
          </a:p>
        </p:txBody>
      </p:sp>
      <p:sp>
        <p:nvSpPr>
          <p:cNvPr id="4" name="Slide Number Placeholder 3">
            <a:extLst>
              <a:ext uri="{FF2B5EF4-FFF2-40B4-BE49-F238E27FC236}">
                <a16:creationId xmlns:a16="http://schemas.microsoft.com/office/drawing/2014/main" id="{1AC07745-A6C6-7646-FD1E-736FE6B2D09D}"/>
              </a:ext>
            </a:extLst>
          </p:cNvPr>
          <p:cNvSpPr>
            <a:spLocks noGrp="1"/>
          </p:cNvSpPr>
          <p:nvPr>
            <p:ph type="sldNum" sz="quarter" idx="12"/>
          </p:nvPr>
        </p:nvSpPr>
        <p:spPr/>
        <p:txBody>
          <a:bodyPr/>
          <a:lstStyle/>
          <a:p>
            <a:fld id="{0CB925E2-E8C9-4143-BCD5-4CDDC2142BEC}" type="slidenum">
              <a:rPr lang="en-US" smtClean="0"/>
              <a:t>12</a:t>
            </a:fld>
            <a:endParaRPr lang="en-US"/>
          </a:p>
        </p:txBody>
      </p:sp>
    </p:spTree>
    <p:extLst>
      <p:ext uri="{BB962C8B-B14F-4D97-AF65-F5344CB8AC3E}">
        <p14:creationId xmlns:p14="http://schemas.microsoft.com/office/powerpoint/2010/main" val="3954240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666D2D9-0AFB-0C24-F840-8067FD6CBF60}"/>
              </a:ext>
            </a:extLst>
          </p:cNvPr>
          <p:cNvPicPr>
            <a:picLocks noChangeAspect="1"/>
          </p:cNvPicPr>
          <p:nvPr/>
        </p:nvPicPr>
        <p:blipFill>
          <a:blip r:embed="rId2"/>
          <a:srcRect b="19643"/>
          <a:stretch>
            <a:fillRect/>
          </a:stretch>
        </p:blipFill>
        <p:spPr>
          <a:xfrm>
            <a:off x="20" y="10"/>
            <a:ext cx="12191980" cy="6857990"/>
          </a:xfrm>
          <a:prstGeom prst="rect">
            <a:avLst/>
          </a:prstGeom>
        </p:spPr>
      </p:pic>
      <p:sp>
        <p:nvSpPr>
          <p:cNvPr id="14" name="Rectangle 13">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05554D-4AD6-73F3-05EA-7983FEBD1821}"/>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Building My Corpora</a:t>
            </a:r>
          </a:p>
        </p:txBody>
      </p:sp>
      <p:cxnSp>
        <p:nvCxnSpPr>
          <p:cNvPr id="15" name="Straight Connector 14">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6D8114BD-159C-7E1D-BEBB-E4DA7A8EFC1A}"/>
              </a:ext>
            </a:extLst>
          </p:cNvPr>
          <p:cNvSpPr>
            <a:spLocks noGrp="1"/>
          </p:cNvSpPr>
          <p:nvPr>
            <p:ph type="sldNum" sz="quarter" idx="12"/>
          </p:nvPr>
        </p:nvSpPr>
        <p:spPr/>
        <p:txBody>
          <a:bodyPr/>
          <a:lstStyle/>
          <a:p>
            <a:fld id="{0CB925E2-E8C9-4143-BCD5-4CDDC2142BEC}" type="slidenum">
              <a:rPr lang="en-US" smtClean="0"/>
              <a:t>13</a:t>
            </a:fld>
            <a:endParaRPr lang="en-US"/>
          </a:p>
        </p:txBody>
      </p:sp>
    </p:spTree>
    <p:extLst>
      <p:ext uri="{BB962C8B-B14F-4D97-AF65-F5344CB8AC3E}">
        <p14:creationId xmlns:p14="http://schemas.microsoft.com/office/powerpoint/2010/main" val="5345811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82E7C-215D-B351-F610-4C03849518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1376FB-65AE-9DC9-8CC8-86BA81ED83CD}"/>
              </a:ext>
            </a:extLst>
          </p:cNvPr>
          <p:cNvSpPr>
            <a:spLocks noGrp="1"/>
          </p:cNvSpPr>
          <p:nvPr>
            <p:ph type="title"/>
          </p:nvPr>
        </p:nvSpPr>
        <p:spPr>
          <a:xfrm>
            <a:off x="239669" y="300397"/>
            <a:ext cx="11210925" cy="744836"/>
          </a:xfrm>
        </p:spPr>
        <p:txBody>
          <a:bodyPr vert="horz" lIns="91440" tIns="45720" rIns="91440" bIns="45720" rtlCol="0" anchor="ctr">
            <a:normAutofit/>
          </a:bodyPr>
          <a:lstStyle/>
          <a:p>
            <a:r>
              <a:rPr lang="en-US" sz="3600" dirty="0">
                <a:solidFill>
                  <a:schemeClr val="tx1">
                    <a:lumMod val="85000"/>
                    <a:lumOff val="15000"/>
                  </a:schemeClr>
                </a:solidFill>
              </a:rPr>
              <a:t>Variables &amp; Codebook: Fine Tuner (1)</a:t>
            </a:r>
          </a:p>
        </p:txBody>
      </p:sp>
      <p:sp>
        <p:nvSpPr>
          <p:cNvPr id="3" name="Content Placeholder 2">
            <a:extLst>
              <a:ext uri="{FF2B5EF4-FFF2-40B4-BE49-F238E27FC236}">
                <a16:creationId xmlns:a16="http://schemas.microsoft.com/office/drawing/2014/main" id="{4CF57886-E2E4-E26E-1705-E1C7387823F3}"/>
              </a:ext>
            </a:extLst>
          </p:cNvPr>
          <p:cNvSpPr>
            <a:spLocks noGrp="1"/>
          </p:cNvSpPr>
          <p:nvPr>
            <p:ph idx="1"/>
          </p:nvPr>
        </p:nvSpPr>
        <p:spPr>
          <a:xfrm>
            <a:off x="442784" y="1418838"/>
            <a:ext cx="11481486" cy="4802187"/>
          </a:xfrm>
        </p:spPr>
        <p:txBody>
          <a:bodyPr>
            <a:normAutofit fontScale="92500" lnSpcReduction="20000"/>
          </a:bodyPr>
          <a:lstStyle/>
          <a:p>
            <a:pPr marL="457200" lvl="1" indent="0">
              <a:buNone/>
            </a:pPr>
            <a:r>
              <a:rPr lang="en-US" b="1" dirty="0" err="1">
                <a:highlight>
                  <a:srgbClr val="FFFF00"/>
                </a:highlight>
              </a:rPr>
              <a:t>Class_Binary</a:t>
            </a:r>
            <a:endParaRPr lang="en-US" b="1" dirty="0">
              <a:highlight>
                <a:srgbClr val="FFFF00"/>
              </a:highlight>
            </a:endParaRPr>
          </a:p>
          <a:p>
            <a:pPr lvl="2"/>
            <a:r>
              <a:rPr lang="en-US" dirty="0">
                <a:highlight>
                  <a:srgbClr val="FFFF00"/>
                </a:highlight>
              </a:rPr>
              <a:t>0 = No Perceived Resource Dependence</a:t>
            </a:r>
          </a:p>
          <a:p>
            <a:pPr lvl="2"/>
            <a:r>
              <a:rPr lang="en-US" dirty="0">
                <a:highlight>
                  <a:srgbClr val="FFFF00"/>
                </a:highlight>
              </a:rPr>
              <a:t>1 = Perceived Resource Dependence</a:t>
            </a:r>
          </a:p>
          <a:p>
            <a:pPr lvl="2"/>
            <a:endParaRPr lang="en-US" dirty="0"/>
          </a:p>
          <a:p>
            <a:r>
              <a:rPr lang="en-CA" sz="2100" b="1" dirty="0">
                <a:highlight>
                  <a:srgbClr val="00FFFF"/>
                </a:highlight>
              </a:rPr>
              <a:t>Label 0 </a:t>
            </a:r>
            <a:r>
              <a:rPr lang="en-CA" sz="2100" b="1" dirty="0"/>
              <a:t>= ANY paragraph that describes policy, funding, or risk WITHOUT evaluative language about constraint or opportunity</a:t>
            </a:r>
          </a:p>
          <a:p>
            <a:r>
              <a:rPr lang="en-CA" sz="2100" b="1" dirty="0"/>
              <a:t>Key Words and Phrases:</a:t>
            </a:r>
          </a:p>
          <a:p>
            <a:pPr lvl="1"/>
            <a:r>
              <a:rPr lang="en-CA" sz="2100" dirty="0"/>
              <a:t>References to the global economy , Covid-19 pandemic </a:t>
            </a:r>
          </a:p>
          <a:p>
            <a:pPr lvl="1"/>
            <a:r>
              <a:rPr lang="en-CA" sz="2100" dirty="0"/>
              <a:t>References to budgeting process, descriptive budget information only</a:t>
            </a:r>
          </a:p>
          <a:p>
            <a:pPr lvl="1"/>
            <a:r>
              <a:rPr lang="en-CA" sz="2100" dirty="0"/>
              <a:t>general references to policies or strategic mandate agreements without any adjectives or descriptive words implying dependence</a:t>
            </a:r>
          </a:p>
          <a:p>
            <a:pPr lvl="1"/>
            <a:endParaRPr lang="en-CA" sz="2100" dirty="0"/>
          </a:p>
          <a:p>
            <a:r>
              <a:rPr lang="en-CA" sz="2100" b="1" dirty="0">
                <a:highlight>
                  <a:srgbClr val="00FFFF"/>
                </a:highlight>
              </a:rPr>
              <a:t>Label 1</a:t>
            </a:r>
            <a:r>
              <a:rPr lang="en-CA" sz="2100" b="1" dirty="0"/>
              <a:t> = ANY paragraph that clearly emphasizes at least one of:</a:t>
            </a:r>
          </a:p>
          <a:p>
            <a:pPr lvl="1"/>
            <a:r>
              <a:rPr lang="en-CA" sz="2100" dirty="0"/>
              <a:t>alternative revenue source/generation/diversification</a:t>
            </a:r>
          </a:p>
          <a:p>
            <a:pPr lvl="1"/>
            <a:r>
              <a:rPr lang="en-CA" sz="2100" dirty="0"/>
              <a:t>agency (“we will”, “we can”) framing of government policy</a:t>
            </a:r>
          </a:p>
          <a:p>
            <a:pPr lvl="1"/>
            <a:r>
              <a:rPr lang="en-CA" sz="2100" dirty="0"/>
              <a:t>opportunity framing  of government policy or funding </a:t>
            </a:r>
          </a:p>
          <a:p>
            <a:pPr lvl="1"/>
            <a:r>
              <a:rPr lang="en-CA" sz="2100" dirty="0"/>
              <a:t>Challenge or constraint framing of government policy or funding</a:t>
            </a:r>
          </a:p>
          <a:p>
            <a:endParaRPr lang="en-CA" dirty="0"/>
          </a:p>
          <a:p>
            <a:pPr lvl="1"/>
            <a:endParaRPr lang="en-CA" sz="1600" dirty="0"/>
          </a:p>
          <a:p>
            <a:endParaRPr lang="en-CA" sz="2000" dirty="0"/>
          </a:p>
          <a:p>
            <a:pPr marL="0" indent="0">
              <a:buNone/>
            </a:pPr>
            <a:endParaRPr lang="en-CA" dirty="0"/>
          </a:p>
          <a:p>
            <a:pPr lvl="0"/>
            <a:endParaRPr lang="en-CA" sz="3600" dirty="0"/>
          </a:p>
          <a:p>
            <a:pPr lvl="1"/>
            <a:endParaRPr lang="en-US" dirty="0"/>
          </a:p>
          <a:p>
            <a:pPr lvl="1"/>
            <a:endParaRPr lang="en-US" dirty="0"/>
          </a:p>
          <a:p>
            <a:pPr lvl="1"/>
            <a:endParaRPr lang="en-US" dirty="0"/>
          </a:p>
          <a:p>
            <a:pPr marL="457200" lvl="1" indent="0">
              <a:buNone/>
            </a:pPr>
            <a:endParaRPr lang="en-US" dirty="0"/>
          </a:p>
        </p:txBody>
      </p:sp>
      <p:sp>
        <p:nvSpPr>
          <p:cNvPr id="4" name="Slide Number Placeholder 3">
            <a:extLst>
              <a:ext uri="{FF2B5EF4-FFF2-40B4-BE49-F238E27FC236}">
                <a16:creationId xmlns:a16="http://schemas.microsoft.com/office/drawing/2014/main" id="{C3EF93F1-5F99-3F3E-86F6-973037114582}"/>
              </a:ext>
            </a:extLst>
          </p:cNvPr>
          <p:cNvSpPr>
            <a:spLocks noGrp="1"/>
          </p:cNvSpPr>
          <p:nvPr>
            <p:ph type="sldNum" sz="quarter" idx="12"/>
          </p:nvPr>
        </p:nvSpPr>
        <p:spPr/>
        <p:txBody>
          <a:bodyPr/>
          <a:lstStyle/>
          <a:p>
            <a:fld id="{0CB925E2-E8C9-4143-BCD5-4CDDC2142BEC}" type="slidenum">
              <a:rPr lang="en-US" smtClean="0"/>
              <a:t>14</a:t>
            </a:fld>
            <a:endParaRPr lang="en-US"/>
          </a:p>
        </p:txBody>
      </p:sp>
    </p:spTree>
    <p:extLst>
      <p:ext uri="{BB962C8B-B14F-4D97-AF65-F5344CB8AC3E}">
        <p14:creationId xmlns:p14="http://schemas.microsoft.com/office/powerpoint/2010/main" val="1550140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DEC52-B467-9603-1277-1985360E67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AEB0FB-6718-F93E-A609-28A8B2A2FBAF}"/>
              </a:ext>
            </a:extLst>
          </p:cNvPr>
          <p:cNvSpPr>
            <a:spLocks noGrp="1"/>
          </p:cNvSpPr>
          <p:nvPr>
            <p:ph type="title"/>
          </p:nvPr>
        </p:nvSpPr>
        <p:spPr>
          <a:xfrm>
            <a:off x="239669" y="300397"/>
            <a:ext cx="11210925" cy="744836"/>
          </a:xfrm>
        </p:spPr>
        <p:txBody>
          <a:bodyPr vert="horz" lIns="91440" tIns="45720" rIns="91440" bIns="45720" rtlCol="0" anchor="ctr">
            <a:normAutofit/>
          </a:bodyPr>
          <a:lstStyle/>
          <a:p>
            <a:r>
              <a:rPr lang="en-US" sz="3600" dirty="0">
                <a:solidFill>
                  <a:schemeClr val="tx1">
                    <a:lumMod val="85000"/>
                    <a:lumOff val="15000"/>
                  </a:schemeClr>
                </a:solidFill>
              </a:rPr>
              <a:t>Variables &amp; Codebook: Fine Tuner (2)</a:t>
            </a:r>
          </a:p>
        </p:txBody>
      </p:sp>
      <p:sp>
        <p:nvSpPr>
          <p:cNvPr id="3" name="Content Placeholder 2">
            <a:extLst>
              <a:ext uri="{FF2B5EF4-FFF2-40B4-BE49-F238E27FC236}">
                <a16:creationId xmlns:a16="http://schemas.microsoft.com/office/drawing/2014/main" id="{8CFDBB11-0A48-A988-FD32-7D048D7C4E6E}"/>
              </a:ext>
            </a:extLst>
          </p:cNvPr>
          <p:cNvSpPr>
            <a:spLocks noGrp="1"/>
          </p:cNvSpPr>
          <p:nvPr>
            <p:ph idx="1"/>
          </p:nvPr>
        </p:nvSpPr>
        <p:spPr>
          <a:xfrm>
            <a:off x="413600" y="1045233"/>
            <a:ext cx="11629768" cy="5512370"/>
          </a:xfrm>
        </p:spPr>
        <p:txBody>
          <a:bodyPr>
            <a:normAutofit fontScale="62500" lnSpcReduction="20000"/>
          </a:bodyPr>
          <a:lstStyle/>
          <a:p>
            <a:pPr marL="457200" lvl="1" indent="0">
              <a:buNone/>
            </a:pPr>
            <a:r>
              <a:rPr lang="en-US" sz="3800" b="1" dirty="0" err="1">
                <a:highlight>
                  <a:srgbClr val="FFFF00"/>
                </a:highlight>
              </a:rPr>
              <a:t>Class_Intensity</a:t>
            </a:r>
            <a:endParaRPr lang="en-US" sz="3800" b="1" dirty="0">
              <a:highlight>
                <a:srgbClr val="FFFF00"/>
              </a:highlight>
            </a:endParaRPr>
          </a:p>
          <a:p>
            <a:pPr lvl="2"/>
            <a:r>
              <a:rPr lang="en-US" sz="3200" dirty="0">
                <a:highlight>
                  <a:srgbClr val="FFFF00"/>
                </a:highlight>
              </a:rPr>
              <a:t>0 = Low Perceived Resource Dependence</a:t>
            </a:r>
          </a:p>
          <a:p>
            <a:pPr lvl="2"/>
            <a:r>
              <a:rPr lang="en-US" sz="3200" dirty="0">
                <a:highlight>
                  <a:srgbClr val="FFFF00"/>
                </a:highlight>
              </a:rPr>
              <a:t>1 = High Perceived Resource Dependence</a:t>
            </a:r>
          </a:p>
          <a:p>
            <a:pPr marL="914400" lvl="2" indent="0">
              <a:buNone/>
            </a:pPr>
            <a:endParaRPr lang="en-US" dirty="0"/>
          </a:p>
          <a:p>
            <a:r>
              <a:rPr lang="en-CA" b="1" dirty="0">
                <a:highlight>
                  <a:srgbClr val="00FFFF"/>
                </a:highlight>
              </a:rPr>
              <a:t>Label 0 </a:t>
            </a:r>
            <a:r>
              <a:rPr lang="en-CA" b="1" dirty="0"/>
              <a:t>- Key word/phrase indicators (low perceived resource dependence)</a:t>
            </a:r>
          </a:p>
          <a:p>
            <a:pPr lvl="1"/>
            <a:r>
              <a:rPr lang="en-CA" sz="2600" i="1" dirty="0"/>
              <a:t>Policy is a welcomed change</a:t>
            </a:r>
            <a:endParaRPr lang="en-CA" sz="3200" i="1" dirty="0"/>
          </a:p>
          <a:p>
            <a:pPr lvl="1"/>
            <a:r>
              <a:rPr lang="en-CA" sz="2600" i="1" dirty="0"/>
              <a:t>Need to diversify revenue</a:t>
            </a:r>
            <a:endParaRPr lang="en-CA" sz="3800" i="1" dirty="0"/>
          </a:p>
          <a:p>
            <a:pPr lvl="1"/>
            <a:r>
              <a:rPr lang="en-CA" sz="2600" i="1" dirty="0"/>
              <a:t>Alternative revenue generation</a:t>
            </a:r>
            <a:endParaRPr lang="en-CA" sz="3800" i="1" dirty="0"/>
          </a:p>
          <a:p>
            <a:pPr lvl="1"/>
            <a:r>
              <a:rPr lang="en-CA" sz="2600" i="1" dirty="0"/>
              <a:t>Providing some flexibility</a:t>
            </a:r>
            <a:endParaRPr lang="en-CA" sz="3800" i="1" dirty="0"/>
          </a:p>
          <a:p>
            <a:pPr lvl="1"/>
            <a:r>
              <a:rPr lang="en-CA" sz="2600" i="1" dirty="0"/>
              <a:t>Committed to balanced budgets</a:t>
            </a:r>
            <a:endParaRPr lang="en-CA" sz="3800" i="1" dirty="0"/>
          </a:p>
          <a:p>
            <a:pPr lvl="1"/>
            <a:r>
              <a:rPr lang="en-CA" sz="2600" i="1" dirty="0"/>
              <a:t>Flexibility in the form of a contingency fund</a:t>
            </a:r>
            <a:endParaRPr lang="en-CA" sz="3800" i="1" dirty="0"/>
          </a:p>
          <a:p>
            <a:pPr lvl="1"/>
            <a:r>
              <a:rPr lang="en-CA" sz="2600" i="1" dirty="0"/>
              <a:t>Push for advocacy</a:t>
            </a:r>
            <a:endParaRPr lang="en-CA" sz="3200" dirty="0"/>
          </a:p>
          <a:p>
            <a:r>
              <a:rPr lang="en-CA" b="1" dirty="0"/>
              <a:t> </a:t>
            </a:r>
            <a:r>
              <a:rPr lang="en-CA" b="1" dirty="0">
                <a:highlight>
                  <a:srgbClr val="00FFFF"/>
                </a:highlight>
              </a:rPr>
              <a:t>Label 1  </a:t>
            </a:r>
            <a:r>
              <a:rPr lang="en-CA" b="1" dirty="0"/>
              <a:t>= ANY paragraph that explicitly describes government policy or funding in terms of constraint, with no mention of agency or opportunity or alternative revenue sources </a:t>
            </a:r>
          </a:p>
          <a:p>
            <a:r>
              <a:rPr lang="en-CA" b="1" dirty="0"/>
              <a:t>Key word/phrase indicators of Label 1 (high resource dependence language)</a:t>
            </a:r>
          </a:p>
          <a:p>
            <a:pPr lvl="1"/>
            <a:r>
              <a:rPr lang="en-CA" sz="2600" i="1" dirty="0"/>
              <a:t>being in a vulnerable position</a:t>
            </a:r>
          </a:p>
          <a:p>
            <a:pPr lvl="1"/>
            <a:r>
              <a:rPr lang="en-CA" sz="2600" i="1" dirty="0"/>
              <a:t>provincial grant revenue, although presenting with some certainty, is still financially limiting for the university </a:t>
            </a:r>
          </a:p>
          <a:p>
            <a:pPr lvl="1"/>
            <a:r>
              <a:rPr lang="en-CA" sz="2600" i="1" dirty="0"/>
              <a:t>limited financial flexibility</a:t>
            </a:r>
          </a:p>
          <a:p>
            <a:pPr lvl="1"/>
            <a:r>
              <a:rPr lang="en-CA" sz="2600" i="1" dirty="0"/>
              <a:t>the tuition framework continues to restrict flexibility for the university</a:t>
            </a:r>
          </a:p>
          <a:p>
            <a:pPr lvl="1"/>
            <a:r>
              <a:rPr lang="en-CA" sz="2600" i="1" dirty="0"/>
              <a:t>restricted flexibility due to domestic tuition freeze</a:t>
            </a:r>
          </a:p>
          <a:p>
            <a:pPr lvl="1"/>
            <a:r>
              <a:rPr lang="en-CA" sz="2600" i="1" dirty="0"/>
              <a:t>limited revenue growth opportunities</a:t>
            </a:r>
          </a:p>
          <a:p>
            <a:pPr marL="0" lvl="0" indent="0">
              <a:buNone/>
            </a:pPr>
            <a:endParaRPr lang="en-CA" sz="3600" dirty="0"/>
          </a:p>
          <a:p>
            <a:pPr marL="914400" lvl="2" indent="0">
              <a:buNone/>
            </a:pPr>
            <a:endParaRPr lang="en-US" dirty="0"/>
          </a:p>
        </p:txBody>
      </p:sp>
      <p:sp>
        <p:nvSpPr>
          <p:cNvPr id="4" name="Slide Number Placeholder 3">
            <a:extLst>
              <a:ext uri="{FF2B5EF4-FFF2-40B4-BE49-F238E27FC236}">
                <a16:creationId xmlns:a16="http://schemas.microsoft.com/office/drawing/2014/main" id="{57DF9C8A-16BE-9F22-1782-FD2A05351EC9}"/>
              </a:ext>
            </a:extLst>
          </p:cNvPr>
          <p:cNvSpPr>
            <a:spLocks noGrp="1"/>
          </p:cNvSpPr>
          <p:nvPr>
            <p:ph type="sldNum" sz="quarter" idx="12"/>
          </p:nvPr>
        </p:nvSpPr>
        <p:spPr/>
        <p:txBody>
          <a:bodyPr/>
          <a:lstStyle/>
          <a:p>
            <a:fld id="{0CB925E2-E8C9-4143-BCD5-4CDDC2142BEC}" type="slidenum">
              <a:rPr lang="en-US" smtClean="0"/>
              <a:t>15</a:t>
            </a:fld>
            <a:endParaRPr lang="en-US"/>
          </a:p>
        </p:txBody>
      </p:sp>
    </p:spTree>
    <p:extLst>
      <p:ext uri="{BB962C8B-B14F-4D97-AF65-F5344CB8AC3E}">
        <p14:creationId xmlns:p14="http://schemas.microsoft.com/office/powerpoint/2010/main" val="167509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5" end="15"/>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6" end="16"/>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17" end="17"/>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txEl>
                                              <p:pRg st="18" end="18"/>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Queen's University | World University Rankings | THE">
            <a:extLst>
              <a:ext uri="{FF2B5EF4-FFF2-40B4-BE49-F238E27FC236}">
                <a16:creationId xmlns:a16="http://schemas.microsoft.com/office/drawing/2014/main" id="{D799AA20-712E-6E3A-F9FF-9E9DA1BEC6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0" y="51995"/>
            <a:ext cx="2722178" cy="272217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University of Toronto">
            <a:extLst>
              <a:ext uri="{FF2B5EF4-FFF2-40B4-BE49-F238E27FC236}">
                <a16:creationId xmlns:a16="http://schemas.microsoft.com/office/drawing/2014/main" id="{7FB2C1D5-BF3F-6BF6-3D41-7539B71357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6491" y="-8384"/>
            <a:ext cx="4253257" cy="150842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52D1CB1-4627-80FD-F577-134C044E41C2}"/>
              </a:ext>
            </a:extLst>
          </p:cNvPr>
          <p:cNvSpPr txBox="1"/>
          <p:nvPr/>
        </p:nvSpPr>
        <p:spPr>
          <a:xfrm>
            <a:off x="3369218" y="2354083"/>
            <a:ext cx="4607479" cy="954107"/>
          </a:xfrm>
          <a:prstGeom prst="rect">
            <a:avLst/>
          </a:prstGeom>
          <a:noFill/>
          <a:ln>
            <a:solidFill>
              <a:schemeClr val="tx1"/>
            </a:solidFill>
          </a:ln>
        </p:spPr>
        <p:txBody>
          <a:bodyPr wrap="square" rtlCol="0">
            <a:spAutoFit/>
          </a:bodyPr>
          <a:lstStyle/>
          <a:p>
            <a:pPr algn="ctr"/>
            <a:r>
              <a:rPr lang="en-US" sz="2800" b="1" dirty="0"/>
              <a:t>Strategic Management Agreement (SMA)</a:t>
            </a:r>
          </a:p>
        </p:txBody>
      </p:sp>
      <p:sp>
        <p:nvSpPr>
          <p:cNvPr id="6" name="TextBox 5">
            <a:extLst>
              <a:ext uri="{FF2B5EF4-FFF2-40B4-BE49-F238E27FC236}">
                <a16:creationId xmlns:a16="http://schemas.microsoft.com/office/drawing/2014/main" id="{4493D01C-8809-D42A-AD0D-77F780188CF3}"/>
              </a:ext>
            </a:extLst>
          </p:cNvPr>
          <p:cNvSpPr txBox="1"/>
          <p:nvPr/>
        </p:nvSpPr>
        <p:spPr>
          <a:xfrm>
            <a:off x="580908" y="2889875"/>
            <a:ext cx="2722179" cy="461665"/>
          </a:xfrm>
          <a:prstGeom prst="rect">
            <a:avLst/>
          </a:prstGeom>
          <a:noFill/>
        </p:spPr>
        <p:txBody>
          <a:bodyPr wrap="square" rtlCol="0">
            <a:spAutoFit/>
          </a:bodyPr>
          <a:lstStyle/>
          <a:p>
            <a:r>
              <a:rPr lang="en-US" sz="2400" dirty="0"/>
              <a:t>“</a:t>
            </a:r>
            <a:r>
              <a:rPr lang="en-US" sz="2400" b="1" dirty="0"/>
              <a:t>at-risk</a:t>
            </a:r>
            <a:r>
              <a:rPr lang="en-US" sz="2400" dirty="0"/>
              <a:t> funding”</a:t>
            </a:r>
          </a:p>
        </p:txBody>
      </p:sp>
      <p:sp>
        <p:nvSpPr>
          <p:cNvPr id="7" name="TextBox 6">
            <a:extLst>
              <a:ext uri="{FF2B5EF4-FFF2-40B4-BE49-F238E27FC236}">
                <a16:creationId xmlns:a16="http://schemas.microsoft.com/office/drawing/2014/main" id="{77CE5CE0-66BF-1F60-C132-241D547E1801}"/>
              </a:ext>
            </a:extLst>
          </p:cNvPr>
          <p:cNvSpPr txBox="1"/>
          <p:nvPr/>
        </p:nvSpPr>
        <p:spPr>
          <a:xfrm>
            <a:off x="8623737" y="1733731"/>
            <a:ext cx="3205097" cy="707886"/>
          </a:xfrm>
          <a:prstGeom prst="rect">
            <a:avLst/>
          </a:prstGeom>
          <a:noFill/>
        </p:spPr>
        <p:txBody>
          <a:bodyPr wrap="square" rtlCol="0">
            <a:spAutoFit/>
          </a:bodyPr>
          <a:lstStyle/>
          <a:p>
            <a:r>
              <a:rPr lang="en-US" sz="2000" dirty="0"/>
              <a:t>“provides </a:t>
            </a:r>
            <a:r>
              <a:rPr lang="en-US" sz="2000" b="1" dirty="0"/>
              <a:t>predictability </a:t>
            </a:r>
            <a:r>
              <a:rPr lang="en-US" sz="2000" dirty="0"/>
              <a:t>and </a:t>
            </a:r>
            <a:r>
              <a:rPr lang="en-US" sz="2000" b="1" dirty="0"/>
              <a:t>stability</a:t>
            </a:r>
            <a:r>
              <a:rPr lang="en-US" sz="2000" dirty="0"/>
              <a:t>”</a:t>
            </a:r>
          </a:p>
        </p:txBody>
      </p:sp>
      <p:sp>
        <p:nvSpPr>
          <p:cNvPr id="9" name="TextBox 8">
            <a:extLst>
              <a:ext uri="{FF2B5EF4-FFF2-40B4-BE49-F238E27FC236}">
                <a16:creationId xmlns:a16="http://schemas.microsoft.com/office/drawing/2014/main" id="{EFCD1E8F-652F-2D62-89A7-A68EE55656E7}"/>
              </a:ext>
            </a:extLst>
          </p:cNvPr>
          <p:cNvSpPr txBox="1"/>
          <p:nvPr/>
        </p:nvSpPr>
        <p:spPr>
          <a:xfrm>
            <a:off x="8623737" y="2613755"/>
            <a:ext cx="2722179" cy="707886"/>
          </a:xfrm>
          <a:prstGeom prst="rect">
            <a:avLst/>
          </a:prstGeom>
          <a:noFill/>
        </p:spPr>
        <p:txBody>
          <a:bodyPr wrap="square" rtlCol="0">
            <a:spAutoFit/>
          </a:bodyPr>
          <a:lstStyle/>
          <a:p>
            <a:r>
              <a:rPr lang="en-US" sz="2000" dirty="0"/>
              <a:t>“this is a </a:t>
            </a:r>
            <a:r>
              <a:rPr lang="en-US" sz="2000" b="1" dirty="0"/>
              <a:t>welcomed change</a:t>
            </a:r>
            <a:r>
              <a:rPr lang="en-US" sz="2000" dirty="0"/>
              <a:t>”</a:t>
            </a:r>
          </a:p>
        </p:txBody>
      </p:sp>
      <p:sp>
        <p:nvSpPr>
          <p:cNvPr id="11" name="TextBox 10">
            <a:extLst>
              <a:ext uri="{FF2B5EF4-FFF2-40B4-BE49-F238E27FC236}">
                <a16:creationId xmlns:a16="http://schemas.microsoft.com/office/drawing/2014/main" id="{46BFAE5A-DB68-E495-7494-432DE95984CD}"/>
              </a:ext>
            </a:extLst>
          </p:cNvPr>
          <p:cNvSpPr txBox="1"/>
          <p:nvPr/>
        </p:nvSpPr>
        <p:spPr>
          <a:xfrm>
            <a:off x="7269481" y="3449526"/>
            <a:ext cx="5057312" cy="1015663"/>
          </a:xfrm>
          <a:prstGeom prst="rect">
            <a:avLst/>
          </a:prstGeom>
          <a:noFill/>
        </p:spPr>
        <p:txBody>
          <a:bodyPr wrap="square">
            <a:spAutoFit/>
          </a:bodyPr>
          <a:lstStyle/>
          <a:p>
            <a:pPr lvl="0"/>
            <a:r>
              <a:rPr lang="en-CA" sz="2000" dirty="0">
                <a:effectLst/>
                <a:ea typeface="Times New Roman" panose="02020603050405020304" pitchFamily="18" charset="0"/>
              </a:rPr>
              <a:t>“The </a:t>
            </a:r>
            <a:r>
              <a:rPr lang="en-CA" sz="2000" b="1" dirty="0">
                <a:effectLst/>
                <a:ea typeface="Times New Roman" panose="02020603050405020304" pitchFamily="18" charset="0"/>
              </a:rPr>
              <a:t>differentiation policy </a:t>
            </a:r>
            <a:r>
              <a:rPr lang="en-CA" sz="2000" dirty="0">
                <a:effectLst/>
                <a:ea typeface="Times New Roman" panose="02020603050405020304" pitchFamily="18" charset="0"/>
              </a:rPr>
              <a:t>framework re-confirms the university’s </a:t>
            </a:r>
            <a:r>
              <a:rPr lang="en-CA" sz="2000" b="1" dirty="0">
                <a:effectLst/>
                <a:ea typeface="Times New Roman" panose="02020603050405020304" pitchFamily="18" charset="0"/>
              </a:rPr>
              <a:t>leadership role in research and innovation</a:t>
            </a:r>
            <a:r>
              <a:rPr lang="en-CA" sz="2000" dirty="0">
                <a:effectLst/>
                <a:ea typeface="Times New Roman" panose="02020603050405020304" pitchFamily="18" charset="0"/>
              </a:rPr>
              <a:t>”</a:t>
            </a:r>
            <a:endParaRPr lang="en-CA" sz="2800" dirty="0">
              <a:effectLst/>
              <a:ea typeface="Times New Roman" panose="02020603050405020304" pitchFamily="18" charset="0"/>
            </a:endParaRPr>
          </a:p>
        </p:txBody>
      </p:sp>
      <p:sp>
        <p:nvSpPr>
          <p:cNvPr id="13" name="TextBox 12">
            <a:extLst>
              <a:ext uri="{FF2B5EF4-FFF2-40B4-BE49-F238E27FC236}">
                <a16:creationId xmlns:a16="http://schemas.microsoft.com/office/drawing/2014/main" id="{9A06F4B8-9584-EF07-088C-EB94798086D4}"/>
              </a:ext>
            </a:extLst>
          </p:cNvPr>
          <p:cNvSpPr txBox="1"/>
          <p:nvPr/>
        </p:nvSpPr>
        <p:spPr>
          <a:xfrm>
            <a:off x="596147" y="4140722"/>
            <a:ext cx="3819363" cy="2308324"/>
          </a:xfrm>
          <a:prstGeom prst="rect">
            <a:avLst/>
          </a:prstGeom>
          <a:noFill/>
        </p:spPr>
        <p:txBody>
          <a:bodyPr wrap="square">
            <a:spAutoFit/>
          </a:bodyPr>
          <a:lstStyle/>
          <a:p>
            <a:pPr>
              <a:buNone/>
            </a:pPr>
            <a:r>
              <a:rPr lang="en-CA" sz="2400" dirty="0">
                <a:ea typeface="Times New Roman" panose="02020603050405020304" pitchFamily="18" charset="0"/>
              </a:rPr>
              <a:t>“</a:t>
            </a:r>
            <a:r>
              <a:rPr lang="en-CA" sz="2400" dirty="0">
                <a:effectLst/>
                <a:ea typeface="Times New Roman" panose="02020603050405020304" pitchFamily="18" charset="0"/>
              </a:rPr>
              <a:t>the funding in the </a:t>
            </a:r>
            <a:r>
              <a:rPr lang="en-CA" sz="2400" b="1" dirty="0">
                <a:effectLst/>
                <a:ea typeface="Times New Roman" panose="02020603050405020304" pitchFamily="18" charset="0"/>
              </a:rPr>
              <a:t>performance-based</a:t>
            </a:r>
            <a:r>
              <a:rPr lang="en-CA" sz="2400" dirty="0">
                <a:effectLst/>
                <a:ea typeface="Times New Roman" panose="02020603050405020304" pitchFamily="18" charset="0"/>
              </a:rPr>
              <a:t> envelope will be at-risk </a:t>
            </a:r>
            <a:r>
              <a:rPr lang="en-CA" sz="2400" b="1" dirty="0">
                <a:effectLst/>
                <a:ea typeface="Times New Roman" panose="02020603050405020304" pitchFamily="18" charset="0"/>
              </a:rPr>
              <a:t>assuming the targets in each metric are continually met</a:t>
            </a:r>
            <a:r>
              <a:rPr lang="en-CA" sz="2400" dirty="0">
                <a:effectLst/>
                <a:ea typeface="Times New Roman" panose="02020603050405020304" pitchFamily="18" charset="0"/>
              </a:rPr>
              <a:t>” </a:t>
            </a:r>
            <a:endParaRPr lang="en-CA" sz="3200" dirty="0">
              <a:effectLst/>
              <a:ea typeface="Times New Roman" panose="02020603050405020304" pitchFamily="18" charset="0"/>
            </a:endParaRPr>
          </a:p>
        </p:txBody>
      </p:sp>
      <p:sp>
        <p:nvSpPr>
          <p:cNvPr id="15" name="TextBox 14">
            <a:extLst>
              <a:ext uri="{FF2B5EF4-FFF2-40B4-BE49-F238E27FC236}">
                <a16:creationId xmlns:a16="http://schemas.microsoft.com/office/drawing/2014/main" id="{6F95D4A3-0882-BF54-5D89-90C6151DB060}"/>
              </a:ext>
            </a:extLst>
          </p:cNvPr>
          <p:cNvSpPr txBox="1"/>
          <p:nvPr/>
        </p:nvSpPr>
        <p:spPr>
          <a:xfrm>
            <a:off x="8117779" y="4709744"/>
            <a:ext cx="3730142" cy="477503"/>
          </a:xfrm>
          <a:prstGeom prst="rect">
            <a:avLst/>
          </a:prstGeom>
          <a:noFill/>
        </p:spPr>
        <p:txBody>
          <a:bodyPr wrap="square">
            <a:spAutoFit/>
          </a:bodyPr>
          <a:lstStyle/>
          <a:p>
            <a:pPr lvl="0">
              <a:lnSpc>
                <a:spcPts val="1425"/>
              </a:lnSpc>
            </a:pPr>
            <a:r>
              <a:rPr lang="en-CA" sz="2000" dirty="0">
                <a:ea typeface="Times New Roman" panose="02020603050405020304" pitchFamily="18" charset="0"/>
              </a:rPr>
              <a:t>“t</a:t>
            </a:r>
            <a:r>
              <a:rPr lang="en-CA" sz="2000" dirty="0">
                <a:effectLst/>
                <a:ea typeface="Times New Roman" panose="02020603050405020304" pitchFamily="18" charset="0"/>
              </a:rPr>
              <a:t>he university’s long-term </a:t>
            </a:r>
            <a:r>
              <a:rPr lang="en-CA" sz="2000" b="1" dirty="0">
                <a:effectLst/>
                <a:ea typeface="Times New Roman" panose="02020603050405020304" pitchFamily="18" charset="0"/>
              </a:rPr>
              <a:t>advocacy</a:t>
            </a:r>
            <a:r>
              <a:rPr lang="en-CA" sz="2000" dirty="0">
                <a:effectLst/>
                <a:ea typeface="Times New Roman" panose="02020603050405020304" pitchFamily="18" charset="0"/>
              </a:rPr>
              <a:t> for differentiation”</a:t>
            </a:r>
            <a:endParaRPr lang="en-CA" sz="2800" dirty="0">
              <a:effectLst/>
              <a:ea typeface="Times New Roman" panose="02020603050405020304" pitchFamily="18" charset="0"/>
            </a:endParaRPr>
          </a:p>
        </p:txBody>
      </p:sp>
      <p:sp>
        <p:nvSpPr>
          <p:cNvPr id="16" name="TextBox 15">
            <a:extLst>
              <a:ext uri="{FF2B5EF4-FFF2-40B4-BE49-F238E27FC236}">
                <a16:creationId xmlns:a16="http://schemas.microsoft.com/office/drawing/2014/main" id="{EEFFA3DE-14DC-A003-88AA-B25954A8D955}"/>
              </a:ext>
            </a:extLst>
          </p:cNvPr>
          <p:cNvSpPr txBox="1"/>
          <p:nvPr/>
        </p:nvSpPr>
        <p:spPr>
          <a:xfrm>
            <a:off x="7746356" y="5431802"/>
            <a:ext cx="4415509" cy="1323439"/>
          </a:xfrm>
          <a:prstGeom prst="rect">
            <a:avLst/>
          </a:prstGeom>
          <a:noFill/>
        </p:spPr>
        <p:txBody>
          <a:bodyPr wrap="square">
            <a:spAutoFit/>
          </a:bodyPr>
          <a:lstStyle/>
          <a:p>
            <a:pPr lvl="0"/>
            <a:r>
              <a:rPr lang="en-CA" sz="2000" dirty="0">
                <a:ea typeface="Times New Roman" panose="02020603050405020304" pitchFamily="18" charset="0"/>
              </a:rPr>
              <a:t>“t</a:t>
            </a:r>
            <a:r>
              <a:rPr lang="en-CA" sz="2000" dirty="0">
                <a:effectLst/>
                <a:ea typeface="Times New Roman" panose="02020603050405020304" pitchFamily="18" charset="0"/>
              </a:rPr>
              <a:t>he government decides the metrics, </a:t>
            </a:r>
            <a:r>
              <a:rPr lang="en-CA" sz="2000" b="1" dirty="0">
                <a:effectLst/>
                <a:ea typeface="Times New Roman" panose="02020603050405020304" pitchFamily="18" charset="0"/>
              </a:rPr>
              <a:t>but the university sets th</a:t>
            </a:r>
            <a:r>
              <a:rPr lang="en-CA" sz="2000" b="1" dirty="0">
                <a:ea typeface="Times New Roman" panose="02020603050405020304" pitchFamily="18" charset="0"/>
              </a:rPr>
              <a:t>e weights</a:t>
            </a:r>
            <a:r>
              <a:rPr lang="en-CA" sz="2000" dirty="0">
                <a:ea typeface="Times New Roman" panose="02020603050405020304" pitchFamily="18" charset="0"/>
              </a:rPr>
              <a:t>, and is measured </a:t>
            </a:r>
            <a:r>
              <a:rPr lang="en-CA" sz="2000" b="1" dirty="0">
                <a:ea typeface="Times New Roman" panose="02020603050405020304" pitchFamily="18" charset="0"/>
              </a:rPr>
              <a:t>against their own performance </a:t>
            </a:r>
            <a:r>
              <a:rPr lang="en-CA" sz="2000" dirty="0">
                <a:ea typeface="Times New Roman" panose="02020603050405020304" pitchFamily="18" charset="0"/>
              </a:rPr>
              <a:t>not other institutions</a:t>
            </a:r>
            <a:r>
              <a:rPr lang="en-CA" sz="2000" dirty="0">
                <a:effectLst/>
                <a:ea typeface="Times New Roman" panose="02020603050405020304" pitchFamily="18" charset="0"/>
              </a:rPr>
              <a:t>”</a:t>
            </a:r>
            <a:endParaRPr lang="en-CA" sz="2800" dirty="0">
              <a:effectLst/>
              <a:ea typeface="Times New Roman" panose="02020603050405020304" pitchFamily="18" charset="0"/>
            </a:endParaRPr>
          </a:p>
        </p:txBody>
      </p:sp>
      <p:sp>
        <p:nvSpPr>
          <p:cNvPr id="17" name="Slide Number Placeholder 16">
            <a:extLst>
              <a:ext uri="{FF2B5EF4-FFF2-40B4-BE49-F238E27FC236}">
                <a16:creationId xmlns:a16="http://schemas.microsoft.com/office/drawing/2014/main" id="{4208130E-AAB9-ED02-4EC7-F2589BC86952}"/>
              </a:ext>
            </a:extLst>
          </p:cNvPr>
          <p:cNvSpPr>
            <a:spLocks noGrp="1"/>
          </p:cNvSpPr>
          <p:nvPr>
            <p:ph type="sldNum" sz="quarter" idx="12"/>
          </p:nvPr>
        </p:nvSpPr>
        <p:spPr>
          <a:xfrm>
            <a:off x="9418665" y="6492875"/>
            <a:ext cx="2743200" cy="365125"/>
          </a:xfrm>
        </p:spPr>
        <p:txBody>
          <a:bodyPr/>
          <a:lstStyle/>
          <a:p>
            <a:fld id="{0CB925E2-E8C9-4143-BCD5-4CDDC2142BEC}" type="slidenum">
              <a:rPr lang="en-US" smtClean="0"/>
              <a:t>16</a:t>
            </a:fld>
            <a:endParaRPr lang="en-US" dirty="0"/>
          </a:p>
        </p:txBody>
      </p:sp>
    </p:spTree>
    <p:extLst>
      <p:ext uri="{BB962C8B-B14F-4D97-AF65-F5344CB8AC3E}">
        <p14:creationId xmlns:p14="http://schemas.microsoft.com/office/powerpoint/2010/main" val="2223255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07878C9-9105-D024-F9FF-0ADF036D74B4}"/>
              </a:ext>
            </a:extLst>
          </p:cNvPr>
          <p:cNvCxnSpPr>
            <a:cxnSpLocks/>
          </p:cNvCxnSpPr>
          <p:nvPr/>
        </p:nvCxnSpPr>
        <p:spPr>
          <a:xfrm>
            <a:off x="4664676" y="94390"/>
            <a:ext cx="0" cy="662768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A58FB7C0-5653-00F3-2E42-5DD381261289}"/>
              </a:ext>
            </a:extLst>
          </p:cNvPr>
          <p:cNvSpPr txBox="1"/>
          <p:nvPr/>
        </p:nvSpPr>
        <p:spPr>
          <a:xfrm>
            <a:off x="1530204" y="716005"/>
            <a:ext cx="1513691" cy="461665"/>
          </a:xfrm>
          <a:prstGeom prst="rect">
            <a:avLst/>
          </a:prstGeom>
          <a:noFill/>
        </p:spPr>
        <p:txBody>
          <a:bodyPr wrap="square" rtlCol="0">
            <a:spAutoFit/>
          </a:bodyPr>
          <a:lstStyle/>
          <a:p>
            <a:r>
              <a:rPr lang="en-US" sz="2400" b="1" dirty="0">
                <a:solidFill>
                  <a:srgbClr val="7030A0"/>
                </a:solidFill>
              </a:rPr>
              <a:t>Phase 1</a:t>
            </a:r>
          </a:p>
        </p:txBody>
      </p:sp>
      <p:sp>
        <p:nvSpPr>
          <p:cNvPr id="8" name="TextBox 7">
            <a:extLst>
              <a:ext uri="{FF2B5EF4-FFF2-40B4-BE49-F238E27FC236}">
                <a16:creationId xmlns:a16="http://schemas.microsoft.com/office/drawing/2014/main" id="{8003E075-892E-737B-241B-D22A62C0884A}"/>
              </a:ext>
            </a:extLst>
          </p:cNvPr>
          <p:cNvSpPr txBox="1"/>
          <p:nvPr/>
        </p:nvSpPr>
        <p:spPr>
          <a:xfrm>
            <a:off x="5882846" y="727673"/>
            <a:ext cx="2545492" cy="461665"/>
          </a:xfrm>
          <a:prstGeom prst="rect">
            <a:avLst/>
          </a:prstGeom>
          <a:noFill/>
        </p:spPr>
        <p:txBody>
          <a:bodyPr wrap="square" rtlCol="0">
            <a:spAutoFit/>
          </a:bodyPr>
          <a:lstStyle/>
          <a:p>
            <a:r>
              <a:rPr lang="en-US" sz="2400" b="1" dirty="0">
                <a:solidFill>
                  <a:srgbClr val="0070C0"/>
                </a:solidFill>
              </a:rPr>
              <a:t>Phase 2</a:t>
            </a:r>
          </a:p>
        </p:txBody>
      </p:sp>
      <p:sp>
        <p:nvSpPr>
          <p:cNvPr id="10" name="TextBox 9">
            <a:extLst>
              <a:ext uri="{FF2B5EF4-FFF2-40B4-BE49-F238E27FC236}">
                <a16:creationId xmlns:a16="http://schemas.microsoft.com/office/drawing/2014/main" id="{BB0EB153-7971-5B30-BB8C-2250164002A3}"/>
              </a:ext>
            </a:extLst>
          </p:cNvPr>
          <p:cNvSpPr txBox="1"/>
          <p:nvPr/>
        </p:nvSpPr>
        <p:spPr>
          <a:xfrm>
            <a:off x="175081" y="94390"/>
            <a:ext cx="4736730" cy="461665"/>
          </a:xfrm>
          <a:prstGeom prst="rect">
            <a:avLst/>
          </a:prstGeom>
          <a:noFill/>
        </p:spPr>
        <p:txBody>
          <a:bodyPr wrap="square" rtlCol="0">
            <a:spAutoFit/>
          </a:bodyPr>
          <a:lstStyle/>
          <a:p>
            <a:r>
              <a:rPr lang="en-US" sz="2400" b="1" u="sng" dirty="0"/>
              <a:t>Binary Classifier (Perceived RD</a:t>
            </a:r>
            <a:r>
              <a:rPr lang="en-US" dirty="0"/>
              <a:t>)</a:t>
            </a:r>
          </a:p>
        </p:txBody>
      </p:sp>
      <p:sp>
        <p:nvSpPr>
          <p:cNvPr id="11" name="TextBox 10">
            <a:extLst>
              <a:ext uri="{FF2B5EF4-FFF2-40B4-BE49-F238E27FC236}">
                <a16:creationId xmlns:a16="http://schemas.microsoft.com/office/drawing/2014/main" id="{E12E6BA9-4FBD-01BE-F5D8-7CB968C807E5}"/>
              </a:ext>
            </a:extLst>
          </p:cNvPr>
          <p:cNvSpPr txBox="1"/>
          <p:nvPr/>
        </p:nvSpPr>
        <p:spPr>
          <a:xfrm>
            <a:off x="5225861" y="119103"/>
            <a:ext cx="5966239" cy="461665"/>
          </a:xfrm>
          <a:prstGeom prst="rect">
            <a:avLst/>
          </a:prstGeom>
          <a:noFill/>
        </p:spPr>
        <p:txBody>
          <a:bodyPr wrap="square" rtlCol="0">
            <a:spAutoFit/>
          </a:bodyPr>
          <a:lstStyle/>
          <a:p>
            <a:r>
              <a:rPr lang="en-US" sz="2400" b="1" u="sng" dirty="0"/>
              <a:t>Binary Classifier (Perceived RD Intensity)</a:t>
            </a:r>
          </a:p>
        </p:txBody>
      </p:sp>
      <p:sp>
        <p:nvSpPr>
          <p:cNvPr id="14" name="TextBox 13">
            <a:extLst>
              <a:ext uri="{FF2B5EF4-FFF2-40B4-BE49-F238E27FC236}">
                <a16:creationId xmlns:a16="http://schemas.microsoft.com/office/drawing/2014/main" id="{E5EC7DB5-6BC9-1DE9-35D7-A1C9846ED47E}"/>
              </a:ext>
            </a:extLst>
          </p:cNvPr>
          <p:cNvSpPr txBox="1"/>
          <p:nvPr/>
        </p:nvSpPr>
        <p:spPr>
          <a:xfrm>
            <a:off x="470605" y="1232396"/>
            <a:ext cx="3632887" cy="4247317"/>
          </a:xfrm>
          <a:prstGeom prst="rect">
            <a:avLst/>
          </a:prstGeom>
          <a:noFill/>
        </p:spPr>
        <p:txBody>
          <a:bodyPr wrap="square" rtlCol="0">
            <a:spAutoFit/>
          </a:bodyPr>
          <a:lstStyle/>
          <a:p>
            <a:pPr marL="285750" indent="-285750">
              <a:buFont typeface="Arial" panose="020B0604020202020204" pitchFamily="34" charset="0"/>
              <a:buChar char="•"/>
            </a:pPr>
            <a:r>
              <a:rPr lang="en-US" sz="2400" b="1" dirty="0"/>
              <a:t>Queen’s University</a:t>
            </a:r>
          </a:p>
          <a:p>
            <a:pPr marL="742950" lvl="1" indent="-285750">
              <a:buFont typeface="Arial" panose="020B0604020202020204" pitchFamily="34" charset="0"/>
              <a:buChar char="•"/>
            </a:pPr>
            <a:r>
              <a:rPr lang="en-US" sz="2400" dirty="0"/>
              <a:t>2017-2025</a:t>
            </a:r>
          </a:p>
          <a:p>
            <a:pPr marL="285750" indent="-285750">
              <a:buFont typeface="Arial" panose="020B0604020202020204" pitchFamily="34" charset="0"/>
              <a:buChar char="•"/>
            </a:pPr>
            <a:r>
              <a:rPr lang="en-US" sz="2400" b="1" dirty="0"/>
              <a:t>University of Toronto</a:t>
            </a:r>
          </a:p>
          <a:p>
            <a:pPr marL="742950" lvl="1" indent="-285750">
              <a:buFont typeface="Arial" panose="020B0604020202020204" pitchFamily="34" charset="0"/>
              <a:buChar char="•"/>
            </a:pPr>
            <a:r>
              <a:rPr lang="en-US" sz="2400" dirty="0"/>
              <a:t>2017-2025</a:t>
            </a:r>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b="1" dirty="0"/>
              <a:t>Total observations:</a:t>
            </a:r>
          </a:p>
          <a:p>
            <a:pPr marL="742950" lvl="1" indent="-285750">
              <a:buFont typeface="Arial" panose="020B0604020202020204" pitchFamily="34" charset="0"/>
              <a:buChar char="•"/>
            </a:pPr>
            <a:r>
              <a:rPr lang="en-US" sz="2400" dirty="0"/>
              <a:t>327</a:t>
            </a:r>
          </a:p>
          <a:p>
            <a:pPr marL="742950" lvl="1" indent="-285750">
              <a:buFont typeface="Arial" panose="020B0604020202020204" pitchFamily="34" charset="0"/>
              <a:buChar char="•"/>
            </a:pPr>
            <a:r>
              <a:rPr lang="en-US" sz="2400" dirty="0"/>
              <a:t>Class 0 – No = 184</a:t>
            </a:r>
          </a:p>
          <a:p>
            <a:pPr marL="742950" lvl="1" indent="-285750">
              <a:buFont typeface="Arial" panose="020B0604020202020204" pitchFamily="34" charset="0"/>
              <a:buChar char="•"/>
            </a:pPr>
            <a:r>
              <a:rPr lang="en-US" sz="2400" dirty="0"/>
              <a:t>Class 1 – Yes = 143</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18" name="TextBox 17">
            <a:extLst>
              <a:ext uri="{FF2B5EF4-FFF2-40B4-BE49-F238E27FC236}">
                <a16:creationId xmlns:a16="http://schemas.microsoft.com/office/drawing/2014/main" id="{DEF7ACC4-8CDB-B0BF-B0DC-9F129B4EE290}"/>
              </a:ext>
            </a:extLst>
          </p:cNvPr>
          <p:cNvSpPr txBox="1"/>
          <p:nvPr/>
        </p:nvSpPr>
        <p:spPr>
          <a:xfrm>
            <a:off x="4766611" y="1433384"/>
            <a:ext cx="3632887" cy="5355312"/>
          </a:xfrm>
          <a:prstGeom prst="rect">
            <a:avLst/>
          </a:prstGeom>
          <a:noFill/>
        </p:spPr>
        <p:txBody>
          <a:bodyPr wrap="square" rtlCol="0">
            <a:spAutoFit/>
          </a:bodyPr>
          <a:lstStyle/>
          <a:p>
            <a:pPr marL="285750" indent="-285750">
              <a:buFont typeface="Arial" panose="020B0604020202020204" pitchFamily="34" charset="0"/>
              <a:buChar char="•"/>
            </a:pPr>
            <a:r>
              <a:rPr lang="en-US" sz="2400" b="1" dirty="0"/>
              <a:t>Queen’s University</a:t>
            </a:r>
          </a:p>
          <a:p>
            <a:pPr marL="285750" indent="-285750">
              <a:buFont typeface="Arial" panose="020B0604020202020204" pitchFamily="34" charset="0"/>
              <a:buChar char="•"/>
            </a:pPr>
            <a:r>
              <a:rPr lang="en-US" sz="2400" b="1" dirty="0"/>
              <a:t>University of Toronto</a:t>
            </a:r>
          </a:p>
          <a:p>
            <a:pPr marL="285750" indent="-285750">
              <a:buFont typeface="Arial" panose="020B0604020202020204" pitchFamily="34" charset="0"/>
              <a:buChar char="•"/>
            </a:pPr>
            <a:r>
              <a:rPr lang="en-US" sz="2400" b="1" dirty="0"/>
              <a:t>Carleton University</a:t>
            </a:r>
          </a:p>
          <a:p>
            <a:pPr marL="285750" indent="-285750">
              <a:buFont typeface="Arial" panose="020B0604020202020204" pitchFamily="34" charset="0"/>
              <a:buChar char="•"/>
            </a:pPr>
            <a:r>
              <a:rPr lang="en-US" sz="2400" b="1" dirty="0"/>
              <a:t>University of Windsor</a:t>
            </a:r>
          </a:p>
          <a:p>
            <a:pPr marL="742950" lvl="1" indent="-285750">
              <a:buFont typeface="Arial" panose="020B0604020202020204" pitchFamily="34" charset="0"/>
              <a:buChar char="•"/>
            </a:pPr>
            <a:r>
              <a:rPr lang="en-US" sz="2400" dirty="0"/>
              <a:t>Various Years</a:t>
            </a:r>
          </a:p>
          <a:p>
            <a:pPr marL="742950" lvl="1" indent="-285750">
              <a:buFont typeface="Arial" panose="020B0604020202020204" pitchFamily="34" charset="0"/>
              <a:buChar char="•"/>
            </a:pPr>
            <a:r>
              <a:rPr lang="en-US" sz="2400" dirty="0"/>
              <a:t>Post 2019</a:t>
            </a:r>
          </a:p>
          <a:p>
            <a:pPr marL="285750" indent="-285750">
              <a:buFont typeface="Arial" panose="020B0604020202020204" pitchFamily="34" charset="0"/>
              <a:buChar char="•"/>
            </a:pPr>
            <a:endParaRPr lang="en-US" sz="2400" b="1"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b="1" dirty="0"/>
              <a:t>Total observations:</a:t>
            </a:r>
          </a:p>
          <a:p>
            <a:pPr marL="742950" lvl="1" indent="-285750">
              <a:buFont typeface="Arial" panose="020B0604020202020204" pitchFamily="34" charset="0"/>
              <a:buChar char="•"/>
            </a:pPr>
            <a:r>
              <a:rPr lang="en-US" sz="2400" dirty="0"/>
              <a:t>236</a:t>
            </a:r>
          </a:p>
          <a:p>
            <a:pPr marL="742950" lvl="1" indent="-285750">
              <a:buFont typeface="Arial" panose="020B0604020202020204" pitchFamily="34" charset="0"/>
              <a:buChar char="•"/>
            </a:pPr>
            <a:r>
              <a:rPr lang="en-US" sz="2400" dirty="0"/>
              <a:t>Class 0 – Low = 154</a:t>
            </a:r>
          </a:p>
          <a:p>
            <a:pPr marL="742950" lvl="1" indent="-285750">
              <a:buFont typeface="Arial" panose="020B0604020202020204" pitchFamily="34" charset="0"/>
              <a:buChar char="•"/>
            </a:pPr>
            <a:r>
              <a:rPr lang="en-US" sz="2400" dirty="0"/>
              <a:t>Class 1 – High = 82</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19" name="Right Arrow 18">
            <a:extLst>
              <a:ext uri="{FF2B5EF4-FFF2-40B4-BE49-F238E27FC236}">
                <a16:creationId xmlns:a16="http://schemas.microsoft.com/office/drawing/2014/main" id="{7EE93EC0-556A-E7D1-B656-50CFB6EA3A08}"/>
              </a:ext>
            </a:extLst>
          </p:cNvPr>
          <p:cNvSpPr/>
          <p:nvPr/>
        </p:nvSpPr>
        <p:spPr>
          <a:xfrm>
            <a:off x="3911992" y="4224083"/>
            <a:ext cx="944184" cy="2972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C2519F1D-9DCA-9B6E-3561-0F33362A4BCF}"/>
              </a:ext>
            </a:extLst>
          </p:cNvPr>
          <p:cNvSpPr txBox="1"/>
          <p:nvPr/>
        </p:nvSpPr>
        <p:spPr>
          <a:xfrm>
            <a:off x="9646508" y="716004"/>
            <a:ext cx="2545492" cy="461665"/>
          </a:xfrm>
          <a:prstGeom prst="rect">
            <a:avLst/>
          </a:prstGeom>
          <a:noFill/>
        </p:spPr>
        <p:txBody>
          <a:bodyPr wrap="square" rtlCol="0">
            <a:spAutoFit/>
          </a:bodyPr>
          <a:lstStyle/>
          <a:p>
            <a:r>
              <a:rPr lang="en-US" sz="2400" b="1" dirty="0">
                <a:solidFill>
                  <a:schemeClr val="accent2">
                    <a:lumMod val="75000"/>
                  </a:schemeClr>
                </a:solidFill>
              </a:rPr>
              <a:t>Phase 3</a:t>
            </a:r>
          </a:p>
        </p:txBody>
      </p:sp>
      <p:cxnSp>
        <p:nvCxnSpPr>
          <p:cNvPr id="21" name="Straight Connector 20">
            <a:extLst>
              <a:ext uri="{FF2B5EF4-FFF2-40B4-BE49-F238E27FC236}">
                <a16:creationId xmlns:a16="http://schemas.microsoft.com/office/drawing/2014/main" id="{200709EB-CD73-D89C-D7CD-AA0758804878}"/>
              </a:ext>
            </a:extLst>
          </p:cNvPr>
          <p:cNvCxnSpPr>
            <a:cxnSpLocks/>
          </p:cNvCxnSpPr>
          <p:nvPr/>
        </p:nvCxnSpPr>
        <p:spPr>
          <a:xfrm>
            <a:off x="8399498" y="1177669"/>
            <a:ext cx="0" cy="568033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3" name="Right Arrow 22">
            <a:extLst>
              <a:ext uri="{FF2B5EF4-FFF2-40B4-BE49-F238E27FC236}">
                <a16:creationId xmlns:a16="http://schemas.microsoft.com/office/drawing/2014/main" id="{48296951-5FD1-C87C-F451-0354F597BC1A}"/>
              </a:ext>
            </a:extLst>
          </p:cNvPr>
          <p:cNvSpPr/>
          <p:nvPr/>
        </p:nvSpPr>
        <p:spPr>
          <a:xfrm>
            <a:off x="7703362" y="5889823"/>
            <a:ext cx="1425139" cy="2972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DAD9EA1-6D17-BE4D-A3C2-8C9A1C3B281C}"/>
              </a:ext>
            </a:extLst>
          </p:cNvPr>
          <p:cNvSpPr txBox="1"/>
          <p:nvPr/>
        </p:nvSpPr>
        <p:spPr>
          <a:xfrm>
            <a:off x="3844030" y="3887189"/>
            <a:ext cx="1683630" cy="369332"/>
          </a:xfrm>
          <a:prstGeom prst="rect">
            <a:avLst/>
          </a:prstGeom>
          <a:noFill/>
        </p:spPr>
        <p:txBody>
          <a:bodyPr wrap="square" rtlCol="0">
            <a:spAutoFit/>
          </a:bodyPr>
          <a:lstStyle/>
          <a:p>
            <a:r>
              <a:rPr lang="en-US" dirty="0"/>
              <a:t>Add Sample</a:t>
            </a:r>
          </a:p>
        </p:txBody>
      </p:sp>
      <p:sp>
        <p:nvSpPr>
          <p:cNvPr id="25" name="TextBox 24">
            <a:extLst>
              <a:ext uri="{FF2B5EF4-FFF2-40B4-BE49-F238E27FC236}">
                <a16:creationId xmlns:a16="http://schemas.microsoft.com/office/drawing/2014/main" id="{826ED9ED-0017-0DD0-CECF-1C294B8410BE}"/>
              </a:ext>
            </a:extLst>
          </p:cNvPr>
          <p:cNvSpPr txBox="1"/>
          <p:nvPr/>
        </p:nvSpPr>
        <p:spPr>
          <a:xfrm>
            <a:off x="6715868" y="6282494"/>
            <a:ext cx="1683630" cy="369332"/>
          </a:xfrm>
          <a:prstGeom prst="rect">
            <a:avLst/>
          </a:prstGeom>
          <a:noFill/>
        </p:spPr>
        <p:txBody>
          <a:bodyPr wrap="square" rtlCol="0">
            <a:spAutoFit/>
          </a:bodyPr>
          <a:lstStyle/>
          <a:p>
            <a:r>
              <a:rPr lang="en-US" dirty="0"/>
              <a:t>Revise Codes</a:t>
            </a:r>
          </a:p>
        </p:txBody>
      </p:sp>
      <p:sp>
        <p:nvSpPr>
          <p:cNvPr id="26" name="TextBox 25">
            <a:extLst>
              <a:ext uri="{FF2B5EF4-FFF2-40B4-BE49-F238E27FC236}">
                <a16:creationId xmlns:a16="http://schemas.microsoft.com/office/drawing/2014/main" id="{3C9A4D50-93C3-8967-22EE-D1BA23F52F3B}"/>
              </a:ext>
            </a:extLst>
          </p:cNvPr>
          <p:cNvSpPr txBox="1"/>
          <p:nvPr/>
        </p:nvSpPr>
        <p:spPr>
          <a:xfrm>
            <a:off x="8804693" y="6295880"/>
            <a:ext cx="1683630" cy="369332"/>
          </a:xfrm>
          <a:prstGeom prst="rect">
            <a:avLst/>
          </a:prstGeom>
          <a:noFill/>
        </p:spPr>
        <p:txBody>
          <a:bodyPr wrap="square" rtlCol="0">
            <a:spAutoFit/>
          </a:bodyPr>
          <a:lstStyle/>
          <a:p>
            <a:r>
              <a:rPr lang="en-US" dirty="0"/>
              <a:t>Add Sample</a:t>
            </a:r>
          </a:p>
        </p:txBody>
      </p:sp>
      <p:sp>
        <p:nvSpPr>
          <p:cNvPr id="27" name="TextBox 26">
            <a:extLst>
              <a:ext uri="{FF2B5EF4-FFF2-40B4-BE49-F238E27FC236}">
                <a16:creationId xmlns:a16="http://schemas.microsoft.com/office/drawing/2014/main" id="{9420E112-D774-64B7-B254-1B7AF5921E76}"/>
              </a:ext>
            </a:extLst>
          </p:cNvPr>
          <p:cNvSpPr txBox="1"/>
          <p:nvPr/>
        </p:nvSpPr>
        <p:spPr>
          <a:xfrm>
            <a:off x="8500764" y="1286477"/>
            <a:ext cx="3632887" cy="5570756"/>
          </a:xfrm>
          <a:prstGeom prst="rect">
            <a:avLst/>
          </a:prstGeom>
          <a:noFill/>
        </p:spPr>
        <p:txBody>
          <a:bodyPr wrap="square" rtlCol="0">
            <a:spAutoFit/>
          </a:bodyPr>
          <a:lstStyle/>
          <a:p>
            <a:pPr marL="285750" indent="-285750">
              <a:buFont typeface="Arial" panose="020B0604020202020204" pitchFamily="34" charset="0"/>
              <a:buChar char="•"/>
            </a:pPr>
            <a:r>
              <a:rPr lang="en-US" sz="1400" b="1" dirty="0"/>
              <a:t>Queen’s University</a:t>
            </a:r>
          </a:p>
          <a:p>
            <a:pPr marL="285750" indent="-285750">
              <a:buFont typeface="Arial" panose="020B0604020202020204" pitchFamily="34" charset="0"/>
              <a:buChar char="•"/>
            </a:pPr>
            <a:r>
              <a:rPr lang="en-US" sz="1400" b="1" dirty="0"/>
              <a:t>University of Toronto</a:t>
            </a:r>
          </a:p>
          <a:p>
            <a:pPr marL="285750" indent="-285750">
              <a:buFont typeface="Arial" panose="020B0604020202020204" pitchFamily="34" charset="0"/>
              <a:buChar char="•"/>
            </a:pPr>
            <a:r>
              <a:rPr lang="en-US" sz="1400" b="1" dirty="0"/>
              <a:t>Carleton University</a:t>
            </a:r>
          </a:p>
          <a:p>
            <a:pPr marL="285750" indent="-285750">
              <a:buFont typeface="Arial" panose="020B0604020202020204" pitchFamily="34" charset="0"/>
              <a:buChar char="•"/>
            </a:pPr>
            <a:r>
              <a:rPr lang="en-US" sz="1400" b="1" dirty="0"/>
              <a:t>University of Windsor</a:t>
            </a:r>
          </a:p>
          <a:p>
            <a:pPr marL="285750" indent="-285750">
              <a:buFont typeface="Arial" panose="020B0604020202020204" pitchFamily="34" charset="0"/>
              <a:buChar char="•"/>
            </a:pPr>
            <a:r>
              <a:rPr lang="en-US" sz="1400" b="1" dirty="0"/>
              <a:t>York University</a:t>
            </a:r>
          </a:p>
          <a:p>
            <a:pPr marL="285750" indent="-285750">
              <a:buFont typeface="Arial" panose="020B0604020202020204" pitchFamily="34" charset="0"/>
              <a:buChar char="•"/>
            </a:pPr>
            <a:r>
              <a:rPr lang="en-US" sz="1400" b="1" dirty="0"/>
              <a:t>Nipissing University</a:t>
            </a:r>
          </a:p>
          <a:p>
            <a:pPr marL="285750" indent="-285750">
              <a:buFont typeface="Arial" panose="020B0604020202020204" pitchFamily="34" charset="0"/>
              <a:buChar char="•"/>
            </a:pPr>
            <a:r>
              <a:rPr lang="en-US" sz="1400" b="1" dirty="0"/>
              <a:t>Lakehead University</a:t>
            </a:r>
          </a:p>
          <a:p>
            <a:pPr marL="285750" indent="-285750">
              <a:buFont typeface="Arial" panose="020B0604020202020204" pitchFamily="34" charset="0"/>
              <a:buChar char="•"/>
            </a:pPr>
            <a:r>
              <a:rPr lang="en-US" sz="1400" b="1" dirty="0"/>
              <a:t>Wilfrid Laurier University</a:t>
            </a:r>
          </a:p>
          <a:p>
            <a:pPr marL="285750" indent="-285750">
              <a:buFont typeface="Arial" panose="020B0604020202020204" pitchFamily="34" charset="0"/>
              <a:buChar char="•"/>
            </a:pPr>
            <a:r>
              <a:rPr lang="en-US" sz="1400" b="1" dirty="0"/>
              <a:t>University of Waterloo</a:t>
            </a:r>
          </a:p>
          <a:p>
            <a:pPr marL="285750" indent="-285750">
              <a:buFont typeface="Arial" panose="020B0604020202020204" pitchFamily="34" charset="0"/>
              <a:buChar char="•"/>
            </a:pPr>
            <a:r>
              <a:rPr lang="en-US" sz="1400" b="1" dirty="0"/>
              <a:t>Western University</a:t>
            </a:r>
          </a:p>
          <a:p>
            <a:pPr marL="285750" indent="-285750">
              <a:buFont typeface="Arial" panose="020B0604020202020204" pitchFamily="34" charset="0"/>
              <a:buChar char="•"/>
            </a:pPr>
            <a:r>
              <a:rPr lang="en-US" sz="1400" b="1" dirty="0"/>
              <a:t>McMaster University</a:t>
            </a:r>
          </a:p>
          <a:p>
            <a:pPr marL="742950" lvl="1" indent="-285750">
              <a:buFont typeface="Arial" panose="020B0604020202020204" pitchFamily="34" charset="0"/>
              <a:buChar char="•"/>
            </a:pPr>
            <a:r>
              <a:rPr lang="en-US" sz="1400" dirty="0"/>
              <a:t>Various Years</a:t>
            </a:r>
          </a:p>
          <a:p>
            <a:pPr marL="742950" lvl="1" indent="-285750">
              <a:buFont typeface="Arial" panose="020B0604020202020204" pitchFamily="34" charset="0"/>
              <a:buChar char="•"/>
            </a:pPr>
            <a:r>
              <a:rPr lang="en-US" sz="1400" dirty="0"/>
              <a:t>Post 2019</a:t>
            </a:r>
          </a:p>
          <a:p>
            <a:pPr marL="742950" lvl="1"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b="1" dirty="0"/>
              <a:t>Total observations:</a:t>
            </a:r>
          </a:p>
          <a:p>
            <a:pPr marL="742950" lvl="1" indent="-285750">
              <a:buFont typeface="Arial" panose="020B0604020202020204" pitchFamily="34" charset="0"/>
              <a:buChar char="•"/>
            </a:pPr>
            <a:r>
              <a:rPr lang="en-US" sz="2400" dirty="0"/>
              <a:t>337</a:t>
            </a:r>
          </a:p>
          <a:p>
            <a:pPr marL="742950" lvl="1" indent="-285750">
              <a:buFont typeface="Arial" panose="020B0604020202020204" pitchFamily="34" charset="0"/>
              <a:buChar char="•"/>
            </a:pPr>
            <a:r>
              <a:rPr lang="en-US" sz="2400" dirty="0"/>
              <a:t>Class 0 – Low = 214</a:t>
            </a:r>
          </a:p>
          <a:p>
            <a:pPr marL="742950" lvl="1" indent="-285750">
              <a:buFont typeface="Arial" panose="020B0604020202020204" pitchFamily="34" charset="0"/>
              <a:buChar char="•"/>
            </a:pPr>
            <a:r>
              <a:rPr lang="en-US" sz="2400" dirty="0"/>
              <a:t>Class 1 – High = 123</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cxnSp>
        <p:nvCxnSpPr>
          <p:cNvPr id="29" name="Straight Connector 28">
            <a:extLst>
              <a:ext uri="{FF2B5EF4-FFF2-40B4-BE49-F238E27FC236}">
                <a16:creationId xmlns:a16="http://schemas.microsoft.com/office/drawing/2014/main" id="{707427FD-DC13-C24C-6E10-340CE75421A0}"/>
              </a:ext>
            </a:extLst>
          </p:cNvPr>
          <p:cNvCxnSpPr>
            <a:cxnSpLocks/>
          </p:cNvCxnSpPr>
          <p:nvPr/>
        </p:nvCxnSpPr>
        <p:spPr>
          <a:xfrm>
            <a:off x="175081" y="4794422"/>
            <a:ext cx="4489595" cy="0"/>
          </a:xfrm>
          <a:prstGeom prst="line">
            <a:avLst/>
          </a:prstGeom>
        </p:spPr>
        <p:style>
          <a:lnRef idx="2">
            <a:schemeClr val="dk1"/>
          </a:lnRef>
          <a:fillRef idx="0">
            <a:schemeClr val="dk1"/>
          </a:fillRef>
          <a:effectRef idx="1">
            <a:schemeClr val="dk1"/>
          </a:effectRef>
          <a:fontRef idx="minor">
            <a:schemeClr val="tx1"/>
          </a:fontRef>
        </p:style>
      </p:cxnSp>
      <p:sp>
        <p:nvSpPr>
          <p:cNvPr id="31" name="TextBox 30">
            <a:extLst>
              <a:ext uri="{FF2B5EF4-FFF2-40B4-BE49-F238E27FC236}">
                <a16:creationId xmlns:a16="http://schemas.microsoft.com/office/drawing/2014/main" id="{475DBBFA-9BE4-5FBD-D894-239EDE9F35A8}"/>
              </a:ext>
            </a:extLst>
          </p:cNvPr>
          <p:cNvSpPr txBox="1"/>
          <p:nvPr/>
        </p:nvSpPr>
        <p:spPr>
          <a:xfrm>
            <a:off x="1552325" y="4836680"/>
            <a:ext cx="1513691" cy="461665"/>
          </a:xfrm>
          <a:prstGeom prst="rect">
            <a:avLst/>
          </a:prstGeom>
          <a:noFill/>
        </p:spPr>
        <p:txBody>
          <a:bodyPr wrap="square" rtlCol="0">
            <a:spAutoFit/>
          </a:bodyPr>
          <a:lstStyle/>
          <a:p>
            <a:r>
              <a:rPr lang="en-US" sz="2400" b="1" dirty="0">
                <a:solidFill>
                  <a:schemeClr val="accent5">
                    <a:lumMod val="60000"/>
                    <a:lumOff val="40000"/>
                  </a:schemeClr>
                </a:solidFill>
              </a:rPr>
              <a:t>Phase 4</a:t>
            </a:r>
          </a:p>
        </p:txBody>
      </p:sp>
      <p:sp>
        <p:nvSpPr>
          <p:cNvPr id="33" name="TextBox 32">
            <a:extLst>
              <a:ext uri="{FF2B5EF4-FFF2-40B4-BE49-F238E27FC236}">
                <a16:creationId xmlns:a16="http://schemas.microsoft.com/office/drawing/2014/main" id="{FF3E879A-49C5-5076-B5FF-CA1B7C7AB8AC}"/>
              </a:ext>
            </a:extLst>
          </p:cNvPr>
          <p:cNvSpPr txBox="1"/>
          <p:nvPr/>
        </p:nvSpPr>
        <p:spPr>
          <a:xfrm>
            <a:off x="281663" y="5261293"/>
            <a:ext cx="6098058" cy="1569660"/>
          </a:xfrm>
          <a:prstGeom prst="rect">
            <a:avLst/>
          </a:prstGeom>
          <a:noFill/>
        </p:spPr>
        <p:txBody>
          <a:bodyPr wrap="square">
            <a:spAutoFit/>
          </a:bodyPr>
          <a:lstStyle/>
          <a:p>
            <a:pPr marL="285750" indent="-285750">
              <a:buFont typeface="Arial" panose="020B0604020202020204" pitchFamily="34" charset="0"/>
              <a:buChar char="•"/>
            </a:pPr>
            <a:r>
              <a:rPr lang="en-US" sz="2400" b="1" dirty="0"/>
              <a:t>Total observations:</a:t>
            </a:r>
          </a:p>
          <a:p>
            <a:pPr marL="742950" lvl="1" indent="-285750">
              <a:buFont typeface="Arial" panose="020B0604020202020204" pitchFamily="34" charset="0"/>
              <a:buChar char="•"/>
            </a:pPr>
            <a:r>
              <a:rPr lang="en-US" sz="2400" dirty="0"/>
              <a:t>644</a:t>
            </a:r>
          </a:p>
          <a:p>
            <a:pPr marL="742950" lvl="1" indent="-285750">
              <a:buFont typeface="Arial" panose="020B0604020202020204" pitchFamily="34" charset="0"/>
              <a:buChar char="•"/>
            </a:pPr>
            <a:r>
              <a:rPr lang="en-US" sz="2400" dirty="0"/>
              <a:t>Class 0 – No = 307</a:t>
            </a:r>
          </a:p>
          <a:p>
            <a:pPr marL="742950" lvl="1" indent="-285750">
              <a:buFont typeface="Arial" panose="020B0604020202020204" pitchFamily="34" charset="0"/>
              <a:buChar char="•"/>
            </a:pPr>
            <a:r>
              <a:rPr lang="en-US" sz="2400" dirty="0"/>
              <a:t>Class 1 – Yes = 337</a:t>
            </a:r>
          </a:p>
        </p:txBody>
      </p:sp>
      <p:sp>
        <p:nvSpPr>
          <p:cNvPr id="2" name="Slide Number Placeholder 1">
            <a:extLst>
              <a:ext uri="{FF2B5EF4-FFF2-40B4-BE49-F238E27FC236}">
                <a16:creationId xmlns:a16="http://schemas.microsoft.com/office/drawing/2014/main" id="{004058A0-030E-4BD0-EFCE-4CC6599152BC}"/>
              </a:ext>
            </a:extLst>
          </p:cNvPr>
          <p:cNvSpPr>
            <a:spLocks noGrp="1"/>
          </p:cNvSpPr>
          <p:nvPr>
            <p:ph type="sldNum" sz="quarter" idx="12"/>
          </p:nvPr>
        </p:nvSpPr>
        <p:spPr>
          <a:xfrm>
            <a:off x="8702040" y="7009751"/>
            <a:ext cx="2743200" cy="365125"/>
          </a:xfrm>
        </p:spPr>
        <p:txBody>
          <a:bodyPr/>
          <a:lstStyle/>
          <a:p>
            <a:fld id="{0CB925E2-E8C9-4143-BCD5-4CDDC2142BEC}" type="slidenum">
              <a:rPr lang="en-US" smtClean="0"/>
              <a:t>17</a:t>
            </a:fld>
            <a:endParaRPr lang="en-US" dirty="0"/>
          </a:p>
        </p:txBody>
      </p:sp>
    </p:spTree>
    <p:extLst>
      <p:ext uri="{BB962C8B-B14F-4D97-AF65-F5344CB8AC3E}">
        <p14:creationId xmlns:p14="http://schemas.microsoft.com/office/powerpoint/2010/main" val="2213797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27" grpId="0"/>
      <p:bldP spid="3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93950-23CE-11FA-0BAB-DC416F11CC8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76F5D16-9774-2CCA-CABC-1AC0DDEA91E8}"/>
              </a:ext>
            </a:extLst>
          </p:cNvPr>
          <p:cNvSpPr txBox="1"/>
          <p:nvPr/>
        </p:nvSpPr>
        <p:spPr>
          <a:xfrm>
            <a:off x="7761078" y="94390"/>
            <a:ext cx="1513691" cy="461665"/>
          </a:xfrm>
          <a:prstGeom prst="rect">
            <a:avLst/>
          </a:prstGeom>
          <a:noFill/>
        </p:spPr>
        <p:txBody>
          <a:bodyPr wrap="square" rtlCol="0">
            <a:spAutoFit/>
          </a:bodyPr>
          <a:lstStyle/>
          <a:p>
            <a:r>
              <a:rPr lang="en-US" sz="2400" b="1" dirty="0">
                <a:solidFill>
                  <a:srgbClr val="7030A0"/>
                </a:solidFill>
              </a:rPr>
              <a:t>Phase 1</a:t>
            </a:r>
          </a:p>
        </p:txBody>
      </p:sp>
      <p:sp>
        <p:nvSpPr>
          <p:cNvPr id="10" name="TextBox 9">
            <a:extLst>
              <a:ext uri="{FF2B5EF4-FFF2-40B4-BE49-F238E27FC236}">
                <a16:creationId xmlns:a16="http://schemas.microsoft.com/office/drawing/2014/main" id="{05DBCEDC-57BC-0E3C-8E0C-4453B96A54F4}"/>
              </a:ext>
            </a:extLst>
          </p:cNvPr>
          <p:cNvSpPr txBox="1"/>
          <p:nvPr/>
        </p:nvSpPr>
        <p:spPr>
          <a:xfrm>
            <a:off x="175081" y="94390"/>
            <a:ext cx="4736730" cy="461665"/>
          </a:xfrm>
          <a:prstGeom prst="rect">
            <a:avLst/>
          </a:prstGeom>
          <a:noFill/>
        </p:spPr>
        <p:txBody>
          <a:bodyPr wrap="square" rtlCol="0">
            <a:spAutoFit/>
          </a:bodyPr>
          <a:lstStyle/>
          <a:p>
            <a:r>
              <a:rPr lang="en-US" sz="2400" b="1" u="sng" dirty="0"/>
              <a:t>Binary Classifier (Perceived RD</a:t>
            </a:r>
            <a:r>
              <a:rPr lang="en-US" dirty="0"/>
              <a:t>)</a:t>
            </a:r>
          </a:p>
        </p:txBody>
      </p:sp>
      <p:sp>
        <p:nvSpPr>
          <p:cNvPr id="15" name="TextBox 14">
            <a:extLst>
              <a:ext uri="{FF2B5EF4-FFF2-40B4-BE49-F238E27FC236}">
                <a16:creationId xmlns:a16="http://schemas.microsoft.com/office/drawing/2014/main" id="{A9F505BF-70F0-D8D2-41B5-5F1F086CCC4A}"/>
              </a:ext>
            </a:extLst>
          </p:cNvPr>
          <p:cNvSpPr txBox="1"/>
          <p:nvPr/>
        </p:nvSpPr>
        <p:spPr>
          <a:xfrm>
            <a:off x="667266" y="4506846"/>
            <a:ext cx="4411362" cy="1200329"/>
          </a:xfrm>
          <a:prstGeom prst="rect">
            <a:avLst/>
          </a:prstGeom>
          <a:noFill/>
        </p:spPr>
        <p:txBody>
          <a:bodyPr wrap="square" rtlCol="0">
            <a:spAutoFit/>
          </a:bodyPr>
          <a:lstStyle/>
          <a:p>
            <a:r>
              <a:rPr lang="en-US" dirty="0" err="1"/>
              <a:t>RoBERTa</a:t>
            </a:r>
            <a:r>
              <a:rPr lang="en-US" dirty="0"/>
              <a:t>, Google </a:t>
            </a:r>
            <a:r>
              <a:rPr lang="en-US" dirty="0" err="1"/>
              <a:t>Colab</a:t>
            </a:r>
            <a:endParaRPr lang="en-US" dirty="0"/>
          </a:p>
          <a:p>
            <a:r>
              <a:rPr lang="en-US" dirty="0"/>
              <a:t>Stratified K Fold</a:t>
            </a:r>
          </a:p>
          <a:p>
            <a:r>
              <a:rPr lang="en-US" dirty="0"/>
              <a:t>No Class Weight Loss</a:t>
            </a:r>
          </a:p>
          <a:p>
            <a:r>
              <a:rPr lang="en-US" dirty="0"/>
              <a:t>No Weighted Sampling</a:t>
            </a:r>
          </a:p>
        </p:txBody>
      </p:sp>
      <p:sp>
        <p:nvSpPr>
          <p:cNvPr id="16" name="TextBox 15">
            <a:extLst>
              <a:ext uri="{FF2B5EF4-FFF2-40B4-BE49-F238E27FC236}">
                <a16:creationId xmlns:a16="http://schemas.microsoft.com/office/drawing/2014/main" id="{01C6303F-595B-BF2C-5C83-322F407A42C1}"/>
              </a:ext>
            </a:extLst>
          </p:cNvPr>
          <p:cNvSpPr txBox="1"/>
          <p:nvPr/>
        </p:nvSpPr>
        <p:spPr>
          <a:xfrm>
            <a:off x="10900717" y="186723"/>
            <a:ext cx="1223319" cy="369332"/>
          </a:xfrm>
          <a:prstGeom prst="rect">
            <a:avLst/>
          </a:prstGeom>
          <a:noFill/>
        </p:spPr>
        <p:txBody>
          <a:bodyPr wrap="square" rtlCol="0">
            <a:spAutoFit/>
          </a:bodyPr>
          <a:lstStyle/>
          <a:p>
            <a:r>
              <a:rPr lang="en-US" dirty="0"/>
              <a:t>V14. xlsx</a:t>
            </a:r>
          </a:p>
        </p:txBody>
      </p:sp>
      <p:pic>
        <p:nvPicPr>
          <p:cNvPr id="17" name="Picture 16">
            <a:extLst>
              <a:ext uri="{FF2B5EF4-FFF2-40B4-BE49-F238E27FC236}">
                <a16:creationId xmlns:a16="http://schemas.microsoft.com/office/drawing/2014/main" id="{75BF628F-F515-58A9-410C-2EA90780B3D3}"/>
              </a:ext>
            </a:extLst>
          </p:cNvPr>
          <p:cNvPicPr>
            <a:picLocks noChangeAspect="1"/>
          </p:cNvPicPr>
          <p:nvPr/>
        </p:nvPicPr>
        <p:blipFill>
          <a:blip r:embed="rId3"/>
          <a:stretch>
            <a:fillRect/>
          </a:stretch>
        </p:blipFill>
        <p:spPr>
          <a:xfrm>
            <a:off x="220049" y="2393482"/>
            <a:ext cx="11751902" cy="838673"/>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999176C7-A088-2B8E-877B-DC798447C247}"/>
                  </a:ext>
                </a:extLst>
              </p14:cNvPr>
              <p14:cNvContentPartPr/>
              <p14:nvPr/>
            </p14:nvContentPartPr>
            <p14:xfrm>
              <a:off x="3963094" y="2908781"/>
              <a:ext cx="582480" cy="44280"/>
            </p14:xfrm>
          </p:contentPart>
        </mc:Choice>
        <mc:Fallback xmlns="">
          <p:pic>
            <p:nvPicPr>
              <p:cNvPr id="3" name="Ink 2">
                <a:extLst>
                  <a:ext uri="{FF2B5EF4-FFF2-40B4-BE49-F238E27FC236}">
                    <a16:creationId xmlns:a16="http://schemas.microsoft.com/office/drawing/2014/main" id="{999176C7-A088-2B8E-877B-DC798447C247}"/>
                  </a:ext>
                </a:extLst>
              </p:cNvPr>
              <p:cNvPicPr/>
              <p:nvPr/>
            </p:nvPicPr>
            <p:blipFill>
              <a:blip r:embed="rId5"/>
              <a:stretch>
                <a:fillRect/>
              </a:stretch>
            </p:blipFill>
            <p:spPr>
              <a:xfrm>
                <a:off x="3909094" y="2801141"/>
                <a:ext cx="69012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22BD8D45-852D-E6CB-5DC0-6955BFF08288}"/>
                  </a:ext>
                </a:extLst>
              </p14:cNvPr>
              <p14:cNvContentPartPr/>
              <p14:nvPr/>
            </p14:nvContentPartPr>
            <p14:xfrm>
              <a:off x="6344134" y="2996261"/>
              <a:ext cx="617040" cy="3600"/>
            </p14:xfrm>
          </p:contentPart>
        </mc:Choice>
        <mc:Fallback xmlns="">
          <p:pic>
            <p:nvPicPr>
              <p:cNvPr id="4" name="Ink 3">
                <a:extLst>
                  <a:ext uri="{FF2B5EF4-FFF2-40B4-BE49-F238E27FC236}">
                    <a16:creationId xmlns:a16="http://schemas.microsoft.com/office/drawing/2014/main" id="{22BD8D45-852D-E6CB-5DC0-6955BFF08288}"/>
                  </a:ext>
                </a:extLst>
              </p:cNvPr>
              <p:cNvPicPr/>
              <p:nvPr/>
            </p:nvPicPr>
            <p:blipFill>
              <a:blip r:embed="rId7"/>
              <a:stretch>
                <a:fillRect/>
              </a:stretch>
            </p:blipFill>
            <p:spPr>
              <a:xfrm>
                <a:off x="6290134" y="2888261"/>
                <a:ext cx="72468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9C06926F-1159-E77F-9963-27F340906A11}"/>
                  </a:ext>
                </a:extLst>
              </p14:cNvPr>
              <p14:cNvContentPartPr/>
              <p14:nvPr/>
            </p14:nvContentPartPr>
            <p14:xfrm>
              <a:off x="8671534" y="2919941"/>
              <a:ext cx="646920" cy="15480"/>
            </p14:xfrm>
          </p:contentPart>
        </mc:Choice>
        <mc:Fallback xmlns="">
          <p:pic>
            <p:nvPicPr>
              <p:cNvPr id="5" name="Ink 4">
                <a:extLst>
                  <a:ext uri="{FF2B5EF4-FFF2-40B4-BE49-F238E27FC236}">
                    <a16:creationId xmlns:a16="http://schemas.microsoft.com/office/drawing/2014/main" id="{9C06926F-1159-E77F-9963-27F340906A11}"/>
                  </a:ext>
                </a:extLst>
              </p:cNvPr>
              <p:cNvPicPr/>
              <p:nvPr/>
            </p:nvPicPr>
            <p:blipFill>
              <a:blip r:embed="rId9"/>
              <a:stretch>
                <a:fillRect/>
              </a:stretch>
            </p:blipFill>
            <p:spPr>
              <a:xfrm>
                <a:off x="8617894" y="2812301"/>
                <a:ext cx="75456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4EE1CB2A-6496-6C05-773D-984B8CAE2341}"/>
                  </a:ext>
                </a:extLst>
              </p14:cNvPr>
              <p14:cNvContentPartPr/>
              <p14:nvPr/>
            </p14:nvContentPartPr>
            <p14:xfrm>
              <a:off x="10409646" y="2945425"/>
              <a:ext cx="523800" cy="360"/>
            </p14:xfrm>
          </p:contentPart>
        </mc:Choice>
        <mc:Fallback xmlns="">
          <p:pic>
            <p:nvPicPr>
              <p:cNvPr id="6" name="Ink 5">
                <a:extLst>
                  <a:ext uri="{FF2B5EF4-FFF2-40B4-BE49-F238E27FC236}">
                    <a16:creationId xmlns:a16="http://schemas.microsoft.com/office/drawing/2014/main" id="{4EE1CB2A-6496-6C05-773D-984B8CAE2341}"/>
                  </a:ext>
                </a:extLst>
              </p:cNvPr>
              <p:cNvPicPr/>
              <p:nvPr/>
            </p:nvPicPr>
            <p:blipFill>
              <a:blip r:embed="rId11"/>
              <a:stretch>
                <a:fillRect/>
              </a:stretch>
            </p:blipFill>
            <p:spPr>
              <a:xfrm>
                <a:off x="10356006" y="2837425"/>
                <a:ext cx="631440" cy="216000"/>
              </a:xfrm>
              <a:prstGeom prst="rect">
                <a:avLst/>
              </a:prstGeom>
            </p:spPr>
          </p:pic>
        </mc:Fallback>
      </mc:AlternateContent>
      <p:sp>
        <p:nvSpPr>
          <p:cNvPr id="2" name="Slide Number Placeholder 1">
            <a:extLst>
              <a:ext uri="{FF2B5EF4-FFF2-40B4-BE49-F238E27FC236}">
                <a16:creationId xmlns:a16="http://schemas.microsoft.com/office/drawing/2014/main" id="{A01A42E3-FAB4-7ED9-3677-A6F211DDDCFD}"/>
              </a:ext>
            </a:extLst>
          </p:cNvPr>
          <p:cNvSpPr>
            <a:spLocks noGrp="1"/>
          </p:cNvSpPr>
          <p:nvPr>
            <p:ph type="sldNum" sz="quarter" idx="12"/>
          </p:nvPr>
        </p:nvSpPr>
        <p:spPr/>
        <p:txBody>
          <a:bodyPr/>
          <a:lstStyle/>
          <a:p>
            <a:fld id="{0CB925E2-E8C9-4143-BCD5-4CDDC2142BEC}" type="slidenum">
              <a:rPr lang="en-US" smtClean="0"/>
              <a:t>18</a:t>
            </a:fld>
            <a:endParaRPr lang="en-US"/>
          </a:p>
        </p:txBody>
      </p:sp>
    </p:spTree>
    <p:extLst>
      <p:ext uri="{BB962C8B-B14F-4D97-AF65-F5344CB8AC3E}">
        <p14:creationId xmlns:p14="http://schemas.microsoft.com/office/powerpoint/2010/main" val="1525166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CBFBD-07C1-BA28-4C33-45C20BDC302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C6BD84E-BB09-20A4-7499-AD5C4B473D68}"/>
              </a:ext>
            </a:extLst>
          </p:cNvPr>
          <p:cNvSpPr txBox="1"/>
          <p:nvPr/>
        </p:nvSpPr>
        <p:spPr>
          <a:xfrm>
            <a:off x="9095608" y="125106"/>
            <a:ext cx="1513691" cy="461665"/>
          </a:xfrm>
          <a:prstGeom prst="rect">
            <a:avLst/>
          </a:prstGeom>
          <a:noFill/>
        </p:spPr>
        <p:txBody>
          <a:bodyPr wrap="square" rtlCol="0">
            <a:spAutoFit/>
          </a:bodyPr>
          <a:lstStyle/>
          <a:p>
            <a:r>
              <a:rPr lang="en-US" sz="2400" b="1" dirty="0">
                <a:solidFill>
                  <a:srgbClr val="7030A0"/>
                </a:solidFill>
              </a:rPr>
              <a:t>Phase 1a</a:t>
            </a:r>
          </a:p>
        </p:txBody>
      </p:sp>
      <p:sp>
        <p:nvSpPr>
          <p:cNvPr id="10" name="TextBox 9">
            <a:extLst>
              <a:ext uri="{FF2B5EF4-FFF2-40B4-BE49-F238E27FC236}">
                <a16:creationId xmlns:a16="http://schemas.microsoft.com/office/drawing/2014/main" id="{36D61CFC-57F6-9940-73F4-07AECC7AA7A4}"/>
              </a:ext>
            </a:extLst>
          </p:cNvPr>
          <p:cNvSpPr txBox="1"/>
          <p:nvPr/>
        </p:nvSpPr>
        <p:spPr>
          <a:xfrm>
            <a:off x="175081" y="94390"/>
            <a:ext cx="4736730" cy="461665"/>
          </a:xfrm>
          <a:prstGeom prst="rect">
            <a:avLst/>
          </a:prstGeom>
          <a:noFill/>
        </p:spPr>
        <p:txBody>
          <a:bodyPr wrap="square" rtlCol="0">
            <a:spAutoFit/>
          </a:bodyPr>
          <a:lstStyle/>
          <a:p>
            <a:r>
              <a:rPr lang="en-US" sz="2400" b="1" u="sng" dirty="0"/>
              <a:t>Binary Classifier (Perceived RD</a:t>
            </a:r>
            <a:r>
              <a:rPr lang="en-US" dirty="0"/>
              <a:t>)</a:t>
            </a:r>
          </a:p>
        </p:txBody>
      </p:sp>
      <p:graphicFrame>
        <p:nvGraphicFramePr>
          <p:cNvPr id="25" name="Table 24">
            <a:extLst>
              <a:ext uri="{FF2B5EF4-FFF2-40B4-BE49-F238E27FC236}">
                <a16:creationId xmlns:a16="http://schemas.microsoft.com/office/drawing/2014/main" id="{5F689AC4-D0DC-AEFB-C735-1809F1901B5D}"/>
              </a:ext>
            </a:extLst>
          </p:cNvPr>
          <p:cNvGraphicFramePr>
            <a:graphicFrameLocks noGrp="1"/>
          </p:cNvGraphicFramePr>
          <p:nvPr>
            <p:extLst>
              <p:ext uri="{D42A27DB-BD31-4B8C-83A1-F6EECF244321}">
                <p14:modId xmlns:p14="http://schemas.microsoft.com/office/powerpoint/2010/main" val="742187885"/>
              </p:ext>
            </p:extLst>
          </p:nvPr>
        </p:nvGraphicFramePr>
        <p:xfrm>
          <a:off x="978387" y="826494"/>
          <a:ext cx="9630912" cy="5697871"/>
        </p:xfrm>
        <a:graphic>
          <a:graphicData uri="http://schemas.openxmlformats.org/drawingml/2006/table">
            <a:tbl>
              <a:tblPr/>
              <a:tblGrid>
                <a:gridCol w="1203864">
                  <a:extLst>
                    <a:ext uri="{9D8B030D-6E8A-4147-A177-3AD203B41FA5}">
                      <a16:colId xmlns:a16="http://schemas.microsoft.com/office/drawing/2014/main" val="1631907851"/>
                    </a:ext>
                  </a:extLst>
                </a:gridCol>
                <a:gridCol w="1203864">
                  <a:extLst>
                    <a:ext uri="{9D8B030D-6E8A-4147-A177-3AD203B41FA5}">
                      <a16:colId xmlns:a16="http://schemas.microsoft.com/office/drawing/2014/main" val="2287531808"/>
                    </a:ext>
                  </a:extLst>
                </a:gridCol>
                <a:gridCol w="1203864">
                  <a:extLst>
                    <a:ext uri="{9D8B030D-6E8A-4147-A177-3AD203B41FA5}">
                      <a16:colId xmlns:a16="http://schemas.microsoft.com/office/drawing/2014/main" val="547308852"/>
                    </a:ext>
                  </a:extLst>
                </a:gridCol>
                <a:gridCol w="1203864">
                  <a:extLst>
                    <a:ext uri="{9D8B030D-6E8A-4147-A177-3AD203B41FA5}">
                      <a16:colId xmlns:a16="http://schemas.microsoft.com/office/drawing/2014/main" val="496313416"/>
                    </a:ext>
                  </a:extLst>
                </a:gridCol>
                <a:gridCol w="1203864">
                  <a:extLst>
                    <a:ext uri="{9D8B030D-6E8A-4147-A177-3AD203B41FA5}">
                      <a16:colId xmlns:a16="http://schemas.microsoft.com/office/drawing/2014/main" val="1270378992"/>
                    </a:ext>
                  </a:extLst>
                </a:gridCol>
                <a:gridCol w="1203864">
                  <a:extLst>
                    <a:ext uri="{9D8B030D-6E8A-4147-A177-3AD203B41FA5}">
                      <a16:colId xmlns:a16="http://schemas.microsoft.com/office/drawing/2014/main" val="3850046273"/>
                    </a:ext>
                  </a:extLst>
                </a:gridCol>
                <a:gridCol w="1203864">
                  <a:extLst>
                    <a:ext uri="{9D8B030D-6E8A-4147-A177-3AD203B41FA5}">
                      <a16:colId xmlns:a16="http://schemas.microsoft.com/office/drawing/2014/main" val="726951151"/>
                    </a:ext>
                  </a:extLst>
                </a:gridCol>
                <a:gridCol w="1203864">
                  <a:extLst>
                    <a:ext uri="{9D8B030D-6E8A-4147-A177-3AD203B41FA5}">
                      <a16:colId xmlns:a16="http://schemas.microsoft.com/office/drawing/2014/main" val="3421010761"/>
                    </a:ext>
                  </a:extLst>
                </a:gridCol>
              </a:tblGrid>
              <a:tr h="459151">
                <a:tc>
                  <a:txBody>
                    <a:bodyPr/>
                    <a:lstStyle/>
                    <a:p>
                      <a:pPr algn="r">
                        <a:buNone/>
                      </a:pPr>
                      <a:endParaRPr lang="en-CA" sz="1000" b="1">
                        <a:effectLst/>
                      </a:endParaRPr>
                    </a:p>
                  </a:txBody>
                  <a:tcPr marL="50015" marR="50015" marT="25008" marB="25008" anchor="ctr">
                    <a:lnL>
                      <a:noFill/>
                    </a:lnL>
                    <a:lnR>
                      <a:noFill/>
                    </a:lnR>
                    <a:lnT>
                      <a:noFill/>
                    </a:lnT>
                    <a:lnB>
                      <a:noFill/>
                    </a:lnB>
                    <a:noFill/>
                  </a:tcPr>
                </a:tc>
                <a:tc>
                  <a:txBody>
                    <a:bodyPr/>
                    <a:lstStyle/>
                    <a:p>
                      <a:pPr algn="r">
                        <a:buNone/>
                      </a:pPr>
                      <a:r>
                        <a:rPr lang="en-CA" sz="1000" b="1">
                          <a:effectLst/>
                        </a:rPr>
                        <a:t>fold</a:t>
                      </a:r>
                    </a:p>
                  </a:txBody>
                  <a:tcPr marL="50015" marR="50015" marT="25008" marB="25008" anchor="ctr">
                    <a:lnL>
                      <a:noFill/>
                    </a:lnL>
                    <a:lnR>
                      <a:noFill/>
                    </a:lnR>
                    <a:lnT>
                      <a:noFill/>
                    </a:lnT>
                    <a:lnB>
                      <a:noFill/>
                    </a:lnB>
                    <a:noFill/>
                  </a:tcPr>
                </a:tc>
                <a:tc>
                  <a:txBody>
                    <a:bodyPr/>
                    <a:lstStyle/>
                    <a:p>
                      <a:pPr algn="r">
                        <a:buNone/>
                      </a:pPr>
                      <a:r>
                        <a:rPr lang="en-CA" sz="1000" b="1">
                          <a:effectLst/>
                        </a:rPr>
                        <a:t>Train Loss</a:t>
                      </a:r>
                    </a:p>
                  </a:txBody>
                  <a:tcPr marL="50015" marR="50015" marT="25008" marB="25008" anchor="ctr">
                    <a:lnL>
                      <a:noFill/>
                    </a:lnL>
                    <a:lnR>
                      <a:noFill/>
                    </a:lnR>
                    <a:lnT>
                      <a:noFill/>
                    </a:lnT>
                    <a:lnB>
                      <a:noFill/>
                    </a:lnB>
                    <a:noFill/>
                  </a:tcPr>
                </a:tc>
                <a:tc>
                  <a:txBody>
                    <a:bodyPr/>
                    <a:lstStyle/>
                    <a:p>
                      <a:pPr algn="r">
                        <a:buNone/>
                      </a:pPr>
                      <a:r>
                        <a:rPr lang="en-CA" sz="1000" b="1">
                          <a:effectLst/>
                        </a:rPr>
                        <a:t>Val Loss</a:t>
                      </a:r>
                    </a:p>
                  </a:txBody>
                  <a:tcPr marL="50015" marR="50015" marT="25008" marB="25008" anchor="ctr">
                    <a:lnL>
                      <a:noFill/>
                    </a:lnL>
                    <a:lnR>
                      <a:noFill/>
                    </a:lnR>
                    <a:lnT>
                      <a:noFill/>
                    </a:lnT>
                    <a:lnB>
                      <a:noFill/>
                    </a:lnB>
                    <a:noFill/>
                  </a:tcPr>
                </a:tc>
                <a:tc>
                  <a:txBody>
                    <a:bodyPr/>
                    <a:lstStyle/>
                    <a:p>
                      <a:pPr algn="r">
                        <a:buNone/>
                      </a:pPr>
                      <a:r>
                        <a:rPr lang="en-CA" sz="1000" b="1">
                          <a:effectLst/>
                        </a:rPr>
                        <a:t>Accuracy</a:t>
                      </a:r>
                    </a:p>
                  </a:txBody>
                  <a:tcPr marL="50015" marR="50015" marT="25008" marB="25008" anchor="ctr">
                    <a:lnL>
                      <a:noFill/>
                    </a:lnL>
                    <a:lnR>
                      <a:noFill/>
                    </a:lnR>
                    <a:lnT>
                      <a:noFill/>
                    </a:lnT>
                    <a:lnB>
                      <a:noFill/>
                    </a:lnB>
                    <a:noFill/>
                  </a:tcPr>
                </a:tc>
                <a:tc>
                  <a:txBody>
                    <a:bodyPr/>
                    <a:lstStyle/>
                    <a:p>
                      <a:pPr algn="r">
                        <a:buNone/>
                      </a:pPr>
                      <a:r>
                        <a:rPr lang="en-CA" sz="1000" b="1">
                          <a:effectLst/>
                        </a:rPr>
                        <a:t>Weighted F1</a:t>
                      </a:r>
                    </a:p>
                  </a:txBody>
                  <a:tcPr marL="50015" marR="50015" marT="25008" marB="25008" anchor="ctr">
                    <a:lnL>
                      <a:noFill/>
                    </a:lnL>
                    <a:lnR>
                      <a:noFill/>
                    </a:lnR>
                    <a:lnT>
                      <a:noFill/>
                    </a:lnT>
                    <a:lnB>
                      <a:noFill/>
                    </a:lnB>
                    <a:noFill/>
                  </a:tcPr>
                </a:tc>
                <a:tc>
                  <a:txBody>
                    <a:bodyPr/>
                    <a:lstStyle/>
                    <a:p>
                      <a:pPr algn="r">
                        <a:buNone/>
                      </a:pPr>
                      <a:r>
                        <a:rPr lang="en-CA" sz="1000" b="1">
                          <a:effectLst/>
                        </a:rPr>
                        <a:t>F1_0</a:t>
                      </a:r>
                    </a:p>
                  </a:txBody>
                  <a:tcPr marL="50015" marR="50015" marT="25008" marB="25008" anchor="ctr">
                    <a:lnL>
                      <a:noFill/>
                    </a:lnL>
                    <a:lnR>
                      <a:noFill/>
                    </a:lnR>
                    <a:lnT>
                      <a:noFill/>
                    </a:lnT>
                    <a:lnB>
                      <a:noFill/>
                    </a:lnB>
                    <a:noFill/>
                  </a:tcPr>
                </a:tc>
                <a:tc>
                  <a:txBody>
                    <a:bodyPr/>
                    <a:lstStyle/>
                    <a:p>
                      <a:pPr algn="r">
                        <a:buNone/>
                      </a:pPr>
                      <a:r>
                        <a:rPr lang="en-CA" sz="1000" b="1">
                          <a:effectLst/>
                        </a:rPr>
                        <a:t>F1_1</a:t>
                      </a:r>
                    </a:p>
                  </a:txBody>
                  <a:tcPr marL="50015" marR="50015" marT="25008" marB="25008" anchor="ctr">
                    <a:lnL>
                      <a:noFill/>
                    </a:lnL>
                    <a:lnR>
                      <a:noFill/>
                    </a:lnR>
                    <a:lnT>
                      <a:noFill/>
                    </a:lnT>
                    <a:lnB>
                      <a:noFill/>
                    </a:lnB>
                    <a:noFill/>
                  </a:tcPr>
                </a:tc>
                <a:extLst>
                  <a:ext uri="{0D108BD9-81ED-4DB2-BD59-A6C34878D82A}">
                    <a16:rowId xmlns:a16="http://schemas.microsoft.com/office/drawing/2014/main" val="3569673094"/>
                  </a:ext>
                </a:extLst>
              </a:tr>
              <a:tr h="261936">
                <a:tc>
                  <a:txBody>
                    <a:bodyPr/>
                    <a:lstStyle/>
                    <a:p>
                      <a:pPr fontAlgn="ctr">
                        <a:buNone/>
                      </a:pPr>
                      <a:r>
                        <a:rPr lang="en-CA" sz="1000" b="1">
                          <a:effectLst/>
                        </a:rPr>
                        <a:t>0</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0.698057</a:t>
                      </a:r>
                    </a:p>
                  </a:txBody>
                  <a:tcPr marL="50015" marR="50015" marT="25008" marB="25008" anchor="ctr">
                    <a:lnL>
                      <a:noFill/>
                    </a:lnL>
                    <a:lnR>
                      <a:noFill/>
                    </a:lnR>
                    <a:lnT>
                      <a:noFill/>
                    </a:lnT>
                    <a:lnB>
                      <a:noFill/>
                    </a:lnB>
                    <a:noFill/>
                  </a:tcPr>
                </a:tc>
                <a:tc>
                  <a:txBody>
                    <a:bodyPr/>
                    <a:lstStyle/>
                    <a:p>
                      <a:pPr algn="r">
                        <a:buNone/>
                      </a:pPr>
                      <a:r>
                        <a:rPr lang="en-CA" sz="1000">
                          <a:effectLst/>
                        </a:rPr>
                        <a:t>0.671035</a:t>
                      </a:r>
                    </a:p>
                  </a:txBody>
                  <a:tcPr marL="50015" marR="50015" marT="25008" marB="25008" anchor="ctr">
                    <a:lnL>
                      <a:noFill/>
                    </a:lnL>
                    <a:lnR>
                      <a:noFill/>
                    </a:lnR>
                    <a:lnT>
                      <a:noFill/>
                    </a:lnT>
                    <a:lnB>
                      <a:noFill/>
                    </a:lnB>
                    <a:noFill/>
                  </a:tcPr>
                </a:tc>
                <a:tc>
                  <a:txBody>
                    <a:bodyPr/>
                    <a:lstStyle/>
                    <a:p>
                      <a:pPr algn="r">
                        <a:buNone/>
                      </a:pPr>
                      <a:r>
                        <a:rPr lang="en-CA" sz="1000">
                          <a:effectLst/>
                        </a:rPr>
                        <a:t>0.560606</a:t>
                      </a:r>
                    </a:p>
                  </a:txBody>
                  <a:tcPr marL="50015" marR="50015" marT="25008" marB="25008" anchor="ctr">
                    <a:lnL>
                      <a:noFill/>
                    </a:lnL>
                    <a:lnR>
                      <a:noFill/>
                    </a:lnR>
                    <a:lnT>
                      <a:noFill/>
                    </a:lnT>
                    <a:lnB>
                      <a:noFill/>
                    </a:lnB>
                    <a:noFill/>
                  </a:tcPr>
                </a:tc>
                <a:tc>
                  <a:txBody>
                    <a:bodyPr/>
                    <a:lstStyle/>
                    <a:p>
                      <a:pPr algn="r">
                        <a:buNone/>
                      </a:pPr>
                      <a:r>
                        <a:rPr lang="en-CA" sz="1000">
                          <a:effectLst/>
                        </a:rPr>
                        <a:t>0.402766</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0.718447</a:t>
                      </a:r>
                    </a:p>
                  </a:txBody>
                  <a:tcPr marL="50015" marR="50015" marT="25008" marB="25008" anchor="ctr">
                    <a:lnL>
                      <a:noFill/>
                    </a:lnL>
                    <a:lnR>
                      <a:noFill/>
                    </a:lnR>
                    <a:lnT>
                      <a:noFill/>
                    </a:lnT>
                    <a:lnB>
                      <a:noFill/>
                    </a:lnB>
                    <a:noFill/>
                  </a:tcPr>
                </a:tc>
                <a:extLst>
                  <a:ext uri="{0D108BD9-81ED-4DB2-BD59-A6C34878D82A}">
                    <a16:rowId xmlns:a16="http://schemas.microsoft.com/office/drawing/2014/main" val="249592709"/>
                  </a:ext>
                </a:extLst>
              </a:tr>
              <a:tr h="261936">
                <a:tc>
                  <a:txBody>
                    <a:bodyPr/>
                    <a:lstStyle/>
                    <a:p>
                      <a:pPr fontAlgn="ctr">
                        <a:buNone/>
                      </a:pPr>
                      <a:r>
                        <a:rPr lang="en-CA" sz="1000" b="1">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0.664254</a:t>
                      </a:r>
                    </a:p>
                  </a:txBody>
                  <a:tcPr marL="50015" marR="50015" marT="25008" marB="25008" anchor="ctr">
                    <a:lnL>
                      <a:noFill/>
                    </a:lnL>
                    <a:lnR>
                      <a:noFill/>
                    </a:lnR>
                    <a:lnT>
                      <a:noFill/>
                    </a:lnT>
                    <a:lnB>
                      <a:noFill/>
                    </a:lnB>
                    <a:noFill/>
                  </a:tcPr>
                </a:tc>
                <a:tc>
                  <a:txBody>
                    <a:bodyPr/>
                    <a:lstStyle/>
                    <a:p>
                      <a:pPr algn="r">
                        <a:buNone/>
                      </a:pPr>
                      <a:r>
                        <a:rPr lang="en-CA" sz="1000">
                          <a:effectLst/>
                        </a:rPr>
                        <a:t>0.677310</a:t>
                      </a:r>
                    </a:p>
                  </a:txBody>
                  <a:tcPr marL="50015" marR="50015" marT="25008" marB="25008" anchor="ctr">
                    <a:lnL>
                      <a:noFill/>
                    </a:lnL>
                    <a:lnR>
                      <a:noFill/>
                    </a:lnR>
                    <a:lnT>
                      <a:noFill/>
                    </a:lnT>
                    <a:lnB>
                      <a:noFill/>
                    </a:lnB>
                    <a:noFill/>
                  </a:tcPr>
                </a:tc>
                <a:tc>
                  <a:txBody>
                    <a:bodyPr/>
                    <a:lstStyle/>
                    <a:p>
                      <a:pPr algn="r">
                        <a:buNone/>
                      </a:pPr>
                      <a:r>
                        <a:rPr lang="en-CA" sz="1000">
                          <a:effectLst/>
                        </a:rPr>
                        <a:t>0.560606</a:t>
                      </a:r>
                    </a:p>
                  </a:txBody>
                  <a:tcPr marL="50015" marR="50015" marT="25008" marB="25008" anchor="ctr">
                    <a:lnL>
                      <a:noFill/>
                    </a:lnL>
                    <a:lnR>
                      <a:noFill/>
                    </a:lnR>
                    <a:lnT>
                      <a:noFill/>
                    </a:lnT>
                    <a:lnB>
                      <a:noFill/>
                    </a:lnB>
                    <a:noFill/>
                  </a:tcPr>
                </a:tc>
                <a:tc>
                  <a:txBody>
                    <a:bodyPr/>
                    <a:lstStyle/>
                    <a:p>
                      <a:pPr algn="r">
                        <a:buNone/>
                      </a:pPr>
                      <a:r>
                        <a:rPr lang="en-CA" sz="1000">
                          <a:effectLst/>
                        </a:rPr>
                        <a:t>0.402766</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0.718447</a:t>
                      </a:r>
                    </a:p>
                  </a:txBody>
                  <a:tcPr marL="50015" marR="50015" marT="25008" marB="25008" anchor="ctr">
                    <a:lnL>
                      <a:noFill/>
                    </a:lnL>
                    <a:lnR>
                      <a:noFill/>
                    </a:lnR>
                    <a:lnT>
                      <a:noFill/>
                    </a:lnT>
                    <a:lnB>
                      <a:noFill/>
                    </a:lnB>
                    <a:noFill/>
                  </a:tcPr>
                </a:tc>
                <a:extLst>
                  <a:ext uri="{0D108BD9-81ED-4DB2-BD59-A6C34878D82A}">
                    <a16:rowId xmlns:a16="http://schemas.microsoft.com/office/drawing/2014/main" val="1633073165"/>
                  </a:ext>
                </a:extLst>
              </a:tr>
              <a:tr h="261936">
                <a:tc>
                  <a:txBody>
                    <a:bodyPr/>
                    <a:lstStyle/>
                    <a:p>
                      <a:pPr fontAlgn="ctr">
                        <a:buNone/>
                      </a:pPr>
                      <a:r>
                        <a:rPr lang="en-CA" sz="1000" b="1">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0.568641</a:t>
                      </a:r>
                    </a:p>
                  </a:txBody>
                  <a:tcPr marL="50015" marR="50015" marT="25008" marB="25008" anchor="ctr">
                    <a:lnL>
                      <a:noFill/>
                    </a:lnL>
                    <a:lnR>
                      <a:noFill/>
                    </a:lnR>
                    <a:lnT>
                      <a:noFill/>
                    </a:lnT>
                    <a:lnB>
                      <a:noFill/>
                    </a:lnB>
                    <a:noFill/>
                  </a:tcPr>
                </a:tc>
                <a:tc>
                  <a:txBody>
                    <a:bodyPr/>
                    <a:lstStyle/>
                    <a:p>
                      <a:pPr algn="r">
                        <a:buNone/>
                      </a:pPr>
                      <a:r>
                        <a:rPr lang="en-CA" sz="1000">
                          <a:effectLst/>
                        </a:rPr>
                        <a:t>0.619747</a:t>
                      </a:r>
                    </a:p>
                  </a:txBody>
                  <a:tcPr marL="50015" marR="50015" marT="25008" marB="25008" anchor="ctr">
                    <a:lnL>
                      <a:noFill/>
                    </a:lnL>
                    <a:lnR>
                      <a:noFill/>
                    </a:lnR>
                    <a:lnT>
                      <a:noFill/>
                    </a:lnT>
                    <a:lnB>
                      <a:noFill/>
                    </a:lnB>
                    <a:noFill/>
                  </a:tcPr>
                </a:tc>
                <a:tc>
                  <a:txBody>
                    <a:bodyPr/>
                    <a:lstStyle/>
                    <a:p>
                      <a:pPr algn="r">
                        <a:buNone/>
                      </a:pPr>
                      <a:r>
                        <a:rPr lang="en-CA" sz="1000">
                          <a:effectLst/>
                        </a:rPr>
                        <a:t>0.636364</a:t>
                      </a:r>
                    </a:p>
                  </a:txBody>
                  <a:tcPr marL="50015" marR="50015" marT="25008" marB="25008" anchor="ctr">
                    <a:lnL>
                      <a:noFill/>
                    </a:lnL>
                    <a:lnR>
                      <a:noFill/>
                    </a:lnR>
                    <a:lnT>
                      <a:noFill/>
                    </a:lnT>
                    <a:lnB>
                      <a:noFill/>
                    </a:lnB>
                    <a:noFill/>
                  </a:tcPr>
                </a:tc>
                <a:tc>
                  <a:txBody>
                    <a:bodyPr/>
                    <a:lstStyle/>
                    <a:p>
                      <a:pPr algn="r">
                        <a:buNone/>
                      </a:pPr>
                      <a:r>
                        <a:rPr lang="en-CA" sz="1000">
                          <a:effectLst/>
                        </a:rPr>
                        <a:t>0.566919</a:t>
                      </a:r>
                    </a:p>
                  </a:txBody>
                  <a:tcPr marL="50015" marR="50015" marT="25008" marB="25008" anchor="ctr">
                    <a:lnL>
                      <a:noFill/>
                    </a:lnL>
                    <a:lnR>
                      <a:noFill/>
                    </a:lnR>
                    <a:lnT>
                      <a:noFill/>
                    </a:lnT>
                    <a:lnB>
                      <a:noFill/>
                    </a:lnB>
                    <a:noFill/>
                  </a:tcPr>
                </a:tc>
                <a:tc>
                  <a:txBody>
                    <a:bodyPr/>
                    <a:lstStyle/>
                    <a:p>
                      <a:pPr algn="r">
                        <a:buNone/>
                      </a:pPr>
                      <a:r>
                        <a:rPr lang="en-CA" sz="1000">
                          <a:effectLst/>
                        </a:rPr>
                        <a:t>0.333333</a:t>
                      </a:r>
                    </a:p>
                  </a:txBody>
                  <a:tcPr marL="50015" marR="50015" marT="25008" marB="25008" anchor="ctr">
                    <a:lnL>
                      <a:noFill/>
                    </a:lnL>
                    <a:lnR>
                      <a:noFill/>
                    </a:lnR>
                    <a:lnT>
                      <a:noFill/>
                    </a:lnT>
                    <a:lnB>
                      <a:noFill/>
                    </a:lnB>
                    <a:noFill/>
                  </a:tcPr>
                </a:tc>
                <a:tc>
                  <a:txBody>
                    <a:bodyPr/>
                    <a:lstStyle/>
                    <a:p>
                      <a:pPr algn="r">
                        <a:buNone/>
                      </a:pPr>
                      <a:r>
                        <a:rPr lang="en-CA" sz="1000">
                          <a:effectLst/>
                        </a:rPr>
                        <a:t>0.750000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4114872725"/>
                  </a:ext>
                </a:extLst>
              </a:tr>
              <a:tr h="261936">
                <a:tc>
                  <a:txBody>
                    <a:bodyPr/>
                    <a:lstStyle/>
                    <a:p>
                      <a:pPr fontAlgn="ctr">
                        <a:buNone/>
                      </a:pPr>
                      <a:r>
                        <a:rPr lang="en-CA" sz="1000" b="1">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0.505898</a:t>
                      </a:r>
                    </a:p>
                  </a:txBody>
                  <a:tcPr marL="50015" marR="50015" marT="25008" marB="25008" anchor="ctr">
                    <a:lnL>
                      <a:noFill/>
                    </a:lnL>
                    <a:lnR>
                      <a:noFill/>
                    </a:lnR>
                    <a:lnT>
                      <a:noFill/>
                    </a:lnT>
                    <a:lnB>
                      <a:noFill/>
                    </a:lnB>
                    <a:noFill/>
                  </a:tcPr>
                </a:tc>
                <a:tc>
                  <a:txBody>
                    <a:bodyPr/>
                    <a:lstStyle/>
                    <a:p>
                      <a:pPr algn="r">
                        <a:buNone/>
                      </a:pPr>
                      <a:r>
                        <a:rPr lang="en-CA" sz="1000">
                          <a:effectLst/>
                        </a:rPr>
                        <a:t>0.623363</a:t>
                      </a:r>
                    </a:p>
                  </a:txBody>
                  <a:tcPr marL="50015" marR="50015" marT="25008" marB="25008" anchor="ctr">
                    <a:lnL>
                      <a:noFill/>
                    </a:lnL>
                    <a:lnR>
                      <a:noFill/>
                    </a:lnR>
                    <a:lnT>
                      <a:noFill/>
                    </a:lnT>
                    <a:lnB>
                      <a:noFill/>
                    </a:lnB>
                    <a:noFill/>
                  </a:tcPr>
                </a:tc>
                <a:tc>
                  <a:txBody>
                    <a:bodyPr/>
                    <a:lstStyle/>
                    <a:p>
                      <a:pPr algn="r">
                        <a:buNone/>
                      </a:pPr>
                      <a:r>
                        <a:rPr lang="en-CA" sz="1000">
                          <a:effectLst/>
                        </a:rPr>
                        <a:t>0.681818</a:t>
                      </a:r>
                    </a:p>
                  </a:txBody>
                  <a:tcPr marL="50015" marR="50015" marT="25008" marB="25008" anchor="ctr">
                    <a:lnL>
                      <a:noFill/>
                    </a:lnL>
                    <a:lnR>
                      <a:noFill/>
                    </a:lnR>
                    <a:lnT>
                      <a:noFill/>
                    </a:lnT>
                    <a:lnB>
                      <a:noFill/>
                    </a:lnB>
                    <a:noFill/>
                  </a:tcPr>
                </a:tc>
                <a:tc>
                  <a:txBody>
                    <a:bodyPr/>
                    <a:lstStyle/>
                    <a:p>
                      <a:pPr algn="r">
                        <a:buNone/>
                      </a:pPr>
                      <a:r>
                        <a:rPr lang="en-CA" sz="1000">
                          <a:effectLst/>
                        </a:rPr>
                        <a:t>0.659631</a:t>
                      </a:r>
                    </a:p>
                  </a:txBody>
                  <a:tcPr marL="50015" marR="50015" marT="25008" marB="25008" anchor="ctr">
                    <a:lnL>
                      <a:noFill/>
                    </a:lnL>
                    <a:lnR>
                      <a:noFill/>
                    </a:lnR>
                    <a:lnT>
                      <a:noFill/>
                    </a:lnT>
                    <a:lnB>
                      <a:noFill/>
                    </a:lnB>
                    <a:noFill/>
                  </a:tcPr>
                </a:tc>
                <a:tc>
                  <a:txBody>
                    <a:bodyPr/>
                    <a:lstStyle/>
                    <a:p>
                      <a:pPr algn="r">
                        <a:buNone/>
                      </a:pPr>
                      <a:r>
                        <a:rPr lang="en-CA" sz="1000">
                          <a:effectLst/>
                        </a:rPr>
                        <a:t>0.533333</a:t>
                      </a:r>
                    </a:p>
                  </a:txBody>
                  <a:tcPr marL="50015" marR="50015" marT="25008" marB="25008" anchor="ctr">
                    <a:lnL>
                      <a:noFill/>
                    </a:lnL>
                    <a:lnR>
                      <a:noFill/>
                    </a:lnR>
                    <a:lnT>
                      <a:noFill/>
                    </a:lnT>
                    <a:lnB>
                      <a:noFill/>
                    </a:lnB>
                    <a:noFill/>
                  </a:tcPr>
                </a:tc>
                <a:tc>
                  <a:txBody>
                    <a:bodyPr/>
                    <a:lstStyle/>
                    <a:p>
                      <a:pPr algn="r">
                        <a:buNone/>
                      </a:pPr>
                      <a:r>
                        <a:rPr lang="en-CA" sz="1000">
                          <a:effectLst/>
                        </a:rPr>
                        <a:t>0.758621</a:t>
                      </a:r>
                    </a:p>
                  </a:txBody>
                  <a:tcPr marL="50015" marR="50015" marT="25008" marB="25008" anchor="ctr">
                    <a:lnL>
                      <a:noFill/>
                    </a:lnL>
                    <a:lnR>
                      <a:noFill/>
                    </a:lnR>
                    <a:lnT>
                      <a:noFill/>
                    </a:lnT>
                    <a:lnB>
                      <a:noFill/>
                    </a:lnB>
                    <a:noFill/>
                  </a:tcPr>
                </a:tc>
                <a:extLst>
                  <a:ext uri="{0D108BD9-81ED-4DB2-BD59-A6C34878D82A}">
                    <a16:rowId xmlns:a16="http://schemas.microsoft.com/office/drawing/2014/main" val="3423216528"/>
                  </a:ext>
                </a:extLst>
              </a:tr>
              <a:tr h="261936">
                <a:tc>
                  <a:txBody>
                    <a:bodyPr/>
                    <a:lstStyle/>
                    <a:p>
                      <a:pPr fontAlgn="ctr">
                        <a:buNone/>
                      </a:pPr>
                      <a:r>
                        <a:rPr lang="en-CA" sz="1000" b="1">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0.689950</a:t>
                      </a:r>
                    </a:p>
                  </a:txBody>
                  <a:tcPr marL="50015" marR="50015" marT="25008" marB="25008" anchor="ctr">
                    <a:lnL>
                      <a:noFill/>
                    </a:lnL>
                    <a:lnR>
                      <a:noFill/>
                    </a:lnR>
                    <a:lnT>
                      <a:noFill/>
                    </a:lnT>
                    <a:lnB>
                      <a:noFill/>
                    </a:lnB>
                    <a:noFill/>
                  </a:tcPr>
                </a:tc>
                <a:tc>
                  <a:txBody>
                    <a:bodyPr/>
                    <a:lstStyle/>
                    <a:p>
                      <a:pPr algn="r">
                        <a:buNone/>
                      </a:pPr>
                      <a:r>
                        <a:rPr lang="en-CA" sz="1000">
                          <a:effectLst/>
                        </a:rPr>
                        <a:t>0.684404</a:t>
                      </a:r>
                    </a:p>
                  </a:txBody>
                  <a:tcPr marL="50015" marR="50015" marT="25008" marB="25008" anchor="ctr">
                    <a:lnL>
                      <a:noFill/>
                    </a:lnL>
                    <a:lnR>
                      <a:noFill/>
                    </a:lnR>
                    <a:lnT>
                      <a:noFill/>
                    </a:lnT>
                    <a:lnB>
                      <a:noFill/>
                    </a:lnB>
                    <a:noFill/>
                  </a:tcPr>
                </a:tc>
                <a:tc>
                  <a:txBody>
                    <a:bodyPr/>
                    <a:lstStyle/>
                    <a:p>
                      <a:pPr algn="r">
                        <a:buNone/>
                      </a:pPr>
                      <a:r>
                        <a:rPr lang="en-CA" sz="1000">
                          <a:effectLst/>
                        </a:rPr>
                        <a:t>0.560606</a:t>
                      </a:r>
                    </a:p>
                  </a:txBody>
                  <a:tcPr marL="50015" marR="50015" marT="25008" marB="25008" anchor="ctr">
                    <a:lnL>
                      <a:noFill/>
                    </a:lnL>
                    <a:lnR>
                      <a:noFill/>
                    </a:lnR>
                    <a:lnT>
                      <a:noFill/>
                    </a:lnT>
                    <a:lnB>
                      <a:noFill/>
                    </a:lnB>
                    <a:noFill/>
                  </a:tcPr>
                </a:tc>
                <a:tc>
                  <a:txBody>
                    <a:bodyPr/>
                    <a:lstStyle/>
                    <a:p>
                      <a:pPr algn="r">
                        <a:buNone/>
                      </a:pPr>
                      <a:r>
                        <a:rPr lang="en-CA" sz="1000">
                          <a:effectLst/>
                        </a:rPr>
                        <a:t>0.402766</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0.718447</a:t>
                      </a:r>
                    </a:p>
                  </a:txBody>
                  <a:tcPr marL="50015" marR="50015" marT="25008" marB="25008" anchor="ctr">
                    <a:lnL>
                      <a:noFill/>
                    </a:lnL>
                    <a:lnR>
                      <a:noFill/>
                    </a:lnR>
                    <a:lnT>
                      <a:noFill/>
                    </a:lnT>
                    <a:lnB>
                      <a:noFill/>
                    </a:lnB>
                    <a:noFill/>
                  </a:tcPr>
                </a:tc>
                <a:extLst>
                  <a:ext uri="{0D108BD9-81ED-4DB2-BD59-A6C34878D82A}">
                    <a16:rowId xmlns:a16="http://schemas.microsoft.com/office/drawing/2014/main" val="1273857201"/>
                  </a:ext>
                </a:extLst>
              </a:tr>
              <a:tr h="261936">
                <a:tc>
                  <a:txBody>
                    <a:bodyPr/>
                    <a:lstStyle/>
                    <a:p>
                      <a:pPr fontAlgn="ctr">
                        <a:buNone/>
                      </a:pPr>
                      <a:r>
                        <a:rPr lang="en-CA" sz="1000" b="1">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0.681073</a:t>
                      </a:r>
                    </a:p>
                  </a:txBody>
                  <a:tcPr marL="50015" marR="50015" marT="25008" marB="25008" anchor="ctr">
                    <a:lnL>
                      <a:noFill/>
                    </a:lnL>
                    <a:lnR>
                      <a:noFill/>
                    </a:lnR>
                    <a:lnT>
                      <a:noFill/>
                    </a:lnT>
                    <a:lnB>
                      <a:noFill/>
                    </a:lnB>
                    <a:noFill/>
                  </a:tcPr>
                </a:tc>
                <a:tc>
                  <a:txBody>
                    <a:bodyPr/>
                    <a:lstStyle/>
                    <a:p>
                      <a:pPr algn="r">
                        <a:buNone/>
                      </a:pPr>
                      <a:r>
                        <a:rPr lang="en-CA" sz="1000">
                          <a:effectLst/>
                        </a:rPr>
                        <a:t>0.624862</a:t>
                      </a:r>
                    </a:p>
                  </a:txBody>
                  <a:tcPr marL="50015" marR="50015" marT="25008" marB="25008" anchor="ctr">
                    <a:lnL>
                      <a:noFill/>
                    </a:lnL>
                    <a:lnR>
                      <a:noFill/>
                    </a:lnR>
                    <a:lnT>
                      <a:noFill/>
                    </a:lnT>
                    <a:lnB>
                      <a:noFill/>
                    </a:lnB>
                    <a:noFill/>
                  </a:tcPr>
                </a:tc>
                <a:tc>
                  <a:txBody>
                    <a:bodyPr/>
                    <a:lstStyle/>
                    <a:p>
                      <a:pPr algn="r">
                        <a:buNone/>
                      </a:pPr>
                      <a:r>
                        <a:rPr lang="en-CA" sz="1000">
                          <a:effectLst/>
                        </a:rPr>
                        <a:t>0.590909</a:t>
                      </a:r>
                    </a:p>
                  </a:txBody>
                  <a:tcPr marL="50015" marR="50015" marT="25008" marB="25008" anchor="ctr">
                    <a:lnL>
                      <a:noFill/>
                    </a:lnL>
                    <a:lnR>
                      <a:noFill/>
                    </a:lnR>
                    <a:lnT>
                      <a:noFill/>
                    </a:lnT>
                    <a:lnB>
                      <a:noFill/>
                    </a:lnB>
                    <a:noFill/>
                  </a:tcPr>
                </a:tc>
                <a:tc>
                  <a:txBody>
                    <a:bodyPr/>
                    <a:lstStyle/>
                    <a:p>
                      <a:pPr algn="r">
                        <a:buNone/>
                      </a:pPr>
                      <a:r>
                        <a:rPr lang="en-CA" sz="1000">
                          <a:effectLst/>
                        </a:rPr>
                        <a:t>0.467437</a:t>
                      </a:r>
                    </a:p>
                  </a:txBody>
                  <a:tcPr marL="50015" marR="50015" marT="25008" marB="25008" anchor="ctr">
                    <a:lnL>
                      <a:noFill/>
                    </a:lnL>
                    <a:lnR>
                      <a:noFill/>
                    </a:lnR>
                    <a:lnT>
                      <a:noFill/>
                    </a:lnT>
                    <a:lnB>
                      <a:noFill/>
                    </a:lnB>
                    <a:noFill/>
                  </a:tcPr>
                </a:tc>
                <a:tc>
                  <a:txBody>
                    <a:bodyPr/>
                    <a:lstStyle/>
                    <a:p>
                      <a:pPr algn="r">
                        <a:buNone/>
                      </a:pPr>
                      <a:r>
                        <a:rPr lang="en-CA" sz="1000">
                          <a:effectLst/>
                        </a:rPr>
                        <a:t>0.129032</a:t>
                      </a:r>
                    </a:p>
                  </a:txBody>
                  <a:tcPr marL="50015" marR="50015" marT="25008" marB="25008" anchor="ctr">
                    <a:lnL>
                      <a:noFill/>
                    </a:lnL>
                    <a:lnR>
                      <a:noFill/>
                    </a:lnR>
                    <a:lnT>
                      <a:noFill/>
                    </a:lnT>
                    <a:lnB>
                      <a:noFill/>
                    </a:lnB>
                    <a:noFill/>
                  </a:tcPr>
                </a:tc>
                <a:tc>
                  <a:txBody>
                    <a:bodyPr/>
                    <a:lstStyle/>
                    <a:p>
                      <a:pPr algn="r">
                        <a:buNone/>
                      </a:pPr>
                      <a:r>
                        <a:rPr lang="en-CA" sz="1000">
                          <a:effectLst/>
                        </a:rPr>
                        <a:t>0.732673</a:t>
                      </a:r>
                    </a:p>
                  </a:txBody>
                  <a:tcPr marL="50015" marR="50015" marT="25008" marB="25008" anchor="ctr">
                    <a:lnL>
                      <a:noFill/>
                    </a:lnL>
                    <a:lnR>
                      <a:noFill/>
                    </a:lnR>
                    <a:lnT>
                      <a:noFill/>
                    </a:lnT>
                    <a:lnB>
                      <a:noFill/>
                    </a:lnB>
                    <a:noFill/>
                  </a:tcPr>
                </a:tc>
                <a:extLst>
                  <a:ext uri="{0D108BD9-81ED-4DB2-BD59-A6C34878D82A}">
                    <a16:rowId xmlns:a16="http://schemas.microsoft.com/office/drawing/2014/main" val="2172832838"/>
                  </a:ext>
                </a:extLst>
              </a:tr>
              <a:tr h="261936">
                <a:tc>
                  <a:txBody>
                    <a:bodyPr/>
                    <a:lstStyle/>
                    <a:p>
                      <a:pPr fontAlgn="ctr">
                        <a:buNone/>
                      </a:pPr>
                      <a:r>
                        <a:rPr lang="en-CA" sz="1000" b="1">
                          <a:effectLst/>
                        </a:rPr>
                        <a:t>6</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0.547687</a:t>
                      </a:r>
                    </a:p>
                  </a:txBody>
                  <a:tcPr marL="50015" marR="50015" marT="25008" marB="25008" anchor="ctr">
                    <a:lnL>
                      <a:noFill/>
                    </a:lnL>
                    <a:lnR>
                      <a:noFill/>
                    </a:lnR>
                    <a:lnT>
                      <a:noFill/>
                    </a:lnT>
                    <a:lnB>
                      <a:noFill/>
                    </a:lnB>
                    <a:noFill/>
                  </a:tcPr>
                </a:tc>
                <a:tc>
                  <a:txBody>
                    <a:bodyPr/>
                    <a:lstStyle/>
                    <a:p>
                      <a:pPr algn="r">
                        <a:buNone/>
                      </a:pPr>
                      <a:r>
                        <a:rPr lang="en-CA" sz="1000">
                          <a:effectLst/>
                        </a:rPr>
                        <a:t>0.453209</a:t>
                      </a:r>
                    </a:p>
                  </a:txBody>
                  <a:tcPr marL="50015" marR="50015" marT="25008" marB="25008" anchor="ctr">
                    <a:lnL>
                      <a:noFill/>
                    </a:lnL>
                    <a:lnR>
                      <a:noFill/>
                    </a:lnR>
                    <a:lnT>
                      <a:noFill/>
                    </a:lnT>
                    <a:lnB>
                      <a:noFill/>
                    </a:lnB>
                    <a:noFill/>
                  </a:tcPr>
                </a:tc>
                <a:tc>
                  <a:txBody>
                    <a:bodyPr/>
                    <a:lstStyle/>
                    <a:p>
                      <a:pPr algn="r">
                        <a:buNone/>
                      </a:pPr>
                      <a:r>
                        <a:rPr lang="en-CA" sz="1000">
                          <a:effectLst/>
                        </a:rPr>
                        <a:t>0.757576</a:t>
                      </a:r>
                    </a:p>
                  </a:txBody>
                  <a:tcPr marL="50015" marR="50015" marT="25008" marB="25008" anchor="ctr">
                    <a:lnL>
                      <a:noFill/>
                    </a:lnL>
                    <a:lnR>
                      <a:noFill/>
                    </a:lnR>
                    <a:lnT>
                      <a:noFill/>
                    </a:lnT>
                    <a:lnB>
                      <a:noFill/>
                    </a:lnB>
                    <a:noFill/>
                  </a:tcPr>
                </a:tc>
                <a:tc>
                  <a:txBody>
                    <a:bodyPr/>
                    <a:lstStyle/>
                    <a:p>
                      <a:pPr algn="r">
                        <a:buNone/>
                      </a:pPr>
                      <a:r>
                        <a:rPr lang="en-CA" sz="1000">
                          <a:effectLst/>
                        </a:rPr>
                        <a:t>0.752681</a:t>
                      </a:r>
                    </a:p>
                  </a:txBody>
                  <a:tcPr marL="50015" marR="50015" marT="25008" marB="25008" anchor="ctr">
                    <a:lnL>
                      <a:noFill/>
                    </a:lnL>
                    <a:lnR>
                      <a:noFill/>
                    </a:lnR>
                    <a:lnT>
                      <a:noFill/>
                    </a:lnT>
                    <a:lnB>
                      <a:noFill/>
                    </a:lnB>
                    <a:noFill/>
                  </a:tcPr>
                </a:tc>
                <a:tc>
                  <a:txBody>
                    <a:bodyPr/>
                    <a:lstStyle/>
                    <a:p>
                      <a:pPr algn="r">
                        <a:buNone/>
                      </a:pPr>
                      <a:r>
                        <a:rPr lang="en-CA" sz="1000">
                          <a:effectLst/>
                        </a:rPr>
                        <a:t>0.692308</a:t>
                      </a:r>
                    </a:p>
                  </a:txBody>
                  <a:tcPr marL="50015" marR="50015" marT="25008" marB="25008" anchor="ctr">
                    <a:lnL>
                      <a:noFill/>
                    </a:lnL>
                    <a:lnR>
                      <a:noFill/>
                    </a:lnR>
                    <a:lnT>
                      <a:noFill/>
                    </a:lnT>
                    <a:lnB>
                      <a:noFill/>
                    </a:lnB>
                    <a:noFill/>
                  </a:tcPr>
                </a:tc>
                <a:tc>
                  <a:txBody>
                    <a:bodyPr/>
                    <a:lstStyle/>
                    <a:p>
                      <a:pPr algn="r">
                        <a:buNone/>
                      </a:pPr>
                      <a:r>
                        <a:rPr lang="en-CA" sz="1000">
                          <a:effectLst/>
                        </a:rPr>
                        <a:t>0.800000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154697561"/>
                  </a:ext>
                </a:extLst>
              </a:tr>
              <a:tr h="261936">
                <a:tc>
                  <a:txBody>
                    <a:bodyPr/>
                    <a:lstStyle/>
                    <a:p>
                      <a:pPr fontAlgn="ctr">
                        <a:buNone/>
                      </a:pPr>
                      <a:r>
                        <a:rPr lang="en-CA" sz="1000" b="1">
                          <a:effectLst/>
                        </a:rPr>
                        <a:t>7</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0.396852</a:t>
                      </a:r>
                    </a:p>
                  </a:txBody>
                  <a:tcPr marL="50015" marR="50015" marT="25008" marB="25008" anchor="ctr">
                    <a:lnL>
                      <a:noFill/>
                    </a:lnL>
                    <a:lnR>
                      <a:noFill/>
                    </a:lnR>
                    <a:lnT>
                      <a:noFill/>
                    </a:lnT>
                    <a:lnB>
                      <a:noFill/>
                    </a:lnB>
                    <a:noFill/>
                  </a:tcPr>
                </a:tc>
                <a:tc>
                  <a:txBody>
                    <a:bodyPr/>
                    <a:lstStyle/>
                    <a:p>
                      <a:pPr algn="r">
                        <a:buNone/>
                      </a:pPr>
                      <a:r>
                        <a:rPr lang="en-CA" sz="1000">
                          <a:effectLst/>
                        </a:rPr>
                        <a:t>0.373532</a:t>
                      </a:r>
                    </a:p>
                  </a:txBody>
                  <a:tcPr marL="50015" marR="50015" marT="25008" marB="25008" anchor="ctr">
                    <a:lnL>
                      <a:noFill/>
                    </a:lnL>
                    <a:lnR>
                      <a:noFill/>
                    </a:lnR>
                    <a:lnT>
                      <a:noFill/>
                    </a:lnT>
                    <a:lnB>
                      <a:noFill/>
                    </a:lnB>
                    <a:noFill/>
                  </a:tcPr>
                </a:tc>
                <a:tc>
                  <a:txBody>
                    <a:bodyPr/>
                    <a:lstStyle/>
                    <a:p>
                      <a:pPr algn="r">
                        <a:buNone/>
                      </a:pPr>
                      <a:r>
                        <a:rPr lang="en-CA" sz="1000">
                          <a:effectLst/>
                        </a:rPr>
                        <a:t>0.772727</a:t>
                      </a:r>
                    </a:p>
                  </a:txBody>
                  <a:tcPr marL="50015" marR="50015" marT="25008" marB="25008" anchor="ctr">
                    <a:lnL>
                      <a:noFill/>
                    </a:lnL>
                    <a:lnR>
                      <a:noFill/>
                    </a:lnR>
                    <a:lnT>
                      <a:noFill/>
                    </a:lnT>
                    <a:lnB>
                      <a:noFill/>
                    </a:lnB>
                    <a:noFill/>
                  </a:tcPr>
                </a:tc>
                <a:tc>
                  <a:txBody>
                    <a:bodyPr/>
                    <a:lstStyle/>
                    <a:p>
                      <a:pPr algn="r">
                        <a:buNone/>
                      </a:pPr>
                      <a:r>
                        <a:rPr lang="en-CA" sz="1000">
                          <a:effectLst/>
                        </a:rPr>
                        <a:t>0.770956</a:t>
                      </a:r>
                    </a:p>
                  </a:txBody>
                  <a:tcPr marL="50015" marR="50015" marT="25008" marB="25008" anchor="ctr">
                    <a:lnL>
                      <a:noFill/>
                    </a:lnL>
                    <a:lnR>
                      <a:noFill/>
                    </a:lnR>
                    <a:lnT>
                      <a:noFill/>
                    </a:lnT>
                    <a:lnB>
                      <a:noFill/>
                    </a:lnB>
                    <a:noFill/>
                  </a:tcPr>
                </a:tc>
                <a:tc>
                  <a:txBody>
                    <a:bodyPr/>
                    <a:lstStyle/>
                    <a:p>
                      <a:pPr algn="r">
                        <a:buNone/>
                      </a:pPr>
                      <a:r>
                        <a:rPr lang="en-CA" sz="1000">
                          <a:effectLst/>
                        </a:rPr>
                        <a:t>0.727273</a:t>
                      </a:r>
                    </a:p>
                  </a:txBody>
                  <a:tcPr marL="50015" marR="50015" marT="25008" marB="25008" anchor="ctr">
                    <a:lnL>
                      <a:noFill/>
                    </a:lnL>
                    <a:lnR>
                      <a:noFill/>
                    </a:lnR>
                    <a:lnT>
                      <a:noFill/>
                    </a:lnT>
                    <a:lnB>
                      <a:noFill/>
                    </a:lnB>
                    <a:noFill/>
                  </a:tcPr>
                </a:tc>
                <a:tc>
                  <a:txBody>
                    <a:bodyPr/>
                    <a:lstStyle/>
                    <a:p>
                      <a:pPr algn="r">
                        <a:buNone/>
                      </a:pPr>
                      <a:r>
                        <a:rPr lang="en-CA" sz="1000">
                          <a:effectLst/>
                        </a:rPr>
                        <a:t>0.805195</a:t>
                      </a:r>
                    </a:p>
                  </a:txBody>
                  <a:tcPr marL="50015" marR="50015" marT="25008" marB="25008" anchor="ctr">
                    <a:lnL>
                      <a:noFill/>
                    </a:lnL>
                    <a:lnR>
                      <a:noFill/>
                    </a:lnR>
                    <a:lnT>
                      <a:noFill/>
                    </a:lnT>
                    <a:lnB>
                      <a:noFill/>
                    </a:lnB>
                    <a:noFill/>
                  </a:tcPr>
                </a:tc>
                <a:extLst>
                  <a:ext uri="{0D108BD9-81ED-4DB2-BD59-A6C34878D82A}">
                    <a16:rowId xmlns:a16="http://schemas.microsoft.com/office/drawing/2014/main" val="1085916173"/>
                  </a:ext>
                </a:extLst>
              </a:tr>
              <a:tr h="261936">
                <a:tc>
                  <a:txBody>
                    <a:bodyPr/>
                    <a:lstStyle/>
                    <a:p>
                      <a:pPr fontAlgn="ctr">
                        <a:buNone/>
                      </a:pPr>
                      <a:r>
                        <a:rPr lang="en-CA" sz="1000" b="1">
                          <a:effectLst/>
                        </a:rPr>
                        <a:t>8</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0.685684</a:t>
                      </a:r>
                    </a:p>
                  </a:txBody>
                  <a:tcPr marL="50015" marR="50015" marT="25008" marB="25008" anchor="ctr">
                    <a:lnL>
                      <a:noFill/>
                    </a:lnL>
                    <a:lnR>
                      <a:noFill/>
                    </a:lnR>
                    <a:lnT>
                      <a:noFill/>
                    </a:lnT>
                    <a:lnB>
                      <a:noFill/>
                    </a:lnB>
                    <a:noFill/>
                  </a:tcPr>
                </a:tc>
                <a:tc>
                  <a:txBody>
                    <a:bodyPr/>
                    <a:lstStyle/>
                    <a:p>
                      <a:pPr algn="r">
                        <a:buNone/>
                      </a:pPr>
                      <a:r>
                        <a:rPr lang="en-CA" sz="1000">
                          <a:effectLst/>
                        </a:rPr>
                        <a:t>0.656347</a:t>
                      </a:r>
                    </a:p>
                  </a:txBody>
                  <a:tcPr marL="50015" marR="50015" marT="25008" marB="25008" anchor="ctr">
                    <a:lnL>
                      <a:noFill/>
                    </a:lnL>
                    <a:lnR>
                      <a:noFill/>
                    </a:lnR>
                    <a:lnT>
                      <a:noFill/>
                    </a:lnT>
                    <a:lnB>
                      <a:noFill/>
                    </a:lnB>
                    <a:noFill/>
                  </a:tcPr>
                </a:tc>
                <a:tc>
                  <a:txBody>
                    <a:bodyPr/>
                    <a:lstStyle/>
                    <a:p>
                      <a:pPr algn="r">
                        <a:buNone/>
                      </a:pPr>
                      <a:r>
                        <a:rPr lang="en-CA" sz="1000">
                          <a:effectLst/>
                        </a:rPr>
                        <a:t>0.569231</a:t>
                      </a:r>
                    </a:p>
                  </a:txBody>
                  <a:tcPr marL="50015" marR="50015" marT="25008" marB="25008" anchor="ctr">
                    <a:lnL>
                      <a:noFill/>
                    </a:lnL>
                    <a:lnR>
                      <a:noFill/>
                    </a:lnR>
                    <a:lnT>
                      <a:noFill/>
                    </a:lnT>
                    <a:lnB>
                      <a:noFill/>
                    </a:lnB>
                    <a:noFill/>
                  </a:tcPr>
                </a:tc>
                <a:tc>
                  <a:txBody>
                    <a:bodyPr/>
                    <a:lstStyle/>
                    <a:p>
                      <a:pPr algn="r">
                        <a:buNone/>
                      </a:pPr>
                      <a:r>
                        <a:rPr lang="en-CA" sz="1000">
                          <a:effectLst/>
                        </a:rPr>
                        <a:t>0.412971</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0.725490</a:t>
                      </a:r>
                    </a:p>
                  </a:txBody>
                  <a:tcPr marL="50015" marR="50015" marT="25008" marB="25008" anchor="ctr">
                    <a:lnL>
                      <a:noFill/>
                    </a:lnL>
                    <a:lnR>
                      <a:noFill/>
                    </a:lnR>
                    <a:lnT>
                      <a:noFill/>
                    </a:lnT>
                    <a:lnB>
                      <a:noFill/>
                    </a:lnB>
                    <a:noFill/>
                  </a:tcPr>
                </a:tc>
                <a:extLst>
                  <a:ext uri="{0D108BD9-81ED-4DB2-BD59-A6C34878D82A}">
                    <a16:rowId xmlns:a16="http://schemas.microsoft.com/office/drawing/2014/main" val="1981079487"/>
                  </a:ext>
                </a:extLst>
              </a:tr>
              <a:tr h="261936">
                <a:tc>
                  <a:txBody>
                    <a:bodyPr/>
                    <a:lstStyle/>
                    <a:p>
                      <a:pPr fontAlgn="ctr">
                        <a:buNone/>
                      </a:pPr>
                      <a:r>
                        <a:rPr lang="en-CA" sz="1000" b="1">
                          <a:effectLst/>
                        </a:rPr>
                        <a:t>9</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0.671715</a:t>
                      </a:r>
                    </a:p>
                  </a:txBody>
                  <a:tcPr marL="50015" marR="50015" marT="25008" marB="25008" anchor="ctr">
                    <a:lnL>
                      <a:noFill/>
                    </a:lnL>
                    <a:lnR>
                      <a:noFill/>
                    </a:lnR>
                    <a:lnT>
                      <a:noFill/>
                    </a:lnT>
                    <a:lnB>
                      <a:noFill/>
                    </a:lnB>
                    <a:noFill/>
                  </a:tcPr>
                </a:tc>
                <a:tc>
                  <a:txBody>
                    <a:bodyPr/>
                    <a:lstStyle/>
                    <a:p>
                      <a:pPr algn="r">
                        <a:buNone/>
                      </a:pPr>
                      <a:r>
                        <a:rPr lang="en-CA" sz="1000">
                          <a:effectLst/>
                        </a:rPr>
                        <a:t>0.705432</a:t>
                      </a:r>
                    </a:p>
                  </a:txBody>
                  <a:tcPr marL="50015" marR="50015" marT="25008" marB="25008" anchor="ctr">
                    <a:lnL>
                      <a:noFill/>
                    </a:lnL>
                    <a:lnR>
                      <a:noFill/>
                    </a:lnR>
                    <a:lnT>
                      <a:noFill/>
                    </a:lnT>
                    <a:lnB>
                      <a:noFill/>
                    </a:lnB>
                    <a:noFill/>
                  </a:tcPr>
                </a:tc>
                <a:tc>
                  <a:txBody>
                    <a:bodyPr/>
                    <a:lstStyle/>
                    <a:p>
                      <a:pPr algn="r">
                        <a:buNone/>
                      </a:pPr>
                      <a:r>
                        <a:rPr lang="en-CA" sz="1000">
                          <a:effectLst/>
                        </a:rPr>
                        <a:t>0.569231</a:t>
                      </a:r>
                    </a:p>
                  </a:txBody>
                  <a:tcPr marL="50015" marR="50015" marT="25008" marB="25008" anchor="ctr">
                    <a:lnL>
                      <a:noFill/>
                    </a:lnL>
                    <a:lnR>
                      <a:noFill/>
                    </a:lnR>
                    <a:lnT>
                      <a:noFill/>
                    </a:lnT>
                    <a:lnB>
                      <a:noFill/>
                    </a:lnB>
                    <a:noFill/>
                  </a:tcPr>
                </a:tc>
                <a:tc>
                  <a:txBody>
                    <a:bodyPr/>
                    <a:lstStyle/>
                    <a:p>
                      <a:pPr algn="r">
                        <a:buNone/>
                      </a:pPr>
                      <a:r>
                        <a:rPr lang="en-CA" sz="1000">
                          <a:effectLst/>
                        </a:rPr>
                        <a:t>0.412971</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0.725490</a:t>
                      </a:r>
                    </a:p>
                  </a:txBody>
                  <a:tcPr marL="50015" marR="50015" marT="25008" marB="25008" anchor="ctr">
                    <a:lnL>
                      <a:noFill/>
                    </a:lnL>
                    <a:lnR>
                      <a:noFill/>
                    </a:lnR>
                    <a:lnT>
                      <a:noFill/>
                    </a:lnT>
                    <a:lnB>
                      <a:noFill/>
                    </a:lnB>
                    <a:noFill/>
                  </a:tcPr>
                </a:tc>
                <a:extLst>
                  <a:ext uri="{0D108BD9-81ED-4DB2-BD59-A6C34878D82A}">
                    <a16:rowId xmlns:a16="http://schemas.microsoft.com/office/drawing/2014/main" val="1571243683"/>
                  </a:ext>
                </a:extLst>
              </a:tr>
              <a:tr h="261936">
                <a:tc>
                  <a:txBody>
                    <a:bodyPr/>
                    <a:lstStyle/>
                    <a:p>
                      <a:pPr fontAlgn="ctr">
                        <a:buNone/>
                      </a:pPr>
                      <a:r>
                        <a:rPr lang="en-CA" sz="1000" b="1">
                          <a:effectLst/>
                        </a:rPr>
                        <a:t>10</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0.621074</a:t>
                      </a:r>
                    </a:p>
                  </a:txBody>
                  <a:tcPr marL="50015" marR="50015" marT="25008" marB="25008" anchor="ctr">
                    <a:lnL>
                      <a:noFill/>
                    </a:lnL>
                    <a:lnR>
                      <a:noFill/>
                    </a:lnR>
                    <a:lnT>
                      <a:noFill/>
                    </a:lnT>
                    <a:lnB>
                      <a:noFill/>
                    </a:lnB>
                    <a:noFill/>
                  </a:tcPr>
                </a:tc>
                <a:tc>
                  <a:txBody>
                    <a:bodyPr/>
                    <a:lstStyle/>
                    <a:p>
                      <a:pPr algn="r">
                        <a:buNone/>
                      </a:pPr>
                      <a:r>
                        <a:rPr lang="en-CA" sz="1000">
                          <a:effectLst/>
                        </a:rPr>
                        <a:t>0.501803</a:t>
                      </a:r>
                    </a:p>
                  </a:txBody>
                  <a:tcPr marL="50015" marR="50015" marT="25008" marB="25008" anchor="ctr">
                    <a:lnL>
                      <a:noFill/>
                    </a:lnL>
                    <a:lnR>
                      <a:noFill/>
                    </a:lnR>
                    <a:lnT>
                      <a:noFill/>
                    </a:lnT>
                    <a:lnB>
                      <a:noFill/>
                    </a:lnB>
                    <a:noFill/>
                  </a:tcPr>
                </a:tc>
                <a:tc>
                  <a:txBody>
                    <a:bodyPr/>
                    <a:lstStyle/>
                    <a:p>
                      <a:pPr algn="r">
                        <a:buNone/>
                      </a:pPr>
                      <a:r>
                        <a:rPr lang="en-CA" sz="1000">
                          <a:effectLst/>
                        </a:rPr>
                        <a:t>0.738462</a:t>
                      </a:r>
                    </a:p>
                  </a:txBody>
                  <a:tcPr marL="50015" marR="50015" marT="25008" marB="25008" anchor="ctr">
                    <a:lnL>
                      <a:noFill/>
                    </a:lnL>
                    <a:lnR>
                      <a:noFill/>
                    </a:lnR>
                    <a:lnT>
                      <a:noFill/>
                    </a:lnT>
                    <a:lnB>
                      <a:noFill/>
                    </a:lnB>
                    <a:noFill/>
                  </a:tcPr>
                </a:tc>
                <a:tc>
                  <a:txBody>
                    <a:bodyPr/>
                    <a:lstStyle/>
                    <a:p>
                      <a:pPr algn="r">
                        <a:buNone/>
                      </a:pPr>
                      <a:r>
                        <a:rPr lang="en-CA" sz="1000">
                          <a:effectLst/>
                        </a:rPr>
                        <a:t>0.739704</a:t>
                      </a:r>
                    </a:p>
                  </a:txBody>
                  <a:tcPr marL="50015" marR="50015" marT="25008" marB="25008" anchor="ctr">
                    <a:lnL>
                      <a:noFill/>
                    </a:lnL>
                    <a:lnR>
                      <a:noFill/>
                    </a:lnR>
                    <a:lnT>
                      <a:noFill/>
                    </a:lnT>
                    <a:lnB>
                      <a:noFill/>
                    </a:lnB>
                    <a:noFill/>
                  </a:tcPr>
                </a:tc>
                <a:tc>
                  <a:txBody>
                    <a:bodyPr/>
                    <a:lstStyle/>
                    <a:p>
                      <a:pPr algn="r">
                        <a:buNone/>
                      </a:pPr>
                      <a:r>
                        <a:rPr lang="en-CA" sz="1000">
                          <a:effectLst/>
                        </a:rPr>
                        <a:t>0.721311</a:t>
                      </a:r>
                    </a:p>
                  </a:txBody>
                  <a:tcPr marL="50015" marR="50015" marT="25008" marB="25008" anchor="ctr">
                    <a:lnL>
                      <a:noFill/>
                    </a:lnL>
                    <a:lnR>
                      <a:noFill/>
                    </a:lnR>
                    <a:lnT>
                      <a:noFill/>
                    </a:lnT>
                    <a:lnB>
                      <a:noFill/>
                    </a:lnB>
                    <a:noFill/>
                  </a:tcPr>
                </a:tc>
                <a:tc>
                  <a:txBody>
                    <a:bodyPr/>
                    <a:lstStyle/>
                    <a:p>
                      <a:pPr algn="r">
                        <a:buNone/>
                      </a:pPr>
                      <a:r>
                        <a:rPr lang="en-CA" sz="1000">
                          <a:effectLst/>
                        </a:rPr>
                        <a:t>0.753623</a:t>
                      </a:r>
                    </a:p>
                  </a:txBody>
                  <a:tcPr marL="50015" marR="50015" marT="25008" marB="25008" anchor="ctr">
                    <a:lnL>
                      <a:noFill/>
                    </a:lnL>
                    <a:lnR>
                      <a:noFill/>
                    </a:lnR>
                    <a:lnT>
                      <a:noFill/>
                    </a:lnT>
                    <a:lnB>
                      <a:noFill/>
                    </a:lnB>
                    <a:noFill/>
                  </a:tcPr>
                </a:tc>
                <a:extLst>
                  <a:ext uri="{0D108BD9-81ED-4DB2-BD59-A6C34878D82A}">
                    <a16:rowId xmlns:a16="http://schemas.microsoft.com/office/drawing/2014/main" val="3159239838"/>
                  </a:ext>
                </a:extLst>
              </a:tr>
              <a:tr h="261936">
                <a:tc>
                  <a:txBody>
                    <a:bodyPr/>
                    <a:lstStyle/>
                    <a:p>
                      <a:pPr fontAlgn="ctr">
                        <a:buNone/>
                      </a:pPr>
                      <a:r>
                        <a:rPr lang="en-CA" sz="1000" b="1">
                          <a:effectLst/>
                        </a:rPr>
                        <a:t>11</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0.491929</a:t>
                      </a:r>
                    </a:p>
                  </a:txBody>
                  <a:tcPr marL="50015" marR="50015" marT="25008" marB="25008" anchor="ctr">
                    <a:lnL>
                      <a:noFill/>
                    </a:lnL>
                    <a:lnR>
                      <a:noFill/>
                    </a:lnR>
                    <a:lnT>
                      <a:noFill/>
                    </a:lnT>
                    <a:lnB>
                      <a:noFill/>
                    </a:lnB>
                    <a:noFill/>
                  </a:tcPr>
                </a:tc>
                <a:tc>
                  <a:txBody>
                    <a:bodyPr/>
                    <a:lstStyle/>
                    <a:p>
                      <a:pPr algn="r">
                        <a:buNone/>
                      </a:pPr>
                      <a:r>
                        <a:rPr lang="en-CA" sz="1000">
                          <a:effectLst/>
                        </a:rPr>
                        <a:t>0.503208</a:t>
                      </a:r>
                    </a:p>
                  </a:txBody>
                  <a:tcPr marL="50015" marR="50015" marT="25008" marB="25008" anchor="ctr">
                    <a:lnL>
                      <a:noFill/>
                    </a:lnL>
                    <a:lnR>
                      <a:noFill/>
                    </a:lnR>
                    <a:lnT>
                      <a:noFill/>
                    </a:lnT>
                    <a:lnB>
                      <a:noFill/>
                    </a:lnB>
                    <a:noFill/>
                  </a:tcPr>
                </a:tc>
                <a:tc>
                  <a:txBody>
                    <a:bodyPr/>
                    <a:lstStyle/>
                    <a:p>
                      <a:pPr algn="r">
                        <a:buNone/>
                      </a:pPr>
                      <a:r>
                        <a:rPr lang="en-CA" sz="1000">
                          <a:effectLst/>
                        </a:rPr>
                        <a:t>0.784615</a:t>
                      </a:r>
                    </a:p>
                  </a:txBody>
                  <a:tcPr marL="50015" marR="50015" marT="25008" marB="25008" anchor="ctr">
                    <a:lnL>
                      <a:noFill/>
                    </a:lnL>
                    <a:lnR>
                      <a:noFill/>
                    </a:lnR>
                    <a:lnT>
                      <a:noFill/>
                    </a:lnT>
                    <a:lnB>
                      <a:noFill/>
                    </a:lnB>
                    <a:noFill/>
                  </a:tcPr>
                </a:tc>
                <a:tc>
                  <a:txBody>
                    <a:bodyPr/>
                    <a:lstStyle/>
                    <a:p>
                      <a:pPr algn="r">
                        <a:buNone/>
                      </a:pPr>
                      <a:r>
                        <a:rPr lang="en-CA" sz="1000">
                          <a:effectLst/>
                        </a:rPr>
                        <a:t>0.785641</a:t>
                      </a:r>
                    </a:p>
                  </a:txBody>
                  <a:tcPr marL="50015" marR="50015" marT="25008" marB="25008" anchor="ctr">
                    <a:lnL>
                      <a:noFill/>
                    </a:lnL>
                    <a:lnR>
                      <a:noFill/>
                    </a:lnR>
                    <a:lnT>
                      <a:noFill/>
                    </a:lnT>
                    <a:lnB>
                      <a:noFill/>
                    </a:lnB>
                    <a:noFill/>
                  </a:tcPr>
                </a:tc>
                <a:tc>
                  <a:txBody>
                    <a:bodyPr/>
                    <a:lstStyle/>
                    <a:p>
                      <a:pPr algn="r">
                        <a:buNone/>
                      </a:pPr>
                      <a:r>
                        <a:rPr lang="en-CA" sz="1000">
                          <a:effectLst/>
                        </a:rPr>
                        <a:t>0.766667</a:t>
                      </a:r>
                    </a:p>
                  </a:txBody>
                  <a:tcPr marL="50015" marR="50015" marT="25008" marB="25008" anchor="ctr">
                    <a:lnL>
                      <a:noFill/>
                    </a:lnL>
                    <a:lnR>
                      <a:noFill/>
                    </a:lnR>
                    <a:lnT>
                      <a:noFill/>
                    </a:lnT>
                    <a:lnB>
                      <a:noFill/>
                    </a:lnB>
                    <a:noFill/>
                  </a:tcPr>
                </a:tc>
                <a:tc>
                  <a:txBody>
                    <a:bodyPr/>
                    <a:lstStyle/>
                    <a:p>
                      <a:pPr algn="r">
                        <a:buNone/>
                      </a:pPr>
                      <a:r>
                        <a:rPr lang="en-CA" sz="1000">
                          <a:effectLst/>
                        </a:rPr>
                        <a:t>0.800000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3144669349"/>
                  </a:ext>
                </a:extLst>
              </a:tr>
              <a:tr h="261936">
                <a:tc>
                  <a:txBody>
                    <a:bodyPr/>
                    <a:lstStyle/>
                    <a:p>
                      <a:pPr fontAlgn="ctr">
                        <a:buNone/>
                      </a:pPr>
                      <a:r>
                        <a:rPr lang="en-CA" sz="1000" b="1">
                          <a:effectLst/>
                        </a:rPr>
                        <a:t>12</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0.705507</a:t>
                      </a:r>
                    </a:p>
                  </a:txBody>
                  <a:tcPr marL="50015" marR="50015" marT="25008" marB="25008" anchor="ctr">
                    <a:lnL>
                      <a:noFill/>
                    </a:lnL>
                    <a:lnR>
                      <a:noFill/>
                    </a:lnR>
                    <a:lnT>
                      <a:noFill/>
                    </a:lnT>
                    <a:lnB>
                      <a:noFill/>
                    </a:lnB>
                    <a:noFill/>
                  </a:tcPr>
                </a:tc>
                <a:tc>
                  <a:txBody>
                    <a:bodyPr/>
                    <a:lstStyle/>
                    <a:p>
                      <a:pPr algn="r">
                        <a:buNone/>
                      </a:pPr>
                      <a:r>
                        <a:rPr lang="en-CA" sz="1000">
                          <a:effectLst/>
                        </a:rPr>
                        <a:t>0.691357</a:t>
                      </a:r>
                    </a:p>
                  </a:txBody>
                  <a:tcPr marL="50015" marR="50015" marT="25008" marB="25008" anchor="ctr">
                    <a:lnL>
                      <a:noFill/>
                    </a:lnL>
                    <a:lnR>
                      <a:noFill/>
                    </a:lnR>
                    <a:lnT>
                      <a:noFill/>
                    </a:lnT>
                    <a:lnB>
                      <a:noFill/>
                    </a:lnB>
                    <a:noFill/>
                  </a:tcPr>
                </a:tc>
                <a:tc>
                  <a:txBody>
                    <a:bodyPr/>
                    <a:lstStyle/>
                    <a:p>
                      <a:pPr algn="r">
                        <a:buNone/>
                      </a:pPr>
                      <a:r>
                        <a:rPr lang="en-CA" sz="1000">
                          <a:effectLst/>
                        </a:rPr>
                        <a:t>0.569231</a:t>
                      </a:r>
                    </a:p>
                  </a:txBody>
                  <a:tcPr marL="50015" marR="50015" marT="25008" marB="25008" anchor="ctr">
                    <a:lnL>
                      <a:noFill/>
                    </a:lnL>
                    <a:lnR>
                      <a:noFill/>
                    </a:lnR>
                    <a:lnT>
                      <a:noFill/>
                    </a:lnT>
                    <a:lnB>
                      <a:noFill/>
                    </a:lnB>
                    <a:noFill/>
                  </a:tcPr>
                </a:tc>
                <a:tc>
                  <a:txBody>
                    <a:bodyPr/>
                    <a:lstStyle/>
                    <a:p>
                      <a:pPr algn="r">
                        <a:buNone/>
                      </a:pPr>
                      <a:r>
                        <a:rPr lang="en-CA" sz="1000">
                          <a:effectLst/>
                        </a:rPr>
                        <a:t>0.412971</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0.725490</a:t>
                      </a:r>
                    </a:p>
                  </a:txBody>
                  <a:tcPr marL="50015" marR="50015" marT="25008" marB="25008" anchor="ctr">
                    <a:lnL>
                      <a:noFill/>
                    </a:lnL>
                    <a:lnR>
                      <a:noFill/>
                    </a:lnR>
                    <a:lnT>
                      <a:noFill/>
                    </a:lnT>
                    <a:lnB>
                      <a:noFill/>
                    </a:lnB>
                    <a:noFill/>
                  </a:tcPr>
                </a:tc>
                <a:extLst>
                  <a:ext uri="{0D108BD9-81ED-4DB2-BD59-A6C34878D82A}">
                    <a16:rowId xmlns:a16="http://schemas.microsoft.com/office/drawing/2014/main" val="265574709"/>
                  </a:ext>
                </a:extLst>
              </a:tr>
              <a:tr h="261936">
                <a:tc>
                  <a:txBody>
                    <a:bodyPr/>
                    <a:lstStyle/>
                    <a:p>
                      <a:pPr fontAlgn="ctr">
                        <a:buNone/>
                      </a:pPr>
                      <a:r>
                        <a:rPr lang="en-CA" sz="1000" b="1">
                          <a:effectLst/>
                        </a:rPr>
                        <a:t>13</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0.679103</a:t>
                      </a:r>
                    </a:p>
                  </a:txBody>
                  <a:tcPr marL="50015" marR="50015" marT="25008" marB="25008" anchor="ctr">
                    <a:lnL>
                      <a:noFill/>
                    </a:lnL>
                    <a:lnR>
                      <a:noFill/>
                    </a:lnR>
                    <a:lnT>
                      <a:noFill/>
                    </a:lnT>
                    <a:lnB>
                      <a:noFill/>
                    </a:lnB>
                    <a:noFill/>
                  </a:tcPr>
                </a:tc>
                <a:tc>
                  <a:txBody>
                    <a:bodyPr/>
                    <a:lstStyle/>
                    <a:p>
                      <a:pPr algn="r">
                        <a:buNone/>
                      </a:pPr>
                      <a:r>
                        <a:rPr lang="en-CA" sz="1000">
                          <a:effectLst/>
                        </a:rPr>
                        <a:t>0.684476</a:t>
                      </a:r>
                    </a:p>
                  </a:txBody>
                  <a:tcPr marL="50015" marR="50015" marT="25008" marB="25008" anchor="ctr">
                    <a:lnL>
                      <a:noFill/>
                    </a:lnL>
                    <a:lnR>
                      <a:noFill/>
                    </a:lnR>
                    <a:lnT>
                      <a:noFill/>
                    </a:lnT>
                    <a:lnB>
                      <a:noFill/>
                    </a:lnB>
                    <a:noFill/>
                  </a:tcPr>
                </a:tc>
                <a:tc>
                  <a:txBody>
                    <a:bodyPr/>
                    <a:lstStyle/>
                    <a:p>
                      <a:pPr algn="r">
                        <a:buNone/>
                      </a:pPr>
                      <a:r>
                        <a:rPr lang="en-CA" sz="1000">
                          <a:effectLst/>
                        </a:rPr>
                        <a:t>0.569231</a:t>
                      </a:r>
                    </a:p>
                  </a:txBody>
                  <a:tcPr marL="50015" marR="50015" marT="25008" marB="25008" anchor="ctr">
                    <a:lnL>
                      <a:noFill/>
                    </a:lnL>
                    <a:lnR>
                      <a:noFill/>
                    </a:lnR>
                    <a:lnT>
                      <a:noFill/>
                    </a:lnT>
                    <a:lnB>
                      <a:noFill/>
                    </a:lnB>
                    <a:noFill/>
                  </a:tcPr>
                </a:tc>
                <a:tc>
                  <a:txBody>
                    <a:bodyPr/>
                    <a:lstStyle/>
                    <a:p>
                      <a:pPr algn="r">
                        <a:buNone/>
                      </a:pPr>
                      <a:r>
                        <a:rPr lang="en-CA" sz="1000">
                          <a:effectLst/>
                        </a:rPr>
                        <a:t>0.412971</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0.725490</a:t>
                      </a:r>
                    </a:p>
                  </a:txBody>
                  <a:tcPr marL="50015" marR="50015" marT="25008" marB="25008" anchor="ctr">
                    <a:lnL>
                      <a:noFill/>
                    </a:lnL>
                    <a:lnR>
                      <a:noFill/>
                    </a:lnR>
                    <a:lnT>
                      <a:noFill/>
                    </a:lnT>
                    <a:lnB>
                      <a:noFill/>
                    </a:lnB>
                    <a:noFill/>
                  </a:tcPr>
                </a:tc>
                <a:extLst>
                  <a:ext uri="{0D108BD9-81ED-4DB2-BD59-A6C34878D82A}">
                    <a16:rowId xmlns:a16="http://schemas.microsoft.com/office/drawing/2014/main" val="1647022593"/>
                  </a:ext>
                </a:extLst>
              </a:tr>
              <a:tr h="261936">
                <a:tc>
                  <a:txBody>
                    <a:bodyPr/>
                    <a:lstStyle/>
                    <a:p>
                      <a:pPr fontAlgn="ctr">
                        <a:buNone/>
                      </a:pPr>
                      <a:r>
                        <a:rPr lang="en-CA" sz="1000" b="1">
                          <a:effectLst/>
                        </a:rPr>
                        <a:t>14</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0.585710</a:t>
                      </a:r>
                    </a:p>
                  </a:txBody>
                  <a:tcPr marL="50015" marR="50015" marT="25008" marB="25008" anchor="ctr">
                    <a:lnL>
                      <a:noFill/>
                    </a:lnL>
                    <a:lnR>
                      <a:noFill/>
                    </a:lnR>
                    <a:lnT>
                      <a:noFill/>
                    </a:lnT>
                    <a:lnB>
                      <a:noFill/>
                    </a:lnB>
                    <a:noFill/>
                  </a:tcPr>
                </a:tc>
                <a:tc>
                  <a:txBody>
                    <a:bodyPr/>
                    <a:lstStyle/>
                    <a:p>
                      <a:pPr algn="r">
                        <a:buNone/>
                      </a:pPr>
                      <a:r>
                        <a:rPr lang="en-CA" sz="1000">
                          <a:effectLst/>
                        </a:rPr>
                        <a:t>0.534585</a:t>
                      </a:r>
                    </a:p>
                  </a:txBody>
                  <a:tcPr marL="50015" marR="50015" marT="25008" marB="25008" anchor="ctr">
                    <a:lnL>
                      <a:noFill/>
                    </a:lnL>
                    <a:lnR>
                      <a:noFill/>
                    </a:lnR>
                    <a:lnT>
                      <a:noFill/>
                    </a:lnT>
                    <a:lnB>
                      <a:noFill/>
                    </a:lnB>
                    <a:noFill/>
                  </a:tcPr>
                </a:tc>
                <a:tc>
                  <a:txBody>
                    <a:bodyPr/>
                    <a:lstStyle/>
                    <a:p>
                      <a:pPr algn="r">
                        <a:buNone/>
                      </a:pPr>
                      <a:r>
                        <a:rPr lang="en-CA" sz="1000">
                          <a:effectLst/>
                        </a:rPr>
                        <a:t>0.707692</a:t>
                      </a:r>
                    </a:p>
                  </a:txBody>
                  <a:tcPr marL="50015" marR="50015" marT="25008" marB="25008" anchor="ctr">
                    <a:lnL>
                      <a:noFill/>
                    </a:lnL>
                    <a:lnR>
                      <a:noFill/>
                    </a:lnR>
                    <a:lnT>
                      <a:noFill/>
                    </a:lnT>
                    <a:lnB>
                      <a:noFill/>
                    </a:lnB>
                    <a:noFill/>
                  </a:tcPr>
                </a:tc>
                <a:tc>
                  <a:txBody>
                    <a:bodyPr/>
                    <a:lstStyle/>
                    <a:p>
                      <a:pPr algn="r">
                        <a:buNone/>
                      </a:pPr>
                      <a:r>
                        <a:rPr lang="en-CA" sz="1000">
                          <a:effectLst/>
                        </a:rPr>
                        <a:t>0.708254</a:t>
                      </a:r>
                    </a:p>
                  </a:txBody>
                  <a:tcPr marL="50015" marR="50015" marT="25008" marB="25008" anchor="ctr">
                    <a:lnL>
                      <a:noFill/>
                    </a:lnL>
                    <a:lnR>
                      <a:noFill/>
                    </a:lnR>
                    <a:lnT>
                      <a:noFill/>
                    </a:lnT>
                    <a:lnB>
                      <a:noFill/>
                    </a:lnB>
                    <a:noFill/>
                  </a:tcPr>
                </a:tc>
                <a:tc>
                  <a:txBody>
                    <a:bodyPr/>
                    <a:lstStyle/>
                    <a:p>
                      <a:pPr algn="r">
                        <a:buNone/>
                      </a:pPr>
                      <a:r>
                        <a:rPr lang="en-CA" sz="1000">
                          <a:effectLst/>
                        </a:rPr>
                        <a:t>0.666667</a:t>
                      </a:r>
                    </a:p>
                  </a:txBody>
                  <a:tcPr marL="50015" marR="50015" marT="25008" marB="25008" anchor="ctr">
                    <a:lnL>
                      <a:noFill/>
                    </a:lnL>
                    <a:lnR>
                      <a:noFill/>
                    </a:lnR>
                    <a:lnT>
                      <a:noFill/>
                    </a:lnT>
                    <a:lnB>
                      <a:noFill/>
                    </a:lnB>
                    <a:noFill/>
                  </a:tcPr>
                </a:tc>
                <a:tc>
                  <a:txBody>
                    <a:bodyPr/>
                    <a:lstStyle/>
                    <a:p>
                      <a:pPr algn="r">
                        <a:buNone/>
                      </a:pPr>
                      <a:r>
                        <a:rPr lang="en-CA" sz="1000">
                          <a:effectLst/>
                        </a:rPr>
                        <a:t>0.739726</a:t>
                      </a:r>
                    </a:p>
                  </a:txBody>
                  <a:tcPr marL="50015" marR="50015" marT="25008" marB="25008" anchor="ctr">
                    <a:lnL>
                      <a:noFill/>
                    </a:lnL>
                    <a:lnR>
                      <a:noFill/>
                    </a:lnR>
                    <a:lnT>
                      <a:noFill/>
                    </a:lnT>
                    <a:lnB>
                      <a:noFill/>
                    </a:lnB>
                    <a:noFill/>
                  </a:tcPr>
                </a:tc>
                <a:extLst>
                  <a:ext uri="{0D108BD9-81ED-4DB2-BD59-A6C34878D82A}">
                    <a16:rowId xmlns:a16="http://schemas.microsoft.com/office/drawing/2014/main" val="791999945"/>
                  </a:ext>
                </a:extLst>
              </a:tr>
              <a:tr h="261936">
                <a:tc>
                  <a:txBody>
                    <a:bodyPr/>
                    <a:lstStyle/>
                    <a:p>
                      <a:pPr fontAlgn="ctr">
                        <a:buNone/>
                      </a:pPr>
                      <a:r>
                        <a:rPr lang="en-CA" sz="1000" b="1">
                          <a:effectLst/>
                        </a:rPr>
                        <a:t>15</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0.438606</a:t>
                      </a:r>
                    </a:p>
                  </a:txBody>
                  <a:tcPr marL="50015" marR="50015" marT="25008" marB="25008" anchor="ctr">
                    <a:lnL>
                      <a:noFill/>
                    </a:lnL>
                    <a:lnR>
                      <a:noFill/>
                    </a:lnR>
                    <a:lnT>
                      <a:noFill/>
                    </a:lnT>
                    <a:lnB>
                      <a:noFill/>
                    </a:lnB>
                    <a:noFill/>
                  </a:tcPr>
                </a:tc>
                <a:tc>
                  <a:txBody>
                    <a:bodyPr/>
                    <a:lstStyle/>
                    <a:p>
                      <a:pPr algn="r">
                        <a:buNone/>
                      </a:pPr>
                      <a:r>
                        <a:rPr lang="en-CA" sz="1000">
                          <a:effectLst/>
                        </a:rPr>
                        <a:t>0.541963</a:t>
                      </a:r>
                    </a:p>
                  </a:txBody>
                  <a:tcPr marL="50015" marR="50015" marT="25008" marB="25008" anchor="ctr">
                    <a:lnL>
                      <a:noFill/>
                    </a:lnL>
                    <a:lnR>
                      <a:noFill/>
                    </a:lnR>
                    <a:lnT>
                      <a:noFill/>
                    </a:lnT>
                    <a:lnB>
                      <a:noFill/>
                    </a:lnB>
                    <a:noFill/>
                  </a:tcPr>
                </a:tc>
                <a:tc>
                  <a:txBody>
                    <a:bodyPr/>
                    <a:lstStyle/>
                    <a:p>
                      <a:pPr algn="r">
                        <a:buNone/>
                      </a:pPr>
                      <a:r>
                        <a:rPr lang="en-CA" sz="1000">
                          <a:effectLst/>
                        </a:rPr>
                        <a:t>0.707692</a:t>
                      </a:r>
                    </a:p>
                  </a:txBody>
                  <a:tcPr marL="50015" marR="50015" marT="25008" marB="25008" anchor="ctr">
                    <a:lnL>
                      <a:noFill/>
                    </a:lnL>
                    <a:lnR>
                      <a:noFill/>
                    </a:lnR>
                    <a:lnT>
                      <a:noFill/>
                    </a:lnT>
                    <a:lnB>
                      <a:noFill/>
                    </a:lnB>
                    <a:noFill/>
                  </a:tcPr>
                </a:tc>
                <a:tc>
                  <a:txBody>
                    <a:bodyPr/>
                    <a:lstStyle/>
                    <a:p>
                      <a:pPr algn="r">
                        <a:buNone/>
                      </a:pPr>
                      <a:r>
                        <a:rPr lang="en-CA" sz="1000">
                          <a:effectLst/>
                        </a:rPr>
                        <a:t>0.708662</a:t>
                      </a:r>
                    </a:p>
                  </a:txBody>
                  <a:tcPr marL="50015" marR="50015" marT="25008" marB="25008" anchor="ctr">
                    <a:lnL>
                      <a:noFill/>
                    </a:lnL>
                    <a:lnR>
                      <a:noFill/>
                    </a:lnR>
                    <a:lnT>
                      <a:noFill/>
                    </a:lnT>
                    <a:lnB>
                      <a:noFill/>
                    </a:lnB>
                    <a:noFill/>
                  </a:tcPr>
                </a:tc>
                <a:tc>
                  <a:txBody>
                    <a:bodyPr/>
                    <a:lstStyle/>
                    <a:p>
                      <a:pPr algn="r">
                        <a:buNone/>
                      </a:pPr>
                      <a:r>
                        <a:rPr lang="en-CA" sz="1000">
                          <a:effectLst/>
                        </a:rPr>
                        <a:t>0.698413</a:t>
                      </a:r>
                    </a:p>
                  </a:txBody>
                  <a:tcPr marL="50015" marR="50015" marT="25008" marB="25008" anchor="ctr">
                    <a:lnL>
                      <a:noFill/>
                    </a:lnL>
                    <a:lnR>
                      <a:noFill/>
                    </a:lnR>
                    <a:lnT>
                      <a:noFill/>
                    </a:lnT>
                    <a:lnB>
                      <a:noFill/>
                    </a:lnB>
                    <a:noFill/>
                  </a:tcPr>
                </a:tc>
                <a:tc>
                  <a:txBody>
                    <a:bodyPr/>
                    <a:lstStyle/>
                    <a:p>
                      <a:pPr algn="r">
                        <a:buNone/>
                      </a:pPr>
                      <a:r>
                        <a:rPr lang="en-CA" sz="1000">
                          <a:effectLst/>
                        </a:rPr>
                        <a:t>0.716418</a:t>
                      </a:r>
                    </a:p>
                  </a:txBody>
                  <a:tcPr marL="50015" marR="50015" marT="25008" marB="25008" anchor="ctr">
                    <a:lnL>
                      <a:noFill/>
                    </a:lnL>
                    <a:lnR>
                      <a:noFill/>
                    </a:lnR>
                    <a:lnT>
                      <a:noFill/>
                    </a:lnT>
                    <a:lnB>
                      <a:noFill/>
                    </a:lnB>
                    <a:noFill/>
                  </a:tcPr>
                </a:tc>
                <a:extLst>
                  <a:ext uri="{0D108BD9-81ED-4DB2-BD59-A6C34878D82A}">
                    <a16:rowId xmlns:a16="http://schemas.microsoft.com/office/drawing/2014/main" val="2410444551"/>
                  </a:ext>
                </a:extLst>
              </a:tr>
              <a:tr h="261936">
                <a:tc>
                  <a:txBody>
                    <a:bodyPr/>
                    <a:lstStyle/>
                    <a:p>
                      <a:pPr fontAlgn="ctr">
                        <a:buNone/>
                      </a:pPr>
                      <a:r>
                        <a:rPr lang="en-CA" sz="1000" b="1">
                          <a:effectLst/>
                        </a:rPr>
                        <a:t>16</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0.702770</a:t>
                      </a:r>
                    </a:p>
                  </a:txBody>
                  <a:tcPr marL="50015" marR="50015" marT="25008" marB="25008" anchor="ctr">
                    <a:lnL>
                      <a:noFill/>
                    </a:lnL>
                    <a:lnR>
                      <a:noFill/>
                    </a:lnR>
                    <a:lnT>
                      <a:noFill/>
                    </a:lnT>
                    <a:lnB>
                      <a:noFill/>
                    </a:lnB>
                    <a:noFill/>
                  </a:tcPr>
                </a:tc>
                <a:tc>
                  <a:txBody>
                    <a:bodyPr/>
                    <a:lstStyle/>
                    <a:p>
                      <a:pPr algn="r">
                        <a:buNone/>
                      </a:pPr>
                      <a:r>
                        <a:rPr lang="en-CA" sz="1000">
                          <a:effectLst/>
                        </a:rPr>
                        <a:t>0.664352</a:t>
                      </a:r>
                    </a:p>
                  </a:txBody>
                  <a:tcPr marL="50015" marR="50015" marT="25008" marB="25008" anchor="ctr">
                    <a:lnL>
                      <a:noFill/>
                    </a:lnL>
                    <a:lnR>
                      <a:noFill/>
                    </a:lnR>
                    <a:lnT>
                      <a:noFill/>
                    </a:lnT>
                    <a:lnB>
                      <a:noFill/>
                    </a:lnB>
                    <a:noFill/>
                  </a:tcPr>
                </a:tc>
                <a:tc>
                  <a:txBody>
                    <a:bodyPr/>
                    <a:lstStyle/>
                    <a:p>
                      <a:pPr algn="r">
                        <a:buNone/>
                      </a:pPr>
                      <a:r>
                        <a:rPr lang="en-CA" sz="1000">
                          <a:effectLst/>
                        </a:rPr>
                        <a:t>0.553846</a:t>
                      </a:r>
                    </a:p>
                  </a:txBody>
                  <a:tcPr marL="50015" marR="50015" marT="25008" marB="25008" anchor="ctr">
                    <a:lnL>
                      <a:noFill/>
                    </a:lnL>
                    <a:lnR>
                      <a:noFill/>
                    </a:lnR>
                    <a:lnT>
                      <a:noFill/>
                    </a:lnT>
                    <a:lnB>
                      <a:noFill/>
                    </a:lnB>
                    <a:noFill/>
                  </a:tcPr>
                </a:tc>
                <a:tc>
                  <a:txBody>
                    <a:bodyPr/>
                    <a:lstStyle/>
                    <a:p>
                      <a:pPr algn="r">
                        <a:buNone/>
                      </a:pPr>
                      <a:r>
                        <a:rPr lang="en-CA" sz="1000">
                          <a:effectLst/>
                        </a:rPr>
                        <a:t>0.394821</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0.712871</a:t>
                      </a:r>
                    </a:p>
                  </a:txBody>
                  <a:tcPr marL="50015" marR="50015" marT="25008" marB="25008" anchor="ctr">
                    <a:lnL>
                      <a:noFill/>
                    </a:lnL>
                    <a:lnR>
                      <a:noFill/>
                    </a:lnR>
                    <a:lnT>
                      <a:noFill/>
                    </a:lnT>
                    <a:lnB>
                      <a:noFill/>
                    </a:lnB>
                    <a:noFill/>
                  </a:tcPr>
                </a:tc>
                <a:extLst>
                  <a:ext uri="{0D108BD9-81ED-4DB2-BD59-A6C34878D82A}">
                    <a16:rowId xmlns:a16="http://schemas.microsoft.com/office/drawing/2014/main" val="276022544"/>
                  </a:ext>
                </a:extLst>
              </a:tr>
              <a:tr h="261936">
                <a:tc>
                  <a:txBody>
                    <a:bodyPr/>
                    <a:lstStyle/>
                    <a:p>
                      <a:pPr fontAlgn="ctr">
                        <a:buNone/>
                      </a:pPr>
                      <a:r>
                        <a:rPr lang="en-CA" sz="1000" b="1">
                          <a:effectLst/>
                        </a:rPr>
                        <a:t>17</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0.666267</a:t>
                      </a:r>
                    </a:p>
                  </a:txBody>
                  <a:tcPr marL="50015" marR="50015" marT="25008" marB="25008" anchor="ctr">
                    <a:lnL>
                      <a:noFill/>
                    </a:lnL>
                    <a:lnR>
                      <a:noFill/>
                    </a:lnR>
                    <a:lnT>
                      <a:noFill/>
                    </a:lnT>
                    <a:lnB>
                      <a:noFill/>
                    </a:lnB>
                    <a:noFill/>
                  </a:tcPr>
                </a:tc>
                <a:tc>
                  <a:txBody>
                    <a:bodyPr/>
                    <a:lstStyle/>
                    <a:p>
                      <a:pPr algn="r">
                        <a:buNone/>
                      </a:pPr>
                      <a:r>
                        <a:rPr lang="en-CA" sz="1000">
                          <a:effectLst/>
                        </a:rPr>
                        <a:t>0.721653</a:t>
                      </a:r>
                    </a:p>
                  </a:txBody>
                  <a:tcPr marL="50015" marR="50015" marT="25008" marB="25008" anchor="ctr">
                    <a:lnL>
                      <a:noFill/>
                    </a:lnL>
                    <a:lnR>
                      <a:noFill/>
                    </a:lnR>
                    <a:lnT>
                      <a:noFill/>
                    </a:lnT>
                    <a:lnB>
                      <a:noFill/>
                    </a:lnB>
                    <a:noFill/>
                  </a:tcPr>
                </a:tc>
                <a:tc>
                  <a:txBody>
                    <a:bodyPr/>
                    <a:lstStyle/>
                    <a:p>
                      <a:pPr algn="r">
                        <a:buNone/>
                      </a:pPr>
                      <a:r>
                        <a:rPr lang="en-CA" sz="1000">
                          <a:effectLst/>
                        </a:rPr>
                        <a:t>0.553846</a:t>
                      </a:r>
                    </a:p>
                  </a:txBody>
                  <a:tcPr marL="50015" marR="50015" marT="25008" marB="25008" anchor="ctr">
                    <a:lnL>
                      <a:noFill/>
                    </a:lnL>
                    <a:lnR>
                      <a:noFill/>
                    </a:lnR>
                    <a:lnT>
                      <a:noFill/>
                    </a:lnT>
                    <a:lnB>
                      <a:noFill/>
                    </a:lnB>
                    <a:noFill/>
                  </a:tcPr>
                </a:tc>
                <a:tc>
                  <a:txBody>
                    <a:bodyPr/>
                    <a:lstStyle/>
                    <a:p>
                      <a:pPr algn="r">
                        <a:buNone/>
                      </a:pPr>
                      <a:r>
                        <a:rPr lang="en-CA" sz="1000">
                          <a:effectLst/>
                        </a:rPr>
                        <a:t>0.394821</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0.712871</a:t>
                      </a:r>
                    </a:p>
                  </a:txBody>
                  <a:tcPr marL="50015" marR="50015" marT="25008" marB="25008" anchor="ctr">
                    <a:lnL>
                      <a:noFill/>
                    </a:lnL>
                    <a:lnR>
                      <a:noFill/>
                    </a:lnR>
                    <a:lnT>
                      <a:noFill/>
                    </a:lnT>
                    <a:lnB>
                      <a:noFill/>
                    </a:lnB>
                    <a:noFill/>
                  </a:tcPr>
                </a:tc>
                <a:extLst>
                  <a:ext uri="{0D108BD9-81ED-4DB2-BD59-A6C34878D82A}">
                    <a16:rowId xmlns:a16="http://schemas.microsoft.com/office/drawing/2014/main" val="1490154262"/>
                  </a:ext>
                </a:extLst>
              </a:tr>
              <a:tr h="261936">
                <a:tc>
                  <a:txBody>
                    <a:bodyPr/>
                    <a:lstStyle/>
                    <a:p>
                      <a:pPr fontAlgn="ctr">
                        <a:buNone/>
                      </a:pPr>
                      <a:r>
                        <a:rPr lang="en-CA" sz="1000" b="1">
                          <a:effectLst/>
                        </a:rPr>
                        <a:t>18</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0.614998</a:t>
                      </a:r>
                    </a:p>
                  </a:txBody>
                  <a:tcPr marL="50015" marR="50015" marT="25008" marB="25008" anchor="ctr">
                    <a:lnL>
                      <a:noFill/>
                    </a:lnL>
                    <a:lnR>
                      <a:noFill/>
                    </a:lnR>
                    <a:lnT>
                      <a:noFill/>
                    </a:lnT>
                    <a:lnB>
                      <a:noFill/>
                    </a:lnB>
                    <a:noFill/>
                  </a:tcPr>
                </a:tc>
                <a:tc>
                  <a:txBody>
                    <a:bodyPr/>
                    <a:lstStyle/>
                    <a:p>
                      <a:pPr algn="r">
                        <a:buNone/>
                      </a:pPr>
                      <a:r>
                        <a:rPr lang="en-CA" sz="1000">
                          <a:effectLst/>
                        </a:rPr>
                        <a:t>0.544134</a:t>
                      </a:r>
                    </a:p>
                  </a:txBody>
                  <a:tcPr marL="50015" marR="50015" marT="25008" marB="25008" anchor="ctr">
                    <a:lnL>
                      <a:noFill/>
                    </a:lnL>
                    <a:lnR>
                      <a:noFill/>
                    </a:lnR>
                    <a:lnT>
                      <a:noFill/>
                    </a:lnT>
                    <a:lnB>
                      <a:noFill/>
                    </a:lnB>
                    <a:noFill/>
                  </a:tcPr>
                </a:tc>
                <a:tc>
                  <a:txBody>
                    <a:bodyPr/>
                    <a:lstStyle/>
                    <a:p>
                      <a:pPr algn="r">
                        <a:buNone/>
                      </a:pPr>
                      <a:r>
                        <a:rPr lang="en-CA" sz="1000">
                          <a:effectLst/>
                        </a:rPr>
                        <a:t>0.584615</a:t>
                      </a:r>
                    </a:p>
                  </a:txBody>
                  <a:tcPr marL="50015" marR="50015" marT="25008" marB="25008" anchor="ctr">
                    <a:lnL>
                      <a:noFill/>
                    </a:lnL>
                    <a:lnR>
                      <a:noFill/>
                    </a:lnR>
                    <a:lnT>
                      <a:noFill/>
                    </a:lnT>
                    <a:lnB>
                      <a:noFill/>
                    </a:lnB>
                    <a:noFill/>
                  </a:tcPr>
                </a:tc>
                <a:tc>
                  <a:txBody>
                    <a:bodyPr/>
                    <a:lstStyle/>
                    <a:p>
                      <a:pPr algn="r">
                        <a:buNone/>
                      </a:pPr>
                      <a:r>
                        <a:rPr lang="en-CA" sz="1000">
                          <a:effectLst/>
                        </a:rPr>
                        <a:t>0.480802</a:t>
                      </a:r>
                    </a:p>
                  </a:txBody>
                  <a:tcPr marL="50015" marR="50015" marT="25008" marB="25008" anchor="ctr">
                    <a:lnL>
                      <a:noFill/>
                    </a:lnL>
                    <a:lnR>
                      <a:noFill/>
                    </a:lnR>
                    <a:lnT>
                      <a:noFill/>
                    </a:lnT>
                    <a:lnB>
                      <a:noFill/>
                    </a:lnB>
                    <a:noFill/>
                  </a:tcPr>
                </a:tc>
                <a:tc>
                  <a:txBody>
                    <a:bodyPr/>
                    <a:lstStyle/>
                    <a:p>
                      <a:pPr algn="r">
                        <a:buNone/>
                      </a:pPr>
                      <a:r>
                        <a:rPr lang="en-CA" sz="1000">
                          <a:effectLst/>
                        </a:rPr>
                        <a:t>0.181818</a:t>
                      </a:r>
                    </a:p>
                  </a:txBody>
                  <a:tcPr marL="50015" marR="50015" marT="25008" marB="25008" anchor="ctr">
                    <a:lnL>
                      <a:noFill/>
                    </a:lnL>
                    <a:lnR>
                      <a:noFill/>
                    </a:lnR>
                    <a:lnT>
                      <a:noFill/>
                    </a:lnT>
                    <a:lnB>
                      <a:noFill/>
                    </a:lnB>
                    <a:noFill/>
                  </a:tcPr>
                </a:tc>
                <a:tc>
                  <a:txBody>
                    <a:bodyPr/>
                    <a:lstStyle/>
                    <a:p>
                      <a:pPr algn="r">
                        <a:buNone/>
                      </a:pPr>
                      <a:r>
                        <a:rPr lang="en-CA" sz="1000">
                          <a:effectLst/>
                        </a:rPr>
                        <a:t>0.721649</a:t>
                      </a:r>
                    </a:p>
                  </a:txBody>
                  <a:tcPr marL="50015" marR="50015" marT="25008" marB="25008" anchor="ctr">
                    <a:lnL>
                      <a:noFill/>
                    </a:lnL>
                    <a:lnR>
                      <a:noFill/>
                    </a:lnR>
                    <a:lnT>
                      <a:noFill/>
                    </a:lnT>
                    <a:lnB>
                      <a:noFill/>
                    </a:lnB>
                    <a:noFill/>
                  </a:tcPr>
                </a:tc>
                <a:extLst>
                  <a:ext uri="{0D108BD9-81ED-4DB2-BD59-A6C34878D82A}">
                    <a16:rowId xmlns:a16="http://schemas.microsoft.com/office/drawing/2014/main" val="3914354180"/>
                  </a:ext>
                </a:extLst>
              </a:tr>
              <a:tr h="261936">
                <a:tc>
                  <a:txBody>
                    <a:bodyPr/>
                    <a:lstStyle/>
                    <a:p>
                      <a:pPr fontAlgn="ctr">
                        <a:buNone/>
                      </a:pPr>
                      <a:r>
                        <a:rPr lang="en-CA" sz="1000" b="1">
                          <a:effectLst/>
                        </a:rPr>
                        <a:t>19</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0.532960</a:t>
                      </a:r>
                    </a:p>
                  </a:txBody>
                  <a:tcPr marL="50015" marR="50015" marT="25008" marB="25008" anchor="ctr">
                    <a:lnL>
                      <a:noFill/>
                    </a:lnL>
                    <a:lnR>
                      <a:noFill/>
                    </a:lnR>
                    <a:lnT>
                      <a:noFill/>
                    </a:lnT>
                    <a:lnB>
                      <a:noFill/>
                    </a:lnB>
                    <a:noFill/>
                  </a:tcPr>
                </a:tc>
                <a:tc>
                  <a:txBody>
                    <a:bodyPr/>
                    <a:lstStyle/>
                    <a:p>
                      <a:pPr algn="r">
                        <a:buNone/>
                      </a:pPr>
                      <a:r>
                        <a:rPr lang="en-CA" sz="1000">
                          <a:effectLst/>
                        </a:rPr>
                        <a:t>0.568837</a:t>
                      </a:r>
                    </a:p>
                  </a:txBody>
                  <a:tcPr marL="50015" marR="50015" marT="25008" marB="25008" anchor="ctr">
                    <a:lnL>
                      <a:noFill/>
                    </a:lnL>
                    <a:lnR>
                      <a:noFill/>
                    </a:lnR>
                    <a:lnT>
                      <a:noFill/>
                    </a:lnT>
                    <a:lnB>
                      <a:noFill/>
                    </a:lnB>
                    <a:noFill/>
                  </a:tcPr>
                </a:tc>
                <a:tc>
                  <a:txBody>
                    <a:bodyPr/>
                    <a:lstStyle/>
                    <a:p>
                      <a:pPr algn="r">
                        <a:buNone/>
                      </a:pPr>
                      <a:r>
                        <a:rPr lang="en-CA" sz="1000">
                          <a:effectLst/>
                        </a:rPr>
                        <a:t>0.692308</a:t>
                      </a:r>
                    </a:p>
                  </a:txBody>
                  <a:tcPr marL="50015" marR="50015" marT="25008" marB="25008" anchor="ctr">
                    <a:lnL>
                      <a:noFill/>
                    </a:lnL>
                    <a:lnR>
                      <a:noFill/>
                    </a:lnR>
                    <a:lnT>
                      <a:noFill/>
                    </a:lnT>
                    <a:lnB>
                      <a:noFill/>
                    </a:lnB>
                    <a:noFill/>
                  </a:tcPr>
                </a:tc>
                <a:tc>
                  <a:txBody>
                    <a:bodyPr/>
                    <a:lstStyle/>
                    <a:p>
                      <a:pPr algn="r">
                        <a:buNone/>
                      </a:pPr>
                      <a:r>
                        <a:rPr lang="en-CA" sz="1000">
                          <a:effectLst/>
                        </a:rPr>
                        <a:t>0.668401</a:t>
                      </a:r>
                    </a:p>
                  </a:txBody>
                  <a:tcPr marL="50015" marR="50015" marT="25008" marB="25008" anchor="ctr">
                    <a:lnL>
                      <a:noFill/>
                    </a:lnL>
                    <a:lnR>
                      <a:noFill/>
                    </a:lnR>
                    <a:lnT>
                      <a:noFill/>
                    </a:lnT>
                    <a:lnB>
                      <a:noFill/>
                    </a:lnB>
                    <a:noFill/>
                  </a:tcPr>
                </a:tc>
                <a:tc>
                  <a:txBody>
                    <a:bodyPr/>
                    <a:lstStyle/>
                    <a:p>
                      <a:pPr algn="r">
                        <a:buNone/>
                      </a:pPr>
                      <a:r>
                        <a:rPr lang="en-CA" sz="1000">
                          <a:effectLst/>
                        </a:rPr>
                        <a:t>0.545455</a:t>
                      </a:r>
                    </a:p>
                  </a:txBody>
                  <a:tcPr marL="50015" marR="50015" marT="25008" marB="25008" anchor="ctr">
                    <a:lnL>
                      <a:noFill/>
                    </a:lnL>
                    <a:lnR>
                      <a:noFill/>
                    </a:lnR>
                    <a:lnT>
                      <a:noFill/>
                    </a:lnT>
                    <a:lnB>
                      <a:noFill/>
                    </a:lnB>
                    <a:noFill/>
                  </a:tcPr>
                </a:tc>
                <a:tc>
                  <a:txBody>
                    <a:bodyPr/>
                    <a:lstStyle/>
                    <a:p>
                      <a:pPr algn="r">
                        <a:buNone/>
                      </a:pPr>
                      <a:r>
                        <a:rPr lang="en-CA" sz="1000" dirty="0">
                          <a:effectLst/>
                        </a:rPr>
                        <a:t>0.767442</a:t>
                      </a:r>
                    </a:p>
                  </a:txBody>
                  <a:tcPr marL="50015" marR="50015" marT="25008" marB="25008" anchor="ctr">
                    <a:lnL>
                      <a:noFill/>
                    </a:lnL>
                    <a:lnR>
                      <a:noFill/>
                    </a:lnR>
                    <a:lnT>
                      <a:noFill/>
                    </a:lnT>
                    <a:lnB>
                      <a:noFill/>
                    </a:lnB>
                    <a:noFill/>
                  </a:tcPr>
                </a:tc>
                <a:extLst>
                  <a:ext uri="{0D108BD9-81ED-4DB2-BD59-A6C34878D82A}">
                    <a16:rowId xmlns:a16="http://schemas.microsoft.com/office/drawing/2014/main" val="365836964"/>
                  </a:ext>
                </a:extLst>
              </a:tr>
            </a:tbl>
          </a:graphicData>
        </a:graphic>
      </p:graphicFrame>
      <mc:AlternateContent xmlns:mc="http://schemas.openxmlformats.org/markup-compatibility/2006" xmlns:p14="http://schemas.microsoft.com/office/powerpoint/2010/main">
        <mc:Choice Requires="p14">
          <p:contentPart p14:bwMode="auto" r:id="rId3">
            <p14:nvContentPartPr>
              <p14:cNvPr id="26" name="Ink 25">
                <a:extLst>
                  <a:ext uri="{FF2B5EF4-FFF2-40B4-BE49-F238E27FC236}">
                    <a16:creationId xmlns:a16="http://schemas.microsoft.com/office/drawing/2014/main" id="{500AA09A-C329-1182-ADEA-DDA4E7FD5EFF}"/>
                  </a:ext>
                </a:extLst>
              </p14:cNvPr>
              <p14:cNvContentPartPr/>
              <p14:nvPr/>
            </p14:nvContentPartPr>
            <p14:xfrm>
              <a:off x="6439894" y="3255461"/>
              <a:ext cx="496080" cy="360"/>
            </p14:xfrm>
          </p:contentPart>
        </mc:Choice>
        <mc:Fallback xmlns="">
          <p:pic>
            <p:nvPicPr>
              <p:cNvPr id="26" name="Ink 25">
                <a:extLst>
                  <a:ext uri="{FF2B5EF4-FFF2-40B4-BE49-F238E27FC236}">
                    <a16:creationId xmlns:a16="http://schemas.microsoft.com/office/drawing/2014/main" id="{500AA09A-C329-1182-ADEA-DDA4E7FD5EFF}"/>
                  </a:ext>
                </a:extLst>
              </p:cNvPr>
              <p:cNvPicPr/>
              <p:nvPr/>
            </p:nvPicPr>
            <p:blipFill>
              <a:blip r:embed="rId4"/>
              <a:stretch>
                <a:fillRect/>
              </a:stretch>
            </p:blipFill>
            <p:spPr>
              <a:xfrm>
                <a:off x="6386254" y="3147821"/>
                <a:ext cx="6037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7" name="Ink 26">
                <a:extLst>
                  <a:ext uri="{FF2B5EF4-FFF2-40B4-BE49-F238E27FC236}">
                    <a16:creationId xmlns:a16="http://schemas.microsoft.com/office/drawing/2014/main" id="{821218DA-F6E8-972C-3885-3CF6CB6D4110}"/>
                  </a:ext>
                </a:extLst>
              </p14:cNvPr>
              <p14:cNvContentPartPr/>
              <p14:nvPr/>
            </p14:nvContentPartPr>
            <p14:xfrm>
              <a:off x="7657774" y="3244661"/>
              <a:ext cx="479880" cy="3240"/>
            </p14:xfrm>
          </p:contentPart>
        </mc:Choice>
        <mc:Fallback xmlns="">
          <p:pic>
            <p:nvPicPr>
              <p:cNvPr id="27" name="Ink 26">
                <a:extLst>
                  <a:ext uri="{FF2B5EF4-FFF2-40B4-BE49-F238E27FC236}">
                    <a16:creationId xmlns:a16="http://schemas.microsoft.com/office/drawing/2014/main" id="{821218DA-F6E8-972C-3885-3CF6CB6D4110}"/>
                  </a:ext>
                </a:extLst>
              </p:cNvPr>
              <p:cNvPicPr/>
              <p:nvPr/>
            </p:nvPicPr>
            <p:blipFill>
              <a:blip r:embed="rId6"/>
              <a:stretch>
                <a:fillRect/>
              </a:stretch>
            </p:blipFill>
            <p:spPr>
              <a:xfrm>
                <a:off x="7603774" y="3137021"/>
                <a:ext cx="58752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8" name="Ink 27">
                <a:extLst>
                  <a:ext uri="{FF2B5EF4-FFF2-40B4-BE49-F238E27FC236}">
                    <a16:creationId xmlns:a16="http://schemas.microsoft.com/office/drawing/2014/main" id="{2E6C7F0A-4775-A60D-ECCE-8326718C807A}"/>
                  </a:ext>
                </a:extLst>
              </p14:cNvPr>
              <p14:cNvContentPartPr/>
              <p14:nvPr/>
            </p14:nvContentPartPr>
            <p14:xfrm>
              <a:off x="6443134" y="4272821"/>
              <a:ext cx="560880" cy="41760"/>
            </p14:xfrm>
          </p:contentPart>
        </mc:Choice>
        <mc:Fallback xmlns="">
          <p:pic>
            <p:nvPicPr>
              <p:cNvPr id="28" name="Ink 27">
                <a:extLst>
                  <a:ext uri="{FF2B5EF4-FFF2-40B4-BE49-F238E27FC236}">
                    <a16:creationId xmlns:a16="http://schemas.microsoft.com/office/drawing/2014/main" id="{2E6C7F0A-4775-A60D-ECCE-8326718C807A}"/>
                  </a:ext>
                </a:extLst>
              </p:cNvPr>
              <p:cNvPicPr/>
              <p:nvPr/>
            </p:nvPicPr>
            <p:blipFill>
              <a:blip r:embed="rId8"/>
              <a:stretch>
                <a:fillRect/>
              </a:stretch>
            </p:blipFill>
            <p:spPr>
              <a:xfrm>
                <a:off x="6389494" y="4165181"/>
                <a:ext cx="66852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9" name="Ink 28">
                <a:extLst>
                  <a:ext uri="{FF2B5EF4-FFF2-40B4-BE49-F238E27FC236}">
                    <a16:creationId xmlns:a16="http://schemas.microsoft.com/office/drawing/2014/main" id="{7444EB5F-31CC-2890-A4AC-AC029B2C9727}"/>
                  </a:ext>
                </a:extLst>
              </p14:cNvPr>
              <p14:cNvContentPartPr/>
              <p14:nvPr/>
            </p14:nvContentPartPr>
            <p14:xfrm>
              <a:off x="7591174" y="4280381"/>
              <a:ext cx="535320" cy="15120"/>
            </p14:xfrm>
          </p:contentPart>
        </mc:Choice>
        <mc:Fallback xmlns="">
          <p:pic>
            <p:nvPicPr>
              <p:cNvPr id="29" name="Ink 28">
                <a:extLst>
                  <a:ext uri="{FF2B5EF4-FFF2-40B4-BE49-F238E27FC236}">
                    <a16:creationId xmlns:a16="http://schemas.microsoft.com/office/drawing/2014/main" id="{7444EB5F-31CC-2890-A4AC-AC029B2C9727}"/>
                  </a:ext>
                </a:extLst>
              </p:cNvPr>
              <p:cNvPicPr/>
              <p:nvPr/>
            </p:nvPicPr>
            <p:blipFill>
              <a:blip r:embed="rId10"/>
              <a:stretch>
                <a:fillRect/>
              </a:stretch>
            </p:blipFill>
            <p:spPr>
              <a:xfrm>
                <a:off x="7537534" y="4172741"/>
                <a:ext cx="64296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0" name="Ink 29">
                <a:extLst>
                  <a:ext uri="{FF2B5EF4-FFF2-40B4-BE49-F238E27FC236}">
                    <a16:creationId xmlns:a16="http://schemas.microsoft.com/office/drawing/2014/main" id="{6CEFA6D0-07CE-A93D-87F7-866FD8A54B79}"/>
                  </a:ext>
                </a:extLst>
              </p14:cNvPr>
              <p14:cNvContentPartPr/>
              <p14:nvPr/>
            </p14:nvContentPartPr>
            <p14:xfrm>
              <a:off x="6436294" y="2956301"/>
              <a:ext cx="508320" cy="15840"/>
            </p14:xfrm>
          </p:contentPart>
        </mc:Choice>
        <mc:Fallback xmlns="">
          <p:pic>
            <p:nvPicPr>
              <p:cNvPr id="30" name="Ink 29">
                <a:extLst>
                  <a:ext uri="{FF2B5EF4-FFF2-40B4-BE49-F238E27FC236}">
                    <a16:creationId xmlns:a16="http://schemas.microsoft.com/office/drawing/2014/main" id="{6CEFA6D0-07CE-A93D-87F7-866FD8A54B79}"/>
                  </a:ext>
                </a:extLst>
              </p:cNvPr>
              <p:cNvPicPr/>
              <p:nvPr/>
            </p:nvPicPr>
            <p:blipFill>
              <a:blip r:embed="rId12"/>
              <a:stretch>
                <a:fillRect/>
              </a:stretch>
            </p:blipFill>
            <p:spPr>
              <a:xfrm>
                <a:off x="6382294" y="2848661"/>
                <a:ext cx="61596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1" name="Ink 30">
                <a:extLst>
                  <a:ext uri="{FF2B5EF4-FFF2-40B4-BE49-F238E27FC236}">
                    <a16:creationId xmlns:a16="http://schemas.microsoft.com/office/drawing/2014/main" id="{643C9233-FE44-8A93-688D-617191037A47}"/>
                  </a:ext>
                </a:extLst>
              </p14:cNvPr>
              <p14:cNvContentPartPr/>
              <p14:nvPr/>
            </p14:nvContentPartPr>
            <p14:xfrm>
              <a:off x="7606294" y="2959181"/>
              <a:ext cx="555840" cy="10440"/>
            </p14:xfrm>
          </p:contentPart>
        </mc:Choice>
        <mc:Fallback xmlns="">
          <p:pic>
            <p:nvPicPr>
              <p:cNvPr id="31" name="Ink 30">
                <a:extLst>
                  <a:ext uri="{FF2B5EF4-FFF2-40B4-BE49-F238E27FC236}">
                    <a16:creationId xmlns:a16="http://schemas.microsoft.com/office/drawing/2014/main" id="{643C9233-FE44-8A93-688D-617191037A47}"/>
                  </a:ext>
                </a:extLst>
              </p:cNvPr>
              <p:cNvPicPr/>
              <p:nvPr/>
            </p:nvPicPr>
            <p:blipFill>
              <a:blip r:embed="rId14"/>
              <a:stretch>
                <a:fillRect/>
              </a:stretch>
            </p:blipFill>
            <p:spPr>
              <a:xfrm>
                <a:off x="7552294" y="2851181"/>
                <a:ext cx="66348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2" name="Ink 31">
                <a:extLst>
                  <a:ext uri="{FF2B5EF4-FFF2-40B4-BE49-F238E27FC236}">
                    <a16:creationId xmlns:a16="http://schemas.microsoft.com/office/drawing/2014/main" id="{54EE601D-3251-A0DA-3BBC-2B567B068CB0}"/>
                  </a:ext>
                </a:extLst>
              </p14:cNvPr>
              <p14:cNvContentPartPr/>
              <p14:nvPr/>
            </p14:nvContentPartPr>
            <p14:xfrm>
              <a:off x="8827054" y="5584661"/>
              <a:ext cx="571320" cy="8280"/>
            </p14:xfrm>
          </p:contentPart>
        </mc:Choice>
        <mc:Fallback xmlns="">
          <p:pic>
            <p:nvPicPr>
              <p:cNvPr id="32" name="Ink 31">
                <a:extLst>
                  <a:ext uri="{FF2B5EF4-FFF2-40B4-BE49-F238E27FC236}">
                    <a16:creationId xmlns:a16="http://schemas.microsoft.com/office/drawing/2014/main" id="{54EE601D-3251-A0DA-3BBC-2B567B068CB0}"/>
                  </a:ext>
                </a:extLst>
              </p:cNvPr>
              <p:cNvPicPr/>
              <p:nvPr/>
            </p:nvPicPr>
            <p:blipFill>
              <a:blip r:embed="rId16"/>
              <a:stretch>
                <a:fillRect/>
              </a:stretch>
            </p:blipFill>
            <p:spPr>
              <a:xfrm>
                <a:off x="8773054" y="5476661"/>
                <a:ext cx="67896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3" name="Ink 32">
                <a:extLst>
                  <a:ext uri="{FF2B5EF4-FFF2-40B4-BE49-F238E27FC236}">
                    <a16:creationId xmlns:a16="http://schemas.microsoft.com/office/drawing/2014/main" id="{B14986A8-86F4-1C91-C238-A6452655477A}"/>
                  </a:ext>
                </a:extLst>
              </p14:cNvPr>
              <p14:cNvContentPartPr/>
              <p14:nvPr/>
            </p14:nvContentPartPr>
            <p14:xfrm>
              <a:off x="8797894" y="5877341"/>
              <a:ext cx="658800" cy="11880"/>
            </p14:xfrm>
          </p:contentPart>
        </mc:Choice>
        <mc:Fallback xmlns="">
          <p:pic>
            <p:nvPicPr>
              <p:cNvPr id="33" name="Ink 32">
                <a:extLst>
                  <a:ext uri="{FF2B5EF4-FFF2-40B4-BE49-F238E27FC236}">
                    <a16:creationId xmlns:a16="http://schemas.microsoft.com/office/drawing/2014/main" id="{B14986A8-86F4-1C91-C238-A6452655477A}"/>
                  </a:ext>
                </a:extLst>
              </p:cNvPr>
              <p:cNvPicPr/>
              <p:nvPr/>
            </p:nvPicPr>
            <p:blipFill>
              <a:blip r:embed="rId18"/>
              <a:stretch>
                <a:fillRect/>
              </a:stretch>
            </p:blipFill>
            <p:spPr>
              <a:xfrm>
                <a:off x="8744254" y="5769701"/>
                <a:ext cx="76644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4" name="Ink 33">
                <a:extLst>
                  <a:ext uri="{FF2B5EF4-FFF2-40B4-BE49-F238E27FC236}">
                    <a16:creationId xmlns:a16="http://schemas.microsoft.com/office/drawing/2014/main" id="{51D0C672-96BE-1F4D-1C02-F69FC82E46BD}"/>
                  </a:ext>
                </a:extLst>
              </p14:cNvPr>
              <p14:cNvContentPartPr/>
              <p14:nvPr/>
            </p14:nvContentPartPr>
            <p14:xfrm>
              <a:off x="6354574" y="5579981"/>
              <a:ext cx="679680" cy="15480"/>
            </p14:xfrm>
          </p:contentPart>
        </mc:Choice>
        <mc:Fallback xmlns="">
          <p:pic>
            <p:nvPicPr>
              <p:cNvPr id="34" name="Ink 33">
                <a:extLst>
                  <a:ext uri="{FF2B5EF4-FFF2-40B4-BE49-F238E27FC236}">
                    <a16:creationId xmlns:a16="http://schemas.microsoft.com/office/drawing/2014/main" id="{51D0C672-96BE-1F4D-1C02-F69FC82E46BD}"/>
                  </a:ext>
                </a:extLst>
              </p:cNvPr>
              <p:cNvPicPr/>
              <p:nvPr/>
            </p:nvPicPr>
            <p:blipFill>
              <a:blip r:embed="rId20"/>
              <a:stretch>
                <a:fillRect/>
              </a:stretch>
            </p:blipFill>
            <p:spPr>
              <a:xfrm>
                <a:off x="6300574" y="5472341"/>
                <a:ext cx="78732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5" name="Ink 34">
                <a:extLst>
                  <a:ext uri="{FF2B5EF4-FFF2-40B4-BE49-F238E27FC236}">
                    <a16:creationId xmlns:a16="http://schemas.microsoft.com/office/drawing/2014/main" id="{3DB7248D-1F22-4BD4-9E68-4CCEAD582403}"/>
                  </a:ext>
                </a:extLst>
              </p14:cNvPr>
              <p14:cNvContentPartPr/>
              <p14:nvPr/>
            </p14:nvContentPartPr>
            <p14:xfrm>
              <a:off x="6453214" y="5868701"/>
              <a:ext cx="614160" cy="360"/>
            </p14:xfrm>
          </p:contentPart>
        </mc:Choice>
        <mc:Fallback xmlns="">
          <p:pic>
            <p:nvPicPr>
              <p:cNvPr id="35" name="Ink 34">
                <a:extLst>
                  <a:ext uri="{FF2B5EF4-FFF2-40B4-BE49-F238E27FC236}">
                    <a16:creationId xmlns:a16="http://schemas.microsoft.com/office/drawing/2014/main" id="{3DB7248D-1F22-4BD4-9E68-4CCEAD582403}"/>
                  </a:ext>
                </a:extLst>
              </p:cNvPr>
              <p:cNvPicPr/>
              <p:nvPr/>
            </p:nvPicPr>
            <p:blipFill>
              <a:blip r:embed="rId22"/>
              <a:stretch>
                <a:fillRect/>
              </a:stretch>
            </p:blipFill>
            <p:spPr>
              <a:xfrm>
                <a:off x="6399214" y="5760701"/>
                <a:ext cx="7218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6" name="Ink 35">
                <a:extLst>
                  <a:ext uri="{FF2B5EF4-FFF2-40B4-BE49-F238E27FC236}">
                    <a16:creationId xmlns:a16="http://schemas.microsoft.com/office/drawing/2014/main" id="{B0A63378-2535-0135-2373-F2B94F92C8CF}"/>
                  </a:ext>
                </a:extLst>
              </p14:cNvPr>
              <p14:cNvContentPartPr/>
              <p14:nvPr/>
            </p14:nvContentPartPr>
            <p14:xfrm>
              <a:off x="7598734" y="5626781"/>
              <a:ext cx="560880" cy="360"/>
            </p14:xfrm>
          </p:contentPart>
        </mc:Choice>
        <mc:Fallback xmlns="">
          <p:pic>
            <p:nvPicPr>
              <p:cNvPr id="36" name="Ink 35">
                <a:extLst>
                  <a:ext uri="{FF2B5EF4-FFF2-40B4-BE49-F238E27FC236}">
                    <a16:creationId xmlns:a16="http://schemas.microsoft.com/office/drawing/2014/main" id="{B0A63378-2535-0135-2373-F2B94F92C8CF}"/>
                  </a:ext>
                </a:extLst>
              </p:cNvPr>
              <p:cNvPicPr/>
              <p:nvPr/>
            </p:nvPicPr>
            <p:blipFill>
              <a:blip r:embed="rId24"/>
              <a:stretch>
                <a:fillRect/>
              </a:stretch>
            </p:blipFill>
            <p:spPr>
              <a:xfrm>
                <a:off x="7544734" y="5518781"/>
                <a:ext cx="6685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7" name="Ink 36">
                <a:extLst>
                  <a:ext uri="{FF2B5EF4-FFF2-40B4-BE49-F238E27FC236}">
                    <a16:creationId xmlns:a16="http://schemas.microsoft.com/office/drawing/2014/main" id="{56128C22-6ED7-9CE3-46B6-6F3576A5DECB}"/>
                  </a:ext>
                </a:extLst>
              </p14:cNvPr>
              <p14:cNvContentPartPr/>
              <p14:nvPr/>
            </p14:nvContentPartPr>
            <p14:xfrm>
              <a:off x="7596934" y="5897141"/>
              <a:ext cx="549720" cy="3600"/>
            </p14:xfrm>
          </p:contentPart>
        </mc:Choice>
        <mc:Fallback xmlns="">
          <p:pic>
            <p:nvPicPr>
              <p:cNvPr id="37" name="Ink 36">
                <a:extLst>
                  <a:ext uri="{FF2B5EF4-FFF2-40B4-BE49-F238E27FC236}">
                    <a16:creationId xmlns:a16="http://schemas.microsoft.com/office/drawing/2014/main" id="{56128C22-6ED7-9CE3-46B6-6F3576A5DECB}"/>
                  </a:ext>
                </a:extLst>
              </p:cNvPr>
              <p:cNvPicPr/>
              <p:nvPr/>
            </p:nvPicPr>
            <p:blipFill>
              <a:blip r:embed="rId26"/>
              <a:stretch>
                <a:fillRect/>
              </a:stretch>
            </p:blipFill>
            <p:spPr>
              <a:xfrm>
                <a:off x="7543294" y="5789141"/>
                <a:ext cx="65736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8" name="Ink 37">
                <a:extLst>
                  <a:ext uri="{FF2B5EF4-FFF2-40B4-BE49-F238E27FC236}">
                    <a16:creationId xmlns:a16="http://schemas.microsoft.com/office/drawing/2014/main" id="{AAE70CDE-7B70-D79E-025E-198373D6474C}"/>
                  </a:ext>
                </a:extLst>
              </p14:cNvPr>
              <p14:cNvContentPartPr/>
              <p14:nvPr/>
            </p14:nvContentPartPr>
            <p14:xfrm>
              <a:off x="8881774" y="3481181"/>
              <a:ext cx="531720" cy="360"/>
            </p14:xfrm>
          </p:contentPart>
        </mc:Choice>
        <mc:Fallback xmlns="">
          <p:pic>
            <p:nvPicPr>
              <p:cNvPr id="38" name="Ink 37">
                <a:extLst>
                  <a:ext uri="{FF2B5EF4-FFF2-40B4-BE49-F238E27FC236}">
                    <a16:creationId xmlns:a16="http://schemas.microsoft.com/office/drawing/2014/main" id="{AAE70CDE-7B70-D79E-025E-198373D6474C}"/>
                  </a:ext>
                </a:extLst>
              </p:cNvPr>
              <p:cNvPicPr/>
              <p:nvPr/>
            </p:nvPicPr>
            <p:blipFill>
              <a:blip r:embed="rId28"/>
              <a:stretch>
                <a:fillRect/>
              </a:stretch>
            </p:blipFill>
            <p:spPr>
              <a:xfrm>
                <a:off x="8827774" y="3373181"/>
                <a:ext cx="6393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9" name="Ink 38">
                <a:extLst>
                  <a:ext uri="{FF2B5EF4-FFF2-40B4-BE49-F238E27FC236}">
                    <a16:creationId xmlns:a16="http://schemas.microsoft.com/office/drawing/2014/main" id="{2F06CD23-A2E0-11E9-E76A-FE3C861DC570}"/>
                  </a:ext>
                </a:extLst>
              </p14:cNvPr>
              <p14:cNvContentPartPr/>
              <p14:nvPr/>
            </p14:nvContentPartPr>
            <p14:xfrm>
              <a:off x="8861614" y="3786101"/>
              <a:ext cx="533520" cy="12240"/>
            </p14:xfrm>
          </p:contentPart>
        </mc:Choice>
        <mc:Fallback xmlns="">
          <p:pic>
            <p:nvPicPr>
              <p:cNvPr id="39" name="Ink 38">
                <a:extLst>
                  <a:ext uri="{FF2B5EF4-FFF2-40B4-BE49-F238E27FC236}">
                    <a16:creationId xmlns:a16="http://schemas.microsoft.com/office/drawing/2014/main" id="{2F06CD23-A2E0-11E9-E76A-FE3C861DC570}"/>
                  </a:ext>
                </a:extLst>
              </p:cNvPr>
              <p:cNvPicPr/>
              <p:nvPr/>
            </p:nvPicPr>
            <p:blipFill>
              <a:blip r:embed="rId30"/>
              <a:stretch>
                <a:fillRect/>
              </a:stretch>
            </p:blipFill>
            <p:spPr>
              <a:xfrm>
                <a:off x="8807974" y="3678101"/>
                <a:ext cx="64116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0" name="Ink 39">
                <a:extLst>
                  <a:ext uri="{FF2B5EF4-FFF2-40B4-BE49-F238E27FC236}">
                    <a16:creationId xmlns:a16="http://schemas.microsoft.com/office/drawing/2014/main" id="{4079355B-2211-5C7F-8E71-F637632944D7}"/>
                  </a:ext>
                </a:extLst>
              </p14:cNvPr>
              <p14:cNvContentPartPr/>
              <p14:nvPr/>
            </p14:nvContentPartPr>
            <p14:xfrm>
              <a:off x="8805094" y="2499101"/>
              <a:ext cx="567000" cy="360"/>
            </p14:xfrm>
          </p:contentPart>
        </mc:Choice>
        <mc:Fallback xmlns="">
          <p:pic>
            <p:nvPicPr>
              <p:cNvPr id="40" name="Ink 39">
                <a:extLst>
                  <a:ext uri="{FF2B5EF4-FFF2-40B4-BE49-F238E27FC236}">
                    <a16:creationId xmlns:a16="http://schemas.microsoft.com/office/drawing/2014/main" id="{4079355B-2211-5C7F-8E71-F637632944D7}"/>
                  </a:ext>
                </a:extLst>
              </p:cNvPr>
              <p:cNvPicPr/>
              <p:nvPr/>
            </p:nvPicPr>
            <p:blipFill>
              <a:blip r:embed="rId32"/>
              <a:stretch>
                <a:fillRect/>
              </a:stretch>
            </p:blipFill>
            <p:spPr>
              <a:xfrm>
                <a:off x="8751454" y="2391461"/>
                <a:ext cx="6746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1" name="Ink 40">
                <a:extLst>
                  <a:ext uri="{FF2B5EF4-FFF2-40B4-BE49-F238E27FC236}">
                    <a16:creationId xmlns:a16="http://schemas.microsoft.com/office/drawing/2014/main" id="{D2827DE6-65C2-B940-2941-F61170145ECE}"/>
                  </a:ext>
                </a:extLst>
              </p14:cNvPr>
              <p14:cNvContentPartPr/>
              <p14:nvPr/>
            </p14:nvContentPartPr>
            <p14:xfrm>
              <a:off x="8824534" y="1410461"/>
              <a:ext cx="516960" cy="360"/>
            </p14:xfrm>
          </p:contentPart>
        </mc:Choice>
        <mc:Fallback xmlns="">
          <p:pic>
            <p:nvPicPr>
              <p:cNvPr id="41" name="Ink 40">
                <a:extLst>
                  <a:ext uri="{FF2B5EF4-FFF2-40B4-BE49-F238E27FC236}">
                    <a16:creationId xmlns:a16="http://schemas.microsoft.com/office/drawing/2014/main" id="{D2827DE6-65C2-B940-2941-F61170145ECE}"/>
                  </a:ext>
                </a:extLst>
              </p:cNvPr>
              <p:cNvPicPr/>
              <p:nvPr/>
            </p:nvPicPr>
            <p:blipFill>
              <a:blip r:embed="rId34"/>
              <a:stretch>
                <a:fillRect/>
              </a:stretch>
            </p:blipFill>
            <p:spPr>
              <a:xfrm>
                <a:off x="8770534" y="1302821"/>
                <a:ext cx="6246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2" name="Ink 41">
                <a:extLst>
                  <a:ext uri="{FF2B5EF4-FFF2-40B4-BE49-F238E27FC236}">
                    <a16:creationId xmlns:a16="http://schemas.microsoft.com/office/drawing/2014/main" id="{79EF5306-0D8D-28DC-C9E1-B28FF7373A29}"/>
                  </a:ext>
                </a:extLst>
              </p14:cNvPr>
              <p14:cNvContentPartPr/>
              <p14:nvPr/>
            </p14:nvContentPartPr>
            <p14:xfrm>
              <a:off x="8813734" y="1611701"/>
              <a:ext cx="498600" cy="12600"/>
            </p14:xfrm>
          </p:contentPart>
        </mc:Choice>
        <mc:Fallback xmlns="">
          <p:pic>
            <p:nvPicPr>
              <p:cNvPr id="42" name="Ink 41">
                <a:extLst>
                  <a:ext uri="{FF2B5EF4-FFF2-40B4-BE49-F238E27FC236}">
                    <a16:creationId xmlns:a16="http://schemas.microsoft.com/office/drawing/2014/main" id="{79EF5306-0D8D-28DC-C9E1-B28FF7373A29}"/>
                  </a:ext>
                </a:extLst>
              </p:cNvPr>
              <p:cNvPicPr/>
              <p:nvPr/>
            </p:nvPicPr>
            <p:blipFill>
              <a:blip r:embed="rId36"/>
              <a:stretch>
                <a:fillRect/>
              </a:stretch>
            </p:blipFill>
            <p:spPr>
              <a:xfrm>
                <a:off x="8760094" y="1504061"/>
                <a:ext cx="60624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3" name="Ink 42">
                <a:extLst>
                  <a:ext uri="{FF2B5EF4-FFF2-40B4-BE49-F238E27FC236}">
                    <a16:creationId xmlns:a16="http://schemas.microsoft.com/office/drawing/2014/main" id="{1DF196BA-31D5-A8BD-F05B-698F35171492}"/>
                  </a:ext>
                </a:extLst>
              </p14:cNvPr>
              <p14:cNvContentPartPr/>
              <p14:nvPr/>
            </p14:nvContentPartPr>
            <p14:xfrm>
              <a:off x="8860534" y="4570541"/>
              <a:ext cx="489960" cy="9360"/>
            </p14:xfrm>
          </p:contentPart>
        </mc:Choice>
        <mc:Fallback xmlns="">
          <p:pic>
            <p:nvPicPr>
              <p:cNvPr id="43" name="Ink 42">
                <a:extLst>
                  <a:ext uri="{FF2B5EF4-FFF2-40B4-BE49-F238E27FC236}">
                    <a16:creationId xmlns:a16="http://schemas.microsoft.com/office/drawing/2014/main" id="{1DF196BA-31D5-A8BD-F05B-698F35171492}"/>
                  </a:ext>
                </a:extLst>
              </p:cNvPr>
              <p:cNvPicPr/>
              <p:nvPr/>
            </p:nvPicPr>
            <p:blipFill>
              <a:blip r:embed="rId38"/>
              <a:stretch>
                <a:fillRect/>
              </a:stretch>
            </p:blipFill>
            <p:spPr>
              <a:xfrm>
                <a:off x="8806894" y="4462901"/>
                <a:ext cx="59760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4" name="Ink 43">
                <a:extLst>
                  <a:ext uri="{FF2B5EF4-FFF2-40B4-BE49-F238E27FC236}">
                    <a16:creationId xmlns:a16="http://schemas.microsoft.com/office/drawing/2014/main" id="{56070BDE-055D-54B9-D46C-FDCF4D841766}"/>
                  </a:ext>
                </a:extLst>
              </p14:cNvPr>
              <p14:cNvContentPartPr/>
              <p14:nvPr/>
            </p14:nvContentPartPr>
            <p14:xfrm>
              <a:off x="8780614" y="4793021"/>
              <a:ext cx="639360" cy="33120"/>
            </p14:xfrm>
          </p:contentPart>
        </mc:Choice>
        <mc:Fallback xmlns="">
          <p:pic>
            <p:nvPicPr>
              <p:cNvPr id="44" name="Ink 43">
                <a:extLst>
                  <a:ext uri="{FF2B5EF4-FFF2-40B4-BE49-F238E27FC236}">
                    <a16:creationId xmlns:a16="http://schemas.microsoft.com/office/drawing/2014/main" id="{56070BDE-055D-54B9-D46C-FDCF4D841766}"/>
                  </a:ext>
                </a:extLst>
              </p:cNvPr>
              <p:cNvPicPr/>
              <p:nvPr/>
            </p:nvPicPr>
            <p:blipFill>
              <a:blip r:embed="rId40"/>
              <a:stretch>
                <a:fillRect/>
              </a:stretch>
            </p:blipFill>
            <p:spPr>
              <a:xfrm>
                <a:off x="8726974" y="4685381"/>
                <a:ext cx="747000" cy="248760"/>
              </a:xfrm>
              <a:prstGeom prst="rect">
                <a:avLst/>
              </a:prstGeom>
            </p:spPr>
          </p:pic>
        </mc:Fallback>
      </mc:AlternateContent>
      <p:sp>
        <p:nvSpPr>
          <p:cNvPr id="46" name="TextBox 45">
            <a:extLst>
              <a:ext uri="{FF2B5EF4-FFF2-40B4-BE49-F238E27FC236}">
                <a16:creationId xmlns:a16="http://schemas.microsoft.com/office/drawing/2014/main" id="{E1BB86F0-6A76-1463-45A7-8365FB21C13E}"/>
              </a:ext>
            </a:extLst>
          </p:cNvPr>
          <p:cNvSpPr txBox="1"/>
          <p:nvPr/>
        </p:nvSpPr>
        <p:spPr>
          <a:xfrm>
            <a:off x="6453214" y="333635"/>
            <a:ext cx="1927654" cy="369332"/>
          </a:xfrm>
          <a:prstGeom prst="rect">
            <a:avLst/>
          </a:prstGeom>
          <a:noFill/>
        </p:spPr>
        <p:txBody>
          <a:bodyPr wrap="square" rtlCol="0">
            <a:spAutoFit/>
          </a:bodyPr>
          <a:lstStyle/>
          <a:p>
            <a:r>
              <a:rPr lang="en-US" dirty="0"/>
              <a:t>9 collapsed folds </a:t>
            </a:r>
          </a:p>
        </p:txBody>
      </p:sp>
      <p:sp>
        <p:nvSpPr>
          <p:cNvPr id="2" name="Slide Number Placeholder 1">
            <a:extLst>
              <a:ext uri="{FF2B5EF4-FFF2-40B4-BE49-F238E27FC236}">
                <a16:creationId xmlns:a16="http://schemas.microsoft.com/office/drawing/2014/main" id="{E04CECE4-5F2D-AB37-004C-7C95D7E2F12A}"/>
              </a:ext>
            </a:extLst>
          </p:cNvPr>
          <p:cNvSpPr>
            <a:spLocks noGrp="1"/>
          </p:cNvSpPr>
          <p:nvPr>
            <p:ph type="sldNum" sz="quarter" idx="12"/>
          </p:nvPr>
        </p:nvSpPr>
        <p:spPr/>
        <p:txBody>
          <a:bodyPr/>
          <a:lstStyle/>
          <a:p>
            <a:fld id="{0CB925E2-E8C9-4143-BCD5-4CDDC2142BEC}" type="slidenum">
              <a:rPr lang="en-US" smtClean="0"/>
              <a:t>19</a:t>
            </a:fld>
            <a:endParaRPr lang="en-US"/>
          </a:p>
        </p:txBody>
      </p:sp>
    </p:spTree>
    <p:extLst>
      <p:ext uri="{BB962C8B-B14F-4D97-AF65-F5344CB8AC3E}">
        <p14:creationId xmlns:p14="http://schemas.microsoft.com/office/powerpoint/2010/main" val="32741973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BF4BB-6E19-D819-8435-53C265D3A30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9677C3E-4F2D-CBFF-B06D-D818022C67B8}"/>
              </a:ext>
            </a:extLst>
          </p:cNvPr>
          <p:cNvSpPr txBox="1"/>
          <p:nvPr/>
        </p:nvSpPr>
        <p:spPr>
          <a:xfrm>
            <a:off x="9095608" y="125106"/>
            <a:ext cx="1513691" cy="461665"/>
          </a:xfrm>
          <a:prstGeom prst="rect">
            <a:avLst/>
          </a:prstGeom>
          <a:noFill/>
        </p:spPr>
        <p:txBody>
          <a:bodyPr wrap="square" rtlCol="0">
            <a:spAutoFit/>
          </a:bodyPr>
          <a:lstStyle/>
          <a:p>
            <a:r>
              <a:rPr lang="en-US" sz="2400" b="1" dirty="0">
                <a:solidFill>
                  <a:srgbClr val="7030A0"/>
                </a:solidFill>
              </a:rPr>
              <a:t>Phase 1b</a:t>
            </a:r>
          </a:p>
        </p:txBody>
      </p:sp>
      <p:sp>
        <p:nvSpPr>
          <p:cNvPr id="10" name="TextBox 9">
            <a:extLst>
              <a:ext uri="{FF2B5EF4-FFF2-40B4-BE49-F238E27FC236}">
                <a16:creationId xmlns:a16="http://schemas.microsoft.com/office/drawing/2014/main" id="{C74F7596-79B2-8B4E-1123-5D1FE01B5DBF}"/>
              </a:ext>
            </a:extLst>
          </p:cNvPr>
          <p:cNvSpPr txBox="1"/>
          <p:nvPr/>
        </p:nvSpPr>
        <p:spPr>
          <a:xfrm>
            <a:off x="175081" y="94390"/>
            <a:ext cx="4736730" cy="461665"/>
          </a:xfrm>
          <a:prstGeom prst="rect">
            <a:avLst/>
          </a:prstGeom>
          <a:noFill/>
        </p:spPr>
        <p:txBody>
          <a:bodyPr wrap="square" rtlCol="0">
            <a:spAutoFit/>
          </a:bodyPr>
          <a:lstStyle/>
          <a:p>
            <a:r>
              <a:rPr lang="en-US" sz="2400" b="1" u="sng" dirty="0"/>
              <a:t>Binary Classifier (Perceived RD</a:t>
            </a:r>
            <a:r>
              <a:rPr lang="en-US" dirty="0"/>
              <a:t>)</a:t>
            </a:r>
          </a:p>
        </p:txBody>
      </p:sp>
      <p:sp>
        <p:nvSpPr>
          <p:cNvPr id="2" name="Slide Number Placeholder 1">
            <a:extLst>
              <a:ext uri="{FF2B5EF4-FFF2-40B4-BE49-F238E27FC236}">
                <a16:creationId xmlns:a16="http://schemas.microsoft.com/office/drawing/2014/main" id="{32236DFA-C368-3292-31E8-09FFB206202A}"/>
              </a:ext>
            </a:extLst>
          </p:cNvPr>
          <p:cNvSpPr>
            <a:spLocks noGrp="1"/>
          </p:cNvSpPr>
          <p:nvPr>
            <p:ph type="sldNum" sz="quarter" idx="12"/>
          </p:nvPr>
        </p:nvSpPr>
        <p:spPr/>
        <p:txBody>
          <a:bodyPr/>
          <a:lstStyle/>
          <a:p>
            <a:fld id="{0CB925E2-E8C9-4143-BCD5-4CDDC2142BEC}" type="slidenum">
              <a:rPr lang="en-US" smtClean="0"/>
              <a:t>20</a:t>
            </a:fld>
            <a:endParaRPr lang="en-US"/>
          </a:p>
        </p:txBody>
      </p:sp>
      <p:pic>
        <p:nvPicPr>
          <p:cNvPr id="13" name="Picture 12">
            <a:extLst>
              <a:ext uri="{FF2B5EF4-FFF2-40B4-BE49-F238E27FC236}">
                <a16:creationId xmlns:a16="http://schemas.microsoft.com/office/drawing/2014/main" id="{EE470844-A8FF-C2F1-7758-0239F7C3AD0B}"/>
              </a:ext>
            </a:extLst>
          </p:cNvPr>
          <p:cNvPicPr>
            <a:picLocks noChangeAspect="1"/>
          </p:cNvPicPr>
          <p:nvPr/>
        </p:nvPicPr>
        <p:blipFill>
          <a:blip r:embed="rId3"/>
          <a:stretch>
            <a:fillRect/>
          </a:stretch>
        </p:blipFill>
        <p:spPr>
          <a:xfrm>
            <a:off x="2382199" y="863600"/>
            <a:ext cx="6492273" cy="5994400"/>
          </a:xfrm>
          <a:prstGeom prst="rect">
            <a:avLst/>
          </a:prstGeom>
        </p:spPr>
      </p:pic>
      <mc:AlternateContent xmlns:mc="http://schemas.openxmlformats.org/markup-compatibility/2006">
        <mc:Choice xmlns:p14="http://schemas.microsoft.com/office/powerpoint/2010/main" Requires="p14">
          <p:contentPart p14:bwMode="auto" r:id="rId4">
            <p14:nvContentPartPr>
              <p14:cNvPr id="14" name="Ink 13">
                <a:extLst>
                  <a:ext uri="{FF2B5EF4-FFF2-40B4-BE49-F238E27FC236}">
                    <a16:creationId xmlns:a16="http://schemas.microsoft.com/office/drawing/2014/main" id="{4F3CAA56-F400-1957-D878-F106FE19DD3B}"/>
                  </a:ext>
                </a:extLst>
              </p14:cNvPr>
              <p14:cNvContentPartPr/>
              <p14:nvPr/>
            </p14:nvContentPartPr>
            <p14:xfrm>
              <a:off x="7161360" y="1395760"/>
              <a:ext cx="1467720" cy="25920"/>
            </p14:xfrm>
          </p:contentPart>
        </mc:Choice>
        <mc:Fallback>
          <p:pic>
            <p:nvPicPr>
              <p:cNvPr id="14" name="Ink 13">
                <a:extLst>
                  <a:ext uri="{FF2B5EF4-FFF2-40B4-BE49-F238E27FC236}">
                    <a16:creationId xmlns:a16="http://schemas.microsoft.com/office/drawing/2014/main" id="{4F3CAA56-F400-1957-D878-F106FE19DD3B}"/>
                  </a:ext>
                </a:extLst>
              </p:cNvPr>
              <p:cNvPicPr/>
              <p:nvPr/>
            </p:nvPicPr>
            <p:blipFill>
              <a:blip r:embed="rId5"/>
              <a:stretch>
                <a:fillRect/>
              </a:stretch>
            </p:blipFill>
            <p:spPr>
              <a:xfrm>
                <a:off x="7107720" y="1288120"/>
                <a:ext cx="1575360" cy="2415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5" name="Ink 14">
                <a:extLst>
                  <a:ext uri="{FF2B5EF4-FFF2-40B4-BE49-F238E27FC236}">
                    <a16:creationId xmlns:a16="http://schemas.microsoft.com/office/drawing/2014/main" id="{C133F285-D9E1-4D97-E537-5FF0273E0FCB}"/>
                  </a:ext>
                </a:extLst>
              </p14:cNvPr>
              <p14:cNvContentPartPr/>
              <p14:nvPr/>
            </p14:nvContentPartPr>
            <p14:xfrm>
              <a:off x="7140120" y="1898320"/>
              <a:ext cx="1450080" cy="41760"/>
            </p14:xfrm>
          </p:contentPart>
        </mc:Choice>
        <mc:Fallback>
          <p:pic>
            <p:nvPicPr>
              <p:cNvPr id="15" name="Ink 14">
                <a:extLst>
                  <a:ext uri="{FF2B5EF4-FFF2-40B4-BE49-F238E27FC236}">
                    <a16:creationId xmlns:a16="http://schemas.microsoft.com/office/drawing/2014/main" id="{C133F285-D9E1-4D97-E537-5FF0273E0FCB}"/>
                  </a:ext>
                </a:extLst>
              </p:cNvPr>
              <p:cNvPicPr/>
              <p:nvPr/>
            </p:nvPicPr>
            <p:blipFill>
              <a:blip r:embed="rId7"/>
              <a:stretch>
                <a:fillRect/>
              </a:stretch>
            </p:blipFill>
            <p:spPr>
              <a:xfrm>
                <a:off x="7086480" y="1790680"/>
                <a:ext cx="155772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6" name="Ink 15">
                <a:extLst>
                  <a:ext uri="{FF2B5EF4-FFF2-40B4-BE49-F238E27FC236}">
                    <a16:creationId xmlns:a16="http://schemas.microsoft.com/office/drawing/2014/main" id="{C429BF19-7A11-4569-F9B7-9D0B023C23F5}"/>
                  </a:ext>
                </a:extLst>
              </p14:cNvPr>
              <p14:cNvContentPartPr/>
              <p14:nvPr/>
            </p14:nvContentPartPr>
            <p14:xfrm>
              <a:off x="7119960" y="2425360"/>
              <a:ext cx="1469520" cy="15480"/>
            </p14:xfrm>
          </p:contentPart>
        </mc:Choice>
        <mc:Fallback>
          <p:pic>
            <p:nvPicPr>
              <p:cNvPr id="16" name="Ink 15">
                <a:extLst>
                  <a:ext uri="{FF2B5EF4-FFF2-40B4-BE49-F238E27FC236}">
                    <a16:creationId xmlns:a16="http://schemas.microsoft.com/office/drawing/2014/main" id="{C429BF19-7A11-4569-F9B7-9D0B023C23F5}"/>
                  </a:ext>
                </a:extLst>
              </p:cNvPr>
              <p:cNvPicPr/>
              <p:nvPr/>
            </p:nvPicPr>
            <p:blipFill>
              <a:blip r:embed="rId9"/>
              <a:stretch>
                <a:fillRect/>
              </a:stretch>
            </p:blipFill>
            <p:spPr>
              <a:xfrm>
                <a:off x="7065960" y="2317720"/>
                <a:ext cx="157716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7" name="Ink 16">
                <a:extLst>
                  <a:ext uri="{FF2B5EF4-FFF2-40B4-BE49-F238E27FC236}">
                    <a16:creationId xmlns:a16="http://schemas.microsoft.com/office/drawing/2014/main" id="{D4CEB2DB-7F1A-D1A3-7C33-E0EE05BB71FE}"/>
                  </a:ext>
                </a:extLst>
              </p14:cNvPr>
              <p14:cNvContentPartPr/>
              <p14:nvPr/>
            </p14:nvContentPartPr>
            <p14:xfrm>
              <a:off x="7167840" y="2893720"/>
              <a:ext cx="1441800" cy="30600"/>
            </p14:xfrm>
          </p:contentPart>
        </mc:Choice>
        <mc:Fallback>
          <p:pic>
            <p:nvPicPr>
              <p:cNvPr id="17" name="Ink 16">
                <a:extLst>
                  <a:ext uri="{FF2B5EF4-FFF2-40B4-BE49-F238E27FC236}">
                    <a16:creationId xmlns:a16="http://schemas.microsoft.com/office/drawing/2014/main" id="{D4CEB2DB-7F1A-D1A3-7C33-E0EE05BB71FE}"/>
                  </a:ext>
                </a:extLst>
              </p:cNvPr>
              <p:cNvPicPr/>
              <p:nvPr/>
            </p:nvPicPr>
            <p:blipFill>
              <a:blip r:embed="rId11"/>
              <a:stretch>
                <a:fillRect/>
              </a:stretch>
            </p:blipFill>
            <p:spPr>
              <a:xfrm>
                <a:off x="7114200" y="2786080"/>
                <a:ext cx="154944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8" name="Ink 17">
                <a:extLst>
                  <a:ext uri="{FF2B5EF4-FFF2-40B4-BE49-F238E27FC236}">
                    <a16:creationId xmlns:a16="http://schemas.microsoft.com/office/drawing/2014/main" id="{86E7F1AF-9932-F911-5317-13AE1737BDD8}"/>
                  </a:ext>
                </a:extLst>
              </p14:cNvPr>
              <p14:cNvContentPartPr/>
              <p14:nvPr/>
            </p14:nvContentPartPr>
            <p14:xfrm>
              <a:off x="7138680" y="3460000"/>
              <a:ext cx="1446120" cy="7560"/>
            </p14:xfrm>
          </p:contentPart>
        </mc:Choice>
        <mc:Fallback>
          <p:pic>
            <p:nvPicPr>
              <p:cNvPr id="18" name="Ink 17">
                <a:extLst>
                  <a:ext uri="{FF2B5EF4-FFF2-40B4-BE49-F238E27FC236}">
                    <a16:creationId xmlns:a16="http://schemas.microsoft.com/office/drawing/2014/main" id="{86E7F1AF-9932-F911-5317-13AE1737BDD8}"/>
                  </a:ext>
                </a:extLst>
              </p:cNvPr>
              <p:cNvPicPr/>
              <p:nvPr/>
            </p:nvPicPr>
            <p:blipFill>
              <a:blip r:embed="rId13"/>
              <a:stretch>
                <a:fillRect/>
              </a:stretch>
            </p:blipFill>
            <p:spPr>
              <a:xfrm>
                <a:off x="7084680" y="3352360"/>
                <a:ext cx="155376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9" name="Ink 18">
                <a:extLst>
                  <a:ext uri="{FF2B5EF4-FFF2-40B4-BE49-F238E27FC236}">
                    <a16:creationId xmlns:a16="http://schemas.microsoft.com/office/drawing/2014/main" id="{F2A58F81-FD34-A22A-B473-F4C46D4FFE60}"/>
                  </a:ext>
                </a:extLst>
              </p14:cNvPr>
              <p14:cNvContentPartPr/>
              <p14:nvPr/>
            </p14:nvContentPartPr>
            <p14:xfrm>
              <a:off x="7138680" y="3952840"/>
              <a:ext cx="1518480" cy="16920"/>
            </p14:xfrm>
          </p:contentPart>
        </mc:Choice>
        <mc:Fallback>
          <p:pic>
            <p:nvPicPr>
              <p:cNvPr id="19" name="Ink 18">
                <a:extLst>
                  <a:ext uri="{FF2B5EF4-FFF2-40B4-BE49-F238E27FC236}">
                    <a16:creationId xmlns:a16="http://schemas.microsoft.com/office/drawing/2014/main" id="{F2A58F81-FD34-A22A-B473-F4C46D4FFE60}"/>
                  </a:ext>
                </a:extLst>
              </p:cNvPr>
              <p:cNvPicPr/>
              <p:nvPr/>
            </p:nvPicPr>
            <p:blipFill>
              <a:blip r:embed="rId15"/>
              <a:stretch>
                <a:fillRect/>
              </a:stretch>
            </p:blipFill>
            <p:spPr>
              <a:xfrm>
                <a:off x="7085040" y="3844840"/>
                <a:ext cx="1626120" cy="2325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0" name="Ink 19">
                <a:extLst>
                  <a:ext uri="{FF2B5EF4-FFF2-40B4-BE49-F238E27FC236}">
                    <a16:creationId xmlns:a16="http://schemas.microsoft.com/office/drawing/2014/main" id="{AB7A64BA-307E-2953-9A4B-F586C597960B}"/>
                  </a:ext>
                </a:extLst>
              </p14:cNvPr>
              <p14:cNvContentPartPr/>
              <p14:nvPr/>
            </p14:nvContentPartPr>
            <p14:xfrm>
              <a:off x="7114920" y="4521280"/>
              <a:ext cx="1448280" cy="28800"/>
            </p14:xfrm>
          </p:contentPart>
        </mc:Choice>
        <mc:Fallback>
          <p:pic>
            <p:nvPicPr>
              <p:cNvPr id="20" name="Ink 19">
                <a:extLst>
                  <a:ext uri="{FF2B5EF4-FFF2-40B4-BE49-F238E27FC236}">
                    <a16:creationId xmlns:a16="http://schemas.microsoft.com/office/drawing/2014/main" id="{AB7A64BA-307E-2953-9A4B-F586C597960B}"/>
                  </a:ext>
                </a:extLst>
              </p:cNvPr>
              <p:cNvPicPr/>
              <p:nvPr/>
            </p:nvPicPr>
            <p:blipFill>
              <a:blip r:embed="rId17"/>
              <a:stretch>
                <a:fillRect/>
              </a:stretch>
            </p:blipFill>
            <p:spPr>
              <a:xfrm>
                <a:off x="7061280" y="4413280"/>
                <a:ext cx="1555920" cy="2444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1" name="Ink 20">
                <a:extLst>
                  <a:ext uri="{FF2B5EF4-FFF2-40B4-BE49-F238E27FC236}">
                    <a16:creationId xmlns:a16="http://schemas.microsoft.com/office/drawing/2014/main" id="{D4C22CAB-8410-B22D-BD36-90FB05E06958}"/>
                  </a:ext>
                </a:extLst>
              </p14:cNvPr>
              <p14:cNvContentPartPr/>
              <p14:nvPr/>
            </p14:nvContentPartPr>
            <p14:xfrm>
              <a:off x="7128600" y="4990360"/>
              <a:ext cx="1443600" cy="8640"/>
            </p14:xfrm>
          </p:contentPart>
        </mc:Choice>
        <mc:Fallback>
          <p:pic>
            <p:nvPicPr>
              <p:cNvPr id="21" name="Ink 20">
                <a:extLst>
                  <a:ext uri="{FF2B5EF4-FFF2-40B4-BE49-F238E27FC236}">
                    <a16:creationId xmlns:a16="http://schemas.microsoft.com/office/drawing/2014/main" id="{D4C22CAB-8410-B22D-BD36-90FB05E06958}"/>
                  </a:ext>
                </a:extLst>
              </p:cNvPr>
              <p:cNvPicPr/>
              <p:nvPr/>
            </p:nvPicPr>
            <p:blipFill>
              <a:blip r:embed="rId19"/>
              <a:stretch>
                <a:fillRect/>
              </a:stretch>
            </p:blipFill>
            <p:spPr>
              <a:xfrm>
                <a:off x="7074600" y="4882360"/>
                <a:ext cx="1551240" cy="2242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2" name="Ink 21">
                <a:extLst>
                  <a:ext uri="{FF2B5EF4-FFF2-40B4-BE49-F238E27FC236}">
                    <a16:creationId xmlns:a16="http://schemas.microsoft.com/office/drawing/2014/main" id="{3B361843-A2A6-1AA9-DAA3-38FDDABC4D5D}"/>
                  </a:ext>
                </a:extLst>
              </p14:cNvPr>
              <p14:cNvContentPartPr/>
              <p14:nvPr/>
            </p14:nvContentPartPr>
            <p14:xfrm>
              <a:off x="7126080" y="5469160"/>
              <a:ext cx="1468440" cy="46440"/>
            </p14:xfrm>
          </p:contentPart>
        </mc:Choice>
        <mc:Fallback>
          <p:pic>
            <p:nvPicPr>
              <p:cNvPr id="22" name="Ink 21">
                <a:extLst>
                  <a:ext uri="{FF2B5EF4-FFF2-40B4-BE49-F238E27FC236}">
                    <a16:creationId xmlns:a16="http://schemas.microsoft.com/office/drawing/2014/main" id="{3B361843-A2A6-1AA9-DAA3-38FDDABC4D5D}"/>
                  </a:ext>
                </a:extLst>
              </p:cNvPr>
              <p:cNvPicPr/>
              <p:nvPr/>
            </p:nvPicPr>
            <p:blipFill>
              <a:blip r:embed="rId21"/>
              <a:stretch>
                <a:fillRect/>
              </a:stretch>
            </p:blipFill>
            <p:spPr>
              <a:xfrm>
                <a:off x="7072440" y="5361520"/>
                <a:ext cx="1576080" cy="2620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3" name="Ink 22">
                <a:extLst>
                  <a:ext uri="{FF2B5EF4-FFF2-40B4-BE49-F238E27FC236}">
                    <a16:creationId xmlns:a16="http://schemas.microsoft.com/office/drawing/2014/main" id="{B37C352A-BE61-F403-52FA-C285C3AB3D7D}"/>
                  </a:ext>
                </a:extLst>
              </p14:cNvPr>
              <p14:cNvContentPartPr/>
              <p14:nvPr/>
            </p14:nvContentPartPr>
            <p14:xfrm>
              <a:off x="7081800" y="5957680"/>
              <a:ext cx="1525680" cy="47880"/>
            </p14:xfrm>
          </p:contentPart>
        </mc:Choice>
        <mc:Fallback>
          <p:pic>
            <p:nvPicPr>
              <p:cNvPr id="23" name="Ink 22">
                <a:extLst>
                  <a:ext uri="{FF2B5EF4-FFF2-40B4-BE49-F238E27FC236}">
                    <a16:creationId xmlns:a16="http://schemas.microsoft.com/office/drawing/2014/main" id="{B37C352A-BE61-F403-52FA-C285C3AB3D7D}"/>
                  </a:ext>
                </a:extLst>
              </p:cNvPr>
              <p:cNvPicPr/>
              <p:nvPr/>
            </p:nvPicPr>
            <p:blipFill>
              <a:blip r:embed="rId23"/>
              <a:stretch>
                <a:fillRect/>
              </a:stretch>
            </p:blipFill>
            <p:spPr>
              <a:xfrm>
                <a:off x="7028160" y="5850040"/>
                <a:ext cx="1633320" cy="263520"/>
              </a:xfrm>
              <a:prstGeom prst="rect">
                <a:avLst/>
              </a:prstGeom>
            </p:spPr>
          </p:pic>
        </mc:Fallback>
      </mc:AlternateContent>
    </p:spTree>
    <p:extLst>
      <p:ext uri="{BB962C8B-B14F-4D97-AF65-F5344CB8AC3E}">
        <p14:creationId xmlns:p14="http://schemas.microsoft.com/office/powerpoint/2010/main" val="14830592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9B22D-2E79-37BB-E128-6C279FB8F820}"/>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B70F5DAD-3CD0-704C-679A-F9ED56112BA2}"/>
              </a:ext>
            </a:extLst>
          </p:cNvPr>
          <p:cNvSpPr txBox="1"/>
          <p:nvPr/>
        </p:nvSpPr>
        <p:spPr>
          <a:xfrm>
            <a:off x="175080" y="94390"/>
            <a:ext cx="6065081" cy="461665"/>
          </a:xfrm>
          <a:prstGeom prst="rect">
            <a:avLst/>
          </a:prstGeom>
          <a:noFill/>
        </p:spPr>
        <p:txBody>
          <a:bodyPr wrap="square" rtlCol="0">
            <a:spAutoFit/>
          </a:bodyPr>
          <a:lstStyle/>
          <a:p>
            <a:r>
              <a:rPr lang="en-US" sz="2400" b="1" u="sng" dirty="0"/>
              <a:t>Binary Classifier (Perceived RD Intensity</a:t>
            </a:r>
            <a:r>
              <a:rPr lang="en-US" dirty="0"/>
              <a:t>)</a:t>
            </a:r>
          </a:p>
        </p:txBody>
      </p:sp>
      <p:sp>
        <p:nvSpPr>
          <p:cNvPr id="2" name="TextBox 1">
            <a:extLst>
              <a:ext uri="{FF2B5EF4-FFF2-40B4-BE49-F238E27FC236}">
                <a16:creationId xmlns:a16="http://schemas.microsoft.com/office/drawing/2014/main" id="{EF99A268-2420-B6DF-282C-FC4229A2AA4D}"/>
              </a:ext>
            </a:extLst>
          </p:cNvPr>
          <p:cNvSpPr txBox="1"/>
          <p:nvPr/>
        </p:nvSpPr>
        <p:spPr>
          <a:xfrm>
            <a:off x="8737257" y="94389"/>
            <a:ext cx="2545492" cy="461665"/>
          </a:xfrm>
          <a:prstGeom prst="rect">
            <a:avLst/>
          </a:prstGeom>
          <a:noFill/>
        </p:spPr>
        <p:txBody>
          <a:bodyPr wrap="square" rtlCol="0">
            <a:spAutoFit/>
          </a:bodyPr>
          <a:lstStyle/>
          <a:p>
            <a:r>
              <a:rPr lang="en-US" sz="2400" b="1" dirty="0">
                <a:solidFill>
                  <a:srgbClr val="0070C0"/>
                </a:solidFill>
              </a:rPr>
              <a:t>Phase 2</a:t>
            </a:r>
          </a:p>
        </p:txBody>
      </p:sp>
      <p:pic>
        <p:nvPicPr>
          <p:cNvPr id="3" name="Picture 2">
            <a:extLst>
              <a:ext uri="{FF2B5EF4-FFF2-40B4-BE49-F238E27FC236}">
                <a16:creationId xmlns:a16="http://schemas.microsoft.com/office/drawing/2014/main" id="{CA3B11B0-F9D2-0E1C-563F-65F5E21D31B3}"/>
              </a:ext>
            </a:extLst>
          </p:cNvPr>
          <p:cNvPicPr>
            <a:picLocks noChangeAspect="1"/>
          </p:cNvPicPr>
          <p:nvPr/>
        </p:nvPicPr>
        <p:blipFill>
          <a:blip r:embed="rId3"/>
          <a:stretch>
            <a:fillRect/>
          </a:stretch>
        </p:blipFill>
        <p:spPr>
          <a:xfrm>
            <a:off x="44462" y="2311810"/>
            <a:ext cx="12103075" cy="900946"/>
          </a:xfrm>
          <a:prstGeom prst="rect">
            <a:avLst/>
          </a:prstGeom>
        </p:spPr>
      </p:pic>
      <p:sp>
        <p:nvSpPr>
          <p:cNvPr id="4" name="TextBox 3">
            <a:extLst>
              <a:ext uri="{FF2B5EF4-FFF2-40B4-BE49-F238E27FC236}">
                <a16:creationId xmlns:a16="http://schemas.microsoft.com/office/drawing/2014/main" id="{B36A0954-489C-F350-C80F-3EF4FADA95BD}"/>
              </a:ext>
            </a:extLst>
          </p:cNvPr>
          <p:cNvSpPr txBox="1"/>
          <p:nvPr/>
        </p:nvSpPr>
        <p:spPr>
          <a:xfrm>
            <a:off x="10900717" y="186723"/>
            <a:ext cx="1223319" cy="369332"/>
          </a:xfrm>
          <a:prstGeom prst="rect">
            <a:avLst/>
          </a:prstGeom>
          <a:noFill/>
        </p:spPr>
        <p:txBody>
          <a:bodyPr wrap="square" rtlCol="0">
            <a:spAutoFit/>
          </a:bodyPr>
          <a:lstStyle/>
          <a:p>
            <a:r>
              <a:rPr lang="en-US" dirty="0"/>
              <a:t>V18. xlsx</a:t>
            </a:r>
          </a:p>
        </p:txBody>
      </p:sp>
      <p:sp>
        <p:nvSpPr>
          <p:cNvPr id="5" name="TextBox 4">
            <a:extLst>
              <a:ext uri="{FF2B5EF4-FFF2-40B4-BE49-F238E27FC236}">
                <a16:creationId xmlns:a16="http://schemas.microsoft.com/office/drawing/2014/main" id="{C20E1317-E591-C71B-1A55-F8D48BD89A96}"/>
              </a:ext>
            </a:extLst>
          </p:cNvPr>
          <p:cNvSpPr txBox="1"/>
          <p:nvPr/>
        </p:nvSpPr>
        <p:spPr>
          <a:xfrm>
            <a:off x="667266" y="4506846"/>
            <a:ext cx="4411362" cy="1200329"/>
          </a:xfrm>
          <a:prstGeom prst="rect">
            <a:avLst/>
          </a:prstGeom>
          <a:noFill/>
        </p:spPr>
        <p:txBody>
          <a:bodyPr wrap="square" rtlCol="0">
            <a:spAutoFit/>
          </a:bodyPr>
          <a:lstStyle/>
          <a:p>
            <a:r>
              <a:rPr lang="en-US" dirty="0" err="1"/>
              <a:t>RoBERTA</a:t>
            </a:r>
            <a:r>
              <a:rPr lang="en-US" dirty="0"/>
              <a:t>, Google </a:t>
            </a:r>
            <a:r>
              <a:rPr lang="en-US" dirty="0" err="1"/>
              <a:t>Colab</a:t>
            </a:r>
            <a:endParaRPr lang="en-US" dirty="0"/>
          </a:p>
          <a:p>
            <a:r>
              <a:rPr lang="en-US" dirty="0"/>
              <a:t>Stratified K Fold</a:t>
            </a:r>
          </a:p>
          <a:p>
            <a:r>
              <a:rPr lang="en-US" dirty="0"/>
              <a:t>Class Weight Loss</a:t>
            </a:r>
          </a:p>
          <a:p>
            <a:r>
              <a:rPr lang="en-US" dirty="0"/>
              <a:t>No Weighted Sampling</a:t>
            </a:r>
          </a:p>
        </p:txBody>
      </p:sp>
      <p:sp>
        <p:nvSpPr>
          <p:cNvPr id="8" name="TextBox 7">
            <a:extLst>
              <a:ext uri="{FF2B5EF4-FFF2-40B4-BE49-F238E27FC236}">
                <a16:creationId xmlns:a16="http://schemas.microsoft.com/office/drawing/2014/main" id="{E82804F9-8CAB-FB7D-FF3E-51066B851A96}"/>
              </a:ext>
            </a:extLst>
          </p:cNvPr>
          <p:cNvSpPr txBox="1"/>
          <p:nvPr/>
        </p:nvSpPr>
        <p:spPr>
          <a:xfrm>
            <a:off x="5312544" y="4066778"/>
            <a:ext cx="6098058" cy="1477328"/>
          </a:xfrm>
          <a:prstGeom prst="rect">
            <a:avLst/>
          </a:prstGeom>
          <a:noFill/>
        </p:spPr>
        <p:txBody>
          <a:bodyPr wrap="square">
            <a:spAutoFit/>
          </a:bodyPr>
          <a:lstStyle/>
          <a:p>
            <a:pPr>
              <a:buNone/>
            </a:pPr>
            <a:r>
              <a:rPr lang="en-CA" sz="1800" dirty="0">
                <a:solidFill>
                  <a:srgbClr val="000000"/>
                </a:solidFill>
                <a:effectLst/>
                <a:latin typeface="-webkit-standard"/>
                <a:ea typeface="Aptos" panose="020B0004020202020204" pitchFamily="34" charset="0"/>
                <a:cs typeface="Times New Roman" panose="02020603050405020304" pitchFamily="18" charset="0"/>
              </a:rPr>
              <a:t>Model performance varies substantially across folds, with F1 scores for dependence ranging from 0.00 to 0.84. This instability reflects the heterogeneity and contextual nature of dependence language, which is not uniformly distributed across training samples.</a:t>
            </a:r>
            <a:endParaRPr lang="en-CA" sz="1600" dirty="0">
              <a:effectLst/>
              <a:latin typeface="Aptos" panose="020B0004020202020204" pitchFamily="34" charset="0"/>
              <a:ea typeface="Aptos" panose="020B000402020202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9FEB921E-A141-07A2-7FC8-DE3EDA6AE163}"/>
                  </a:ext>
                </a:extLst>
              </p14:cNvPr>
              <p14:cNvContentPartPr/>
              <p14:nvPr/>
            </p14:nvContentPartPr>
            <p14:xfrm>
              <a:off x="3982174" y="2887181"/>
              <a:ext cx="590400" cy="360"/>
            </p14:xfrm>
          </p:contentPart>
        </mc:Choice>
        <mc:Fallback xmlns="">
          <p:pic>
            <p:nvPicPr>
              <p:cNvPr id="6" name="Ink 5">
                <a:extLst>
                  <a:ext uri="{FF2B5EF4-FFF2-40B4-BE49-F238E27FC236}">
                    <a16:creationId xmlns:a16="http://schemas.microsoft.com/office/drawing/2014/main" id="{9FEB921E-A141-07A2-7FC8-DE3EDA6AE163}"/>
                  </a:ext>
                </a:extLst>
              </p:cNvPr>
              <p:cNvPicPr/>
              <p:nvPr/>
            </p:nvPicPr>
            <p:blipFill>
              <a:blip r:embed="rId5"/>
              <a:stretch>
                <a:fillRect/>
              </a:stretch>
            </p:blipFill>
            <p:spPr>
              <a:xfrm>
                <a:off x="3928534" y="2779541"/>
                <a:ext cx="6980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1449E73B-347A-3576-8F74-00F503F3E82E}"/>
                  </a:ext>
                </a:extLst>
              </p14:cNvPr>
              <p14:cNvContentPartPr/>
              <p14:nvPr/>
            </p14:nvContentPartPr>
            <p14:xfrm>
              <a:off x="6266014" y="2892581"/>
              <a:ext cx="643680" cy="28080"/>
            </p14:xfrm>
          </p:contentPart>
        </mc:Choice>
        <mc:Fallback xmlns="">
          <p:pic>
            <p:nvPicPr>
              <p:cNvPr id="7" name="Ink 6">
                <a:extLst>
                  <a:ext uri="{FF2B5EF4-FFF2-40B4-BE49-F238E27FC236}">
                    <a16:creationId xmlns:a16="http://schemas.microsoft.com/office/drawing/2014/main" id="{1449E73B-347A-3576-8F74-00F503F3E82E}"/>
                  </a:ext>
                </a:extLst>
              </p:cNvPr>
              <p:cNvPicPr/>
              <p:nvPr/>
            </p:nvPicPr>
            <p:blipFill>
              <a:blip r:embed="rId7"/>
              <a:stretch>
                <a:fillRect/>
              </a:stretch>
            </p:blipFill>
            <p:spPr>
              <a:xfrm>
                <a:off x="6212374" y="2784941"/>
                <a:ext cx="75132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851E4F26-3664-D9B7-21B6-00E83EF0C7E2}"/>
                  </a:ext>
                </a:extLst>
              </p14:cNvPr>
              <p14:cNvContentPartPr/>
              <p14:nvPr/>
            </p14:nvContentPartPr>
            <p14:xfrm>
              <a:off x="10493134" y="2934701"/>
              <a:ext cx="642600" cy="15840"/>
            </p14:xfrm>
          </p:contentPart>
        </mc:Choice>
        <mc:Fallback xmlns="">
          <p:pic>
            <p:nvPicPr>
              <p:cNvPr id="9" name="Ink 8">
                <a:extLst>
                  <a:ext uri="{FF2B5EF4-FFF2-40B4-BE49-F238E27FC236}">
                    <a16:creationId xmlns:a16="http://schemas.microsoft.com/office/drawing/2014/main" id="{851E4F26-3664-D9B7-21B6-00E83EF0C7E2}"/>
                  </a:ext>
                </a:extLst>
              </p:cNvPr>
              <p:cNvPicPr/>
              <p:nvPr/>
            </p:nvPicPr>
            <p:blipFill>
              <a:blip r:embed="rId9"/>
              <a:stretch>
                <a:fillRect/>
              </a:stretch>
            </p:blipFill>
            <p:spPr>
              <a:xfrm>
                <a:off x="10439494" y="2826701"/>
                <a:ext cx="75024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64879D2B-4E02-54BE-84BC-42FB87C3B4BD}"/>
                  </a:ext>
                </a:extLst>
              </p14:cNvPr>
              <p14:cNvContentPartPr/>
              <p14:nvPr/>
            </p14:nvContentPartPr>
            <p14:xfrm>
              <a:off x="8640574" y="2940101"/>
              <a:ext cx="673920" cy="5400"/>
            </p14:xfrm>
          </p:contentPart>
        </mc:Choice>
        <mc:Fallback xmlns="">
          <p:pic>
            <p:nvPicPr>
              <p:cNvPr id="11" name="Ink 10">
                <a:extLst>
                  <a:ext uri="{FF2B5EF4-FFF2-40B4-BE49-F238E27FC236}">
                    <a16:creationId xmlns:a16="http://schemas.microsoft.com/office/drawing/2014/main" id="{64879D2B-4E02-54BE-84BC-42FB87C3B4BD}"/>
                  </a:ext>
                </a:extLst>
              </p:cNvPr>
              <p:cNvPicPr/>
              <p:nvPr/>
            </p:nvPicPr>
            <p:blipFill>
              <a:blip r:embed="rId11"/>
              <a:stretch>
                <a:fillRect/>
              </a:stretch>
            </p:blipFill>
            <p:spPr>
              <a:xfrm>
                <a:off x="8586934" y="2832101"/>
                <a:ext cx="781560" cy="221040"/>
              </a:xfrm>
              <a:prstGeom prst="rect">
                <a:avLst/>
              </a:prstGeom>
            </p:spPr>
          </p:pic>
        </mc:Fallback>
      </mc:AlternateContent>
      <p:sp>
        <p:nvSpPr>
          <p:cNvPr id="12" name="Slide Number Placeholder 11">
            <a:extLst>
              <a:ext uri="{FF2B5EF4-FFF2-40B4-BE49-F238E27FC236}">
                <a16:creationId xmlns:a16="http://schemas.microsoft.com/office/drawing/2014/main" id="{D0F6CCFD-9A16-4655-F841-79468F9C59B9}"/>
              </a:ext>
            </a:extLst>
          </p:cNvPr>
          <p:cNvSpPr>
            <a:spLocks noGrp="1"/>
          </p:cNvSpPr>
          <p:nvPr>
            <p:ph type="sldNum" sz="quarter" idx="12"/>
          </p:nvPr>
        </p:nvSpPr>
        <p:spPr/>
        <p:txBody>
          <a:bodyPr/>
          <a:lstStyle/>
          <a:p>
            <a:fld id="{0CB925E2-E8C9-4143-BCD5-4CDDC2142BEC}" type="slidenum">
              <a:rPr lang="en-US" smtClean="0"/>
              <a:t>21</a:t>
            </a:fld>
            <a:endParaRPr lang="en-US"/>
          </a:p>
        </p:txBody>
      </p:sp>
    </p:spTree>
    <p:extLst>
      <p:ext uri="{BB962C8B-B14F-4D97-AF65-F5344CB8AC3E}">
        <p14:creationId xmlns:p14="http://schemas.microsoft.com/office/powerpoint/2010/main" val="10729227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168E2-4C08-0F17-473A-6880C66F772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823D66A-2666-677E-60DA-F7B7EF08D3B9}"/>
              </a:ext>
            </a:extLst>
          </p:cNvPr>
          <p:cNvSpPr txBox="1"/>
          <p:nvPr/>
        </p:nvSpPr>
        <p:spPr>
          <a:xfrm>
            <a:off x="9095608" y="125106"/>
            <a:ext cx="1513691" cy="461665"/>
          </a:xfrm>
          <a:prstGeom prst="rect">
            <a:avLst/>
          </a:prstGeom>
          <a:noFill/>
        </p:spPr>
        <p:txBody>
          <a:bodyPr wrap="square" rtlCol="0">
            <a:spAutoFit/>
          </a:bodyPr>
          <a:lstStyle/>
          <a:p>
            <a:r>
              <a:rPr lang="en-US" sz="2400" b="1" dirty="0">
                <a:solidFill>
                  <a:srgbClr val="0070C0"/>
                </a:solidFill>
              </a:rPr>
              <a:t>Phase 2</a:t>
            </a:r>
          </a:p>
        </p:txBody>
      </p:sp>
      <p:sp>
        <p:nvSpPr>
          <p:cNvPr id="10" name="TextBox 9">
            <a:extLst>
              <a:ext uri="{FF2B5EF4-FFF2-40B4-BE49-F238E27FC236}">
                <a16:creationId xmlns:a16="http://schemas.microsoft.com/office/drawing/2014/main" id="{8F009FA6-2FEB-C0D8-C8E2-3CF1C6827442}"/>
              </a:ext>
            </a:extLst>
          </p:cNvPr>
          <p:cNvSpPr txBox="1"/>
          <p:nvPr/>
        </p:nvSpPr>
        <p:spPr>
          <a:xfrm>
            <a:off x="175080" y="94390"/>
            <a:ext cx="5891853" cy="461665"/>
          </a:xfrm>
          <a:prstGeom prst="rect">
            <a:avLst/>
          </a:prstGeom>
          <a:noFill/>
        </p:spPr>
        <p:txBody>
          <a:bodyPr wrap="square" rtlCol="0">
            <a:spAutoFit/>
          </a:bodyPr>
          <a:lstStyle/>
          <a:p>
            <a:r>
              <a:rPr lang="en-US" sz="2400" b="1" u="sng" dirty="0"/>
              <a:t>Binary Classifier (Perceived RD Intensity</a:t>
            </a:r>
            <a:r>
              <a:rPr lang="en-US" dirty="0"/>
              <a:t>)</a:t>
            </a:r>
          </a:p>
        </p:txBody>
      </p:sp>
      <p:graphicFrame>
        <p:nvGraphicFramePr>
          <p:cNvPr id="3" name="Table 2">
            <a:extLst>
              <a:ext uri="{FF2B5EF4-FFF2-40B4-BE49-F238E27FC236}">
                <a16:creationId xmlns:a16="http://schemas.microsoft.com/office/drawing/2014/main" id="{53A6B2B3-CF72-D7FE-76FA-B05BD5A20729}"/>
              </a:ext>
            </a:extLst>
          </p:cNvPr>
          <p:cNvGraphicFramePr>
            <a:graphicFrameLocks noGrp="1"/>
          </p:cNvGraphicFramePr>
          <p:nvPr/>
        </p:nvGraphicFramePr>
        <p:xfrm>
          <a:off x="1527240" y="992654"/>
          <a:ext cx="8197528" cy="5432853"/>
        </p:xfrm>
        <a:graphic>
          <a:graphicData uri="http://schemas.openxmlformats.org/drawingml/2006/table">
            <a:tbl>
              <a:tblPr/>
              <a:tblGrid>
                <a:gridCol w="1024691">
                  <a:extLst>
                    <a:ext uri="{9D8B030D-6E8A-4147-A177-3AD203B41FA5}">
                      <a16:colId xmlns:a16="http://schemas.microsoft.com/office/drawing/2014/main" val="2730222648"/>
                    </a:ext>
                  </a:extLst>
                </a:gridCol>
                <a:gridCol w="1024691">
                  <a:extLst>
                    <a:ext uri="{9D8B030D-6E8A-4147-A177-3AD203B41FA5}">
                      <a16:colId xmlns:a16="http://schemas.microsoft.com/office/drawing/2014/main" val="346159988"/>
                    </a:ext>
                  </a:extLst>
                </a:gridCol>
                <a:gridCol w="1024691">
                  <a:extLst>
                    <a:ext uri="{9D8B030D-6E8A-4147-A177-3AD203B41FA5}">
                      <a16:colId xmlns:a16="http://schemas.microsoft.com/office/drawing/2014/main" val="4006388517"/>
                    </a:ext>
                  </a:extLst>
                </a:gridCol>
                <a:gridCol w="1024691">
                  <a:extLst>
                    <a:ext uri="{9D8B030D-6E8A-4147-A177-3AD203B41FA5}">
                      <a16:colId xmlns:a16="http://schemas.microsoft.com/office/drawing/2014/main" val="31477690"/>
                    </a:ext>
                  </a:extLst>
                </a:gridCol>
                <a:gridCol w="1024691">
                  <a:extLst>
                    <a:ext uri="{9D8B030D-6E8A-4147-A177-3AD203B41FA5}">
                      <a16:colId xmlns:a16="http://schemas.microsoft.com/office/drawing/2014/main" val="4039890800"/>
                    </a:ext>
                  </a:extLst>
                </a:gridCol>
                <a:gridCol w="1024691">
                  <a:extLst>
                    <a:ext uri="{9D8B030D-6E8A-4147-A177-3AD203B41FA5}">
                      <a16:colId xmlns:a16="http://schemas.microsoft.com/office/drawing/2014/main" val="4143777945"/>
                    </a:ext>
                  </a:extLst>
                </a:gridCol>
                <a:gridCol w="1024691">
                  <a:extLst>
                    <a:ext uri="{9D8B030D-6E8A-4147-A177-3AD203B41FA5}">
                      <a16:colId xmlns:a16="http://schemas.microsoft.com/office/drawing/2014/main" val="3155753220"/>
                    </a:ext>
                  </a:extLst>
                </a:gridCol>
                <a:gridCol w="1024691">
                  <a:extLst>
                    <a:ext uri="{9D8B030D-6E8A-4147-A177-3AD203B41FA5}">
                      <a16:colId xmlns:a16="http://schemas.microsoft.com/office/drawing/2014/main" val="869689610"/>
                    </a:ext>
                  </a:extLst>
                </a:gridCol>
              </a:tblGrid>
              <a:tr h="437793">
                <a:tc>
                  <a:txBody>
                    <a:bodyPr/>
                    <a:lstStyle/>
                    <a:p>
                      <a:pPr algn="r">
                        <a:buNone/>
                      </a:pPr>
                      <a:endParaRPr lang="en-CA" sz="1000" b="1">
                        <a:effectLst/>
                      </a:endParaRPr>
                    </a:p>
                  </a:txBody>
                  <a:tcPr marL="50015" marR="50015" marT="25008" marB="25008" anchor="ctr">
                    <a:lnL>
                      <a:noFill/>
                    </a:lnL>
                    <a:lnR>
                      <a:noFill/>
                    </a:lnR>
                    <a:lnT>
                      <a:noFill/>
                    </a:lnT>
                    <a:lnB>
                      <a:noFill/>
                    </a:lnB>
                    <a:noFill/>
                  </a:tcPr>
                </a:tc>
                <a:tc>
                  <a:txBody>
                    <a:bodyPr/>
                    <a:lstStyle/>
                    <a:p>
                      <a:pPr algn="r">
                        <a:buNone/>
                      </a:pPr>
                      <a:r>
                        <a:rPr lang="en-CA" sz="1000" b="1">
                          <a:effectLst/>
                        </a:rPr>
                        <a:t>fold</a:t>
                      </a:r>
                    </a:p>
                  </a:txBody>
                  <a:tcPr marL="50015" marR="50015" marT="25008" marB="25008" anchor="ctr">
                    <a:lnL>
                      <a:noFill/>
                    </a:lnL>
                    <a:lnR>
                      <a:noFill/>
                    </a:lnR>
                    <a:lnT>
                      <a:noFill/>
                    </a:lnT>
                    <a:lnB>
                      <a:noFill/>
                    </a:lnB>
                    <a:noFill/>
                  </a:tcPr>
                </a:tc>
                <a:tc>
                  <a:txBody>
                    <a:bodyPr/>
                    <a:lstStyle/>
                    <a:p>
                      <a:pPr algn="r">
                        <a:buNone/>
                      </a:pPr>
                      <a:r>
                        <a:rPr lang="en-CA" sz="1000" b="1">
                          <a:effectLst/>
                        </a:rPr>
                        <a:t>Train Loss</a:t>
                      </a:r>
                    </a:p>
                  </a:txBody>
                  <a:tcPr marL="50015" marR="50015" marT="25008" marB="25008" anchor="ctr">
                    <a:lnL>
                      <a:noFill/>
                    </a:lnL>
                    <a:lnR>
                      <a:noFill/>
                    </a:lnR>
                    <a:lnT>
                      <a:noFill/>
                    </a:lnT>
                    <a:lnB>
                      <a:noFill/>
                    </a:lnB>
                    <a:noFill/>
                  </a:tcPr>
                </a:tc>
                <a:tc>
                  <a:txBody>
                    <a:bodyPr/>
                    <a:lstStyle/>
                    <a:p>
                      <a:pPr algn="r">
                        <a:buNone/>
                      </a:pPr>
                      <a:r>
                        <a:rPr lang="en-CA" sz="1000" b="1">
                          <a:effectLst/>
                        </a:rPr>
                        <a:t>Val Loss</a:t>
                      </a:r>
                    </a:p>
                  </a:txBody>
                  <a:tcPr marL="50015" marR="50015" marT="25008" marB="25008" anchor="ctr">
                    <a:lnL>
                      <a:noFill/>
                    </a:lnL>
                    <a:lnR>
                      <a:noFill/>
                    </a:lnR>
                    <a:lnT>
                      <a:noFill/>
                    </a:lnT>
                    <a:lnB>
                      <a:noFill/>
                    </a:lnB>
                    <a:noFill/>
                  </a:tcPr>
                </a:tc>
                <a:tc>
                  <a:txBody>
                    <a:bodyPr/>
                    <a:lstStyle/>
                    <a:p>
                      <a:pPr algn="r">
                        <a:buNone/>
                      </a:pPr>
                      <a:r>
                        <a:rPr lang="en-CA" sz="1000" b="1">
                          <a:effectLst/>
                        </a:rPr>
                        <a:t>Accuracy</a:t>
                      </a:r>
                    </a:p>
                  </a:txBody>
                  <a:tcPr marL="50015" marR="50015" marT="25008" marB="25008" anchor="ctr">
                    <a:lnL>
                      <a:noFill/>
                    </a:lnL>
                    <a:lnR>
                      <a:noFill/>
                    </a:lnR>
                    <a:lnT>
                      <a:noFill/>
                    </a:lnT>
                    <a:lnB>
                      <a:noFill/>
                    </a:lnB>
                    <a:noFill/>
                  </a:tcPr>
                </a:tc>
                <a:tc>
                  <a:txBody>
                    <a:bodyPr/>
                    <a:lstStyle/>
                    <a:p>
                      <a:pPr algn="r">
                        <a:buNone/>
                      </a:pPr>
                      <a:r>
                        <a:rPr lang="en-CA" sz="1000" b="1">
                          <a:effectLst/>
                        </a:rPr>
                        <a:t>Weighted F1</a:t>
                      </a:r>
                    </a:p>
                  </a:txBody>
                  <a:tcPr marL="50015" marR="50015" marT="25008" marB="25008" anchor="ctr">
                    <a:lnL>
                      <a:noFill/>
                    </a:lnL>
                    <a:lnR>
                      <a:noFill/>
                    </a:lnR>
                    <a:lnT>
                      <a:noFill/>
                    </a:lnT>
                    <a:lnB>
                      <a:noFill/>
                    </a:lnB>
                    <a:noFill/>
                  </a:tcPr>
                </a:tc>
                <a:tc>
                  <a:txBody>
                    <a:bodyPr/>
                    <a:lstStyle/>
                    <a:p>
                      <a:pPr algn="r">
                        <a:buNone/>
                      </a:pPr>
                      <a:r>
                        <a:rPr lang="en-CA" sz="1000" b="1">
                          <a:effectLst/>
                        </a:rPr>
                        <a:t>F1_0</a:t>
                      </a:r>
                    </a:p>
                  </a:txBody>
                  <a:tcPr marL="50015" marR="50015" marT="25008" marB="25008" anchor="ctr">
                    <a:lnL>
                      <a:noFill/>
                    </a:lnL>
                    <a:lnR>
                      <a:noFill/>
                    </a:lnR>
                    <a:lnT>
                      <a:noFill/>
                    </a:lnT>
                    <a:lnB>
                      <a:noFill/>
                    </a:lnB>
                    <a:noFill/>
                  </a:tcPr>
                </a:tc>
                <a:tc>
                  <a:txBody>
                    <a:bodyPr/>
                    <a:lstStyle/>
                    <a:p>
                      <a:pPr algn="r">
                        <a:buNone/>
                      </a:pPr>
                      <a:r>
                        <a:rPr lang="en-CA" sz="1000" b="1">
                          <a:effectLst/>
                        </a:rPr>
                        <a:t>F1_1</a:t>
                      </a:r>
                    </a:p>
                  </a:txBody>
                  <a:tcPr marL="50015" marR="50015" marT="25008" marB="25008" anchor="ctr">
                    <a:lnL>
                      <a:noFill/>
                    </a:lnL>
                    <a:lnR>
                      <a:noFill/>
                    </a:lnR>
                    <a:lnT>
                      <a:noFill/>
                    </a:lnT>
                    <a:lnB>
                      <a:noFill/>
                    </a:lnB>
                    <a:noFill/>
                  </a:tcPr>
                </a:tc>
                <a:extLst>
                  <a:ext uri="{0D108BD9-81ED-4DB2-BD59-A6C34878D82A}">
                    <a16:rowId xmlns:a16="http://schemas.microsoft.com/office/drawing/2014/main" val="2647470875"/>
                  </a:ext>
                </a:extLst>
              </a:tr>
              <a:tr h="249753">
                <a:tc>
                  <a:txBody>
                    <a:bodyPr/>
                    <a:lstStyle/>
                    <a:p>
                      <a:pPr fontAlgn="ctr">
                        <a:buNone/>
                      </a:pPr>
                      <a:r>
                        <a:rPr lang="en-CA" sz="1000" b="1">
                          <a:effectLst/>
                        </a:rPr>
                        <a:t>0</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0.698116</a:t>
                      </a:r>
                    </a:p>
                  </a:txBody>
                  <a:tcPr marL="50015" marR="50015" marT="25008" marB="25008" anchor="ctr">
                    <a:lnL>
                      <a:noFill/>
                    </a:lnL>
                    <a:lnR>
                      <a:noFill/>
                    </a:lnR>
                    <a:lnT>
                      <a:noFill/>
                    </a:lnT>
                    <a:lnB>
                      <a:noFill/>
                    </a:lnB>
                    <a:noFill/>
                  </a:tcPr>
                </a:tc>
                <a:tc>
                  <a:txBody>
                    <a:bodyPr/>
                    <a:lstStyle/>
                    <a:p>
                      <a:pPr algn="r">
                        <a:buNone/>
                      </a:pPr>
                      <a:r>
                        <a:rPr lang="en-CA" sz="1000">
                          <a:effectLst/>
                        </a:rPr>
                        <a:t>0.692005</a:t>
                      </a:r>
                    </a:p>
                  </a:txBody>
                  <a:tcPr marL="50015" marR="50015" marT="25008" marB="25008" anchor="ctr">
                    <a:lnL>
                      <a:noFill/>
                    </a:lnL>
                    <a:lnR>
                      <a:noFill/>
                    </a:lnR>
                    <a:lnT>
                      <a:noFill/>
                    </a:lnT>
                    <a:lnB>
                      <a:noFill/>
                    </a:lnB>
                    <a:noFill/>
                  </a:tcPr>
                </a:tc>
                <a:tc>
                  <a:txBody>
                    <a:bodyPr/>
                    <a:lstStyle/>
                    <a:p>
                      <a:pPr algn="r">
                        <a:buNone/>
                      </a:pPr>
                      <a:r>
                        <a:rPr lang="en-CA" sz="1000">
                          <a:effectLst/>
                        </a:rPr>
                        <a:t>0.645833</a:t>
                      </a:r>
                    </a:p>
                  </a:txBody>
                  <a:tcPr marL="50015" marR="50015" marT="25008" marB="25008" anchor="ctr">
                    <a:lnL>
                      <a:noFill/>
                    </a:lnL>
                    <a:lnR>
                      <a:noFill/>
                    </a:lnR>
                    <a:lnT>
                      <a:noFill/>
                    </a:lnT>
                    <a:lnB>
                      <a:noFill/>
                    </a:lnB>
                    <a:noFill/>
                  </a:tcPr>
                </a:tc>
                <a:tc>
                  <a:txBody>
                    <a:bodyPr/>
                    <a:lstStyle/>
                    <a:p>
                      <a:pPr algn="r">
                        <a:buNone/>
                      </a:pPr>
                      <a:r>
                        <a:rPr lang="en-CA" sz="1000">
                          <a:effectLst/>
                        </a:rPr>
                        <a:t>0.506857</a:t>
                      </a:r>
                    </a:p>
                  </a:txBody>
                  <a:tcPr marL="50015" marR="50015" marT="25008" marB="25008" anchor="ctr">
                    <a:lnL>
                      <a:noFill/>
                    </a:lnL>
                    <a:lnR>
                      <a:noFill/>
                    </a:lnR>
                    <a:lnT>
                      <a:noFill/>
                    </a:lnT>
                    <a:lnB>
                      <a:noFill/>
                    </a:lnB>
                    <a:noFill/>
                  </a:tcPr>
                </a:tc>
                <a:tc>
                  <a:txBody>
                    <a:bodyPr/>
                    <a:lstStyle/>
                    <a:p>
                      <a:pPr algn="r">
                        <a:buNone/>
                      </a:pPr>
                      <a:r>
                        <a:rPr lang="en-CA" sz="1000">
                          <a:effectLst/>
                        </a:rPr>
                        <a:t>0.784810</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3640351575"/>
                  </a:ext>
                </a:extLst>
              </a:tr>
              <a:tr h="249753">
                <a:tc>
                  <a:txBody>
                    <a:bodyPr/>
                    <a:lstStyle/>
                    <a:p>
                      <a:pPr fontAlgn="ctr">
                        <a:buNone/>
                      </a:pPr>
                      <a:r>
                        <a:rPr lang="en-CA" sz="1000" b="1">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dirty="0">
                          <a:effectLst/>
                        </a:rPr>
                        <a:t>0.693579</a:t>
                      </a:r>
                    </a:p>
                  </a:txBody>
                  <a:tcPr marL="50015" marR="50015" marT="25008" marB="25008" anchor="ctr">
                    <a:lnL>
                      <a:noFill/>
                    </a:lnL>
                    <a:lnR>
                      <a:noFill/>
                    </a:lnR>
                    <a:lnT>
                      <a:noFill/>
                    </a:lnT>
                    <a:lnB>
                      <a:noFill/>
                    </a:lnB>
                    <a:noFill/>
                  </a:tcPr>
                </a:tc>
                <a:tc>
                  <a:txBody>
                    <a:bodyPr/>
                    <a:lstStyle/>
                    <a:p>
                      <a:pPr algn="r">
                        <a:buNone/>
                      </a:pPr>
                      <a:r>
                        <a:rPr lang="en-CA" sz="1000">
                          <a:effectLst/>
                        </a:rPr>
                        <a:t>0.680626</a:t>
                      </a:r>
                    </a:p>
                  </a:txBody>
                  <a:tcPr marL="50015" marR="50015" marT="25008" marB="25008" anchor="ctr">
                    <a:lnL>
                      <a:noFill/>
                    </a:lnL>
                    <a:lnR>
                      <a:noFill/>
                    </a:lnR>
                    <a:lnT>
                      <a:noFill/>
                    </a:lnT>
                    <a:lnB>
                      <a:noFill/>
                    </a:lnB>
                    <a:noFill/>
                  </a:tcPr>
                </a:tc>
                <a:tc>
                  <a:txBody>
                    <a:bodyPr/>
                    <a:lstStyle/>
                    <a:p>
                      <a:pPr algn="r">
                        <a:buNone/>
                      </a:pPr>
                      <a:r>
                        <a:rPr lang="en-CA" sz="1000">
                          <a:effectLst/>
                        </a:rPr>
                        <a:t>0.729167</a:t>
                      </a:r>
                    </a:p>
                  </a:txBody>
                  <a:tcPr marL="50015" marR="50015" marT="25008" marB="25008" anchor="ctr">
                    <a:lnL>
                      <a:noFill/>
                    </a:lnL>
                    <a:lnR>
                      <a:noFill/>
                    </a:lnR>
                    <a:lnT>
                      <a:noFill/>
                    </a:lnT>
                    <a:lnB>
                      <a:noFill/>
                    </a:lnB>
                    <a:noFill/>
                  </a:tcPr>
                </a:tc>
                <a:tc>
                  <a:txBody>
                    <a:bodyPr/>
                    <a:lstStyle/>
                    <a:p>
                      <a:pPr algn="r">
                        <a:buNone/>
                      </a:pPr>
                      <a:r>
                        <a:rPr lang="en-CA" sz="1000">
                          <a:effectLst/>
                        </a:rPr>
                        <a:t>0.734649</a:t>
                      </a:r>
                    </a:p>
                  </a:txBody>
                  <a:tcPr marL="50015" marR="50015" marT="25008" marB="25008" anchor="ctr">
                    <a:lnL>
                      <a:noFill/>
                    </a:lnL>
                    <a:lnR>
                      <a:noFill/>
                    </a:lnR>
                    <a:lnT>
                      <a:noFill/>
                    </a:lnT>
                    <a:lnB>
                      <a:noFill/>
                    </a:lnB>
                    <a:noFill/>
                  </a:tcPr>
                </a:tc>
                <a:tc>
                  <a:txBody>
                    <a:bodyPr/>
                    <a:lstStyle/>
                    <a:p>
                      <a:pPr algn="r">
                        <a:buNone/>
                      </a:pPr>
                      <a:r>
                        <a:rPr lang="en-CA" sz="1000">
                          <a:effectLst/>
                        </a:rPr>
                        <a:t>0.771930</a:t>
                      </a:r>
                    </a:p>
                  </a:txBody>
                  <a:tcPr marL="50015" marR="50015" marT="25008" marB="25008" anchor="ctr">
                    <a:lnL>
                      <a:noFill/>
                    </a:lnL>
                    <a:lnR>
                      <a:noFill/>
                    </a:lnR>
                    <a:lnT>
                      <a:noFill/>
                    </a:lnT>
                    <a:lnB>
                      <a:noFill/>
                    </a:lnB>
                    <a:noFill/>
                  </a:tcPr>
                </a:tc>
                <a:tc>
                  <a:txBody>
                    <a:bodyPr/>
                    <a:lstStyle/>
                    <a:p>
                      <a:pPr algn="r">
                        <a:buNone/>
                      </a:pPr>
                      <a:r>
                        <a:rPr lang="en-CA" sz="1000">
                          <a:effectLst/>
                        </a:rPr>
                        <a:t>0.666667</a:t>
                      </a:r>
                    </a:p>
                  </a:txBody>
                  <a:tcPr marL="50015" marR="50015" marT="25008" marB="25008" anchor="ctr">
                    <a:lnL>
                      <a:noFill/>
                    </a:lnL>
                    <a:lnR>
                      <a:noFill/>
                    </a:lnR>
                    <a:lnT>
                      <a:noFill/>
                    </a:lnT>
                    <a:lnB>
                      <a:noFill/>
                    </a:lnB>
                    <a:noFill/>
                  </a:tcPr>
                </a:tc>
                <a:extLst>
                  <a:ext uri="{0D108BD9-81ED-4DB2-BD59-A6C34878D82A}">
                    <a16:rowId xmlns:a16="http://schemas.microsoft.com/office/drawing/2014/main" val="2389522463"/>
                  </a:ext>
                </a:extLst>
              </a:tr>
              <a:tr h="249753">
                <a:tc>
                  <a:txBody>
                    <a:bodyPr/>
                    <a:lstStyle/>
                    <a:p>
                      <a:pPr fontAlgn="ctr">
                        <a:buNone/>
                      </a:pPr>
                      <a:r>
                        <a:rPr lang="en-CA" sz="1000" b="1">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0.658137</a:t>
                      </a:r>
                    </a:p>
                  </a:txBody>
                  <a:tcPr marL="50015" marR="50015" marT="25008" marB="25008" anchor="ctr">
                    <a:lnL>
                      <a:noFill/>
                    </a:lnL>
                    <a:lnR>
                      <a:noFill/>
                    </a:lnR>
                    <a:lnT>
                      <a:noFill/>
                    </a:lnT>
                    <a:lnB>
                      <a:noFill/>
                    </a:lnB>
                    <a:noFill/>
                  </a:tcPr>
                </a:tc>
                <a:tc>
                  <a:txBody>
                    <a:bodyPr/>
                    <a:lstStyle/>
                    <a:p>
                      <a:pPr algn="r">
                        <a:buNone/>
                      </a:pPr>
                      <a:r>
                        <a:rPr lang="en-CA" sz="1000">
                          <a:effectLst/>
                        </a:rPr>
                        <a:t>0.648379</a:t>
                      </a:r>
                    </a:p>
                  </a:txBody>
                  <a:tcPr marL="50015" marR="50015" marT="25008" marB="25008" anchor="ctr">
                    <a:lnL>
                      <a:noFill/>
                    </a:lnL>
                    <a:lnR>
                      <a:noFill/>
                    </a:lnR>
                    <a:lnT>
                      <a:noFill/>
                    </a:lnT>
                    <a:lnB>
                      <a:noFill/>
                    </a:lnB>
                    <a:noFill/>
                  </a:tcPr>
                </a:tc>
                <a:tc>
                  <a:txBody>
                    <a:bodyPr/>
                    <a:lstStyle/>
                    <a:p>
                      <a:pPr algn="r">
                        <a:buNone/>
                      </a:pPr>
                      <a:r>
                        <a:rPr lang="en-CA" sz="1000">
                          <a:effectLst/>
                        </a:rPr>
                        <a:t>0.750000</a:t>
                      </a:r>
                    </a:p>
                  </a:txBody>
                  <a:tcPr marL="50015" marR="50015" marT="25008" marB="25008" anchor="ctr">
                    <a:lnL>
                      <a:noFill/>
                    </a:lnL>
                    <a:lnR>
                      <a:noFill/>
                    </a:lnR>
                    <a:lnT>
                      <a:noFill/>
                    </a:lnT>
                    <a:lnB>
                      <a:noFill/>
                    </a:lnB>
                    <a:noFill/>
                  </a:tcPr>
                </a:tc>
                <a:tc>
                  <a:txBody>
                    <a:bodyPr/>
                    <a:lstStyle/>
                    <a:p>
                      <a:pPr algn="r">
                        <a:buNone/>
                      </a:pPr>
                      <a:r>
                        <a:rPr lang="en-CA" sz="1000">
                          <a:effectLst/>
                        </a:rPr>
                        <a:t>0.734244</a:t>
                      </a:r>
                    </a:p>
                  </a:txBody>
                  <a:tcPr marL="50015" marR="50015" marT="25008" marB="25008" anchor="ctr">
                    <a:lnL>
                      <a:noFill/>
                    </a:lnL>
                    <a:lnR>
                      <a:noFill/>
                    </a:lnR>
                    <a:lnT>
                      <a:noFill/>
                    </a:lnT>
                    <a:lnB>
                      <a:noFill/>
                    </a:lnB>
                    <a:noFill/>
                  </a:tcPr>
                </a:tc>
                <a:tc>
                  <a:txBody>
                    <a:bodyPr/>
                    <a:lstStyle/>
                    <a:p>
                      <a:pPr algn="r">
                        <a:buNone/>
                      </a:pPr>
                      <a:r>
                        <a:rPr lang="en-CA" sz="1000">
                          <a:effectLst/>
                        </a:rPr>
                        <a:t>0.823529</a:t>
                      </a:r>
                    </a:p>
                  </a:txBody>
                  <a:tcPr marL="50015" marR="50015" marT="25008" marB="25008" anchor="ctr">
                    <a:lnL>
                      <a:noFill/>
                    </a:lnL>
                    <a:lnR>
                      <a:noFill/>
                    </a:lnR>
                    <a:lnT>
                      <a:noFill/>
                    </a:lnT>
                    <a:lnB>
                      <a:noFill/>
                    </a:lnB>
                    <a:noFill/>
                  </a:tcPr>
                </a:tc>
                <a:tc>
                  <a:txBody>
                    <a:bodyPr/>
                    <a:lstStyle/>
                    <a:p>
                      <a:pPr algn="r">
                        <a:buNone/>
                      </a:pPr>
                      <a:r>
                        <a:rPr lang="en-CA" sz="1000">
                          <a:effectLst/>
                        </a:rPr>
                        <a:t>0.571429</a:t>
                      </a:r>
                    </a:p>
                  </a:txBody>
                  <a:tcPr marL="50015" marR="50015" marT="25008" marB="25008" anchor="ctr">
                    <a:lnL>
                      <a:noFill/>
                    </a:lnL>
                    <a:lnR>
                      <a:noFill/>
                    </a:lnR>
                    <a:lnT>
                      <a:noFill/>
                    </a:lnT>
                    <a:lnB>
                      <a:noFill/>
                    </a:lnB>
                    <a:noFill/>
                  </a:tcPr>
                </a:tc>
                <a:extLst>
                  <a:ext uri="{0D108BD9-81ED-4DB2-BD59-A6C34878D82A}">
                    <a16:rowId xmlns:a16="http://schemas.microsoft.com/office/drawing/2014/main" val="4148534003"/>
                  </a:ext>
                </a:extLst>
              </a:tr>
              <a:tr h="249753">
                <a:tc>
                  <a:txBody>
                    <a:bodyPr/>
                    <a:lstStyle/>
                    <a:p>
                      <a:pPr fontAlgn="ctr">
                        <a:buNone/>
                      </a:pPr>
                      <a:r>
                        <a:rPr lang="en-CA" sz="1000" b="1">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0.614589</a:t>
                      </a:r>
                    </a:p>
                  </a:txBody>
                  <a:tcPr marL="50015" marR="50015" marT="25008" marB="25008" anchor="ctr">
                    <a:lnL>
                      <a:noFill/>
                    </a:lnL>
                    <a:lnR>
                      <a:noFill/>
                    </a:lnR>
                    <a:lnT>
                      <a:noFill/>
                    </a:lnT>
                    <a:lnB>
                      <a:noFill/>
                    </a:lnB>
                    <a:noFill/>
                  </a:tcPr>
                </a:tc>
                <a:tc>
                  <a:txBody>
                    <a:bodyPr/>
                    <a:lstStyle/>
                    <a:p>
                      <a:pPr algn="r">
                        <a:buNone/>
                      </a:pPr>
                      <a:r>
                        <a:rPr lang="en-CA" sz="1000" dirty="0">
                          <a:effectLst/>
                        </a:rPr>
                        <a:t>0.611516</a:t>
                      </a:r>
                    </a:p>
                  </a:txBody>
                  <a:tcPr marL="50015" marR="50015" marT="25008" marB="25008" anchor="ctr">
                    <a:lnL>
                      <a:noFill/>
                    </a:lnL>
                    <a:lnR>
                      <a:noFill/>
                    </a:lnR>
                    <a:lnT>
                      <a:noFill/>
                    </a:lnT>
                    <a:lnB>
                      <a:noFill/>
                    </a:lnB>
                    <a:noFill/>
                  </a:tcPr>
                </a:tc>
                <a:tc>
                  <a:txBody>
                    <a:bodyPr/>
                    <a:lstStyle/>
                    <a:p>
                      <a:pPr algn="r">
                        <a:buNone/>
                      </a:pPr>
                      <a:r>
                        <a:rPr lang="en-CA" sz="1000">
                          <a:effectLst/>
                        </a:rPr>
                        <a:t>0.770833</a:t>
                      </a:r>
                    </a:p>
                  </a:txBody>
                  <a:tcPr marL="50015" marR="50015" marT="25008" marB="25008" anchor="ctr">
                    <a:lnL>
                      <a:noFill/>
                    </a:lnL>
                    <a:lnR>
                      <a:noFill/>
                    </a:lnR>
                    <a:lnT>
                      <a:noFill/>
                    </a:lnT>
                    <a:lnB>
                      <a:noFill/>
                    </a:lnB>
                    <a:noFill/>
                  </a:tcPr>
                </a:tc>
                <a:tc>
                  <a:txBody>
                    <a:bodyPr/>
                    <a:lstStyle/>
                    <a:p>
                      <a:pPr algn="r">
                        <a:buNone/>
                      </a:pPr>
                      <a:r>
                        <a:rPr lang="en-CA" sz="1000">
                          <a:effectLst/>
                        </a:rPr>
                        <a:t>0.769180</a:t>
                      </a:r>
                    </a:p>
                  </a:txBody>
                  <a:tcPr marL="50015" marR="50015" marT="25008" marB="25008" anchor="ctr">
                    <a:lnL>
                      <a:noFill/>
                    </a:lnL>
                    <a:lnR>
                      <a:noFill/>
                    </a:lnR>
                    <a:lnT>
                      <a:noFill/>
                    </a:lnT>
                    <a:lnB>
                      <a:noFill/>
                    </a:lnB>
                    <a:noFill/>
                  </a:tcPr>
                </a:tc>
                <a:tc>
                  <a:txBody>
                    <a:bodyPr/>
                    <a:lstStyle/>
                    <a:p>
                      <a:pPr algn="r">
                        <a:buNone/>
                      </a:pPr>
                      <a:r>
                        <a:rPr lang="en-CA" sz="1000">
                          <a:effectLst/>
                        </a:rPr>
                        <a:t>0.825397</a:t>
                      </a:r>
                    </a:p>
                  </a:txBody>
                  <a:tcPr marL="50015" marR="50015" marT="25008" marB="25008" anchor="ctr">
                    <a:lnL>
                      <a:noFill/>
                    </a:lnL>
                    <a:lnR>
                      <a:noFill/>
                    </a:lnR>
                    <a:lnT>
                      <a:noFill/>
                    </a:lnT>
                    <a:lnB>
                      <a:noFill/>
                    </a:lnB>
                    <a:noFill/>
                  </a:tcPr>
                </a:tc>
                <a:tc>
                  <a:txBody>
                    <a:bodyPr/>
                    <a:lstStyle/>
                    <a:p>
                      <a:pPr algn="r">
                        <a:buNone/>
                      </a:pPr>
                      <a:r>
                        <a:rPr lang="en-CA" sz="1000">
                          <a:effectLst/>
                        </a:rPr>
                        <a:t>0.666667</a:t>
                      </a:r>
                    </a:p>
                  </a:txBody>
                  <a:tcPr marL="50015" marR="50015" marT="25008" marB="25008" anchor="ctr">
                    <a:lnL>
                      <a:noFill/>
                    </a:lnL>
                    <a:lnR>
                      <a:noFill/>
                    </a:lnR>
                    <a:lnT>
                      <a:noFill/>
                    </a:lnT>
                    <a:lnB>
                      <a:noFill/>
                    </a:lnB>
                    <a:noFill/>
                  </a:tcPr>
                </a:tc>
                <a:extLst>
                  <a:ext uri="{0D108BD9-81ED-4DB2-BD59-A6C34878D82A}">
                    <a16:rowId xmlns:a16="http://schemas.microsoft.com/office/drawing/2014/main" val="2861361556"/>
                  </a:ext>
                </a:extLst>
              </a:tr>
              <a:tr h="249753">
                <a:tc>
                  <a:txBody>
                    <a:bodyPr/>
                    <a:lstStyle/>
                    <a:p>
                      <a:pPr fontAlgn="ctr">
                        <a:buNone/>
                      </a:pPr>
                      <a:r>
                        <a:rPr lang="en-CA" sz="1000" b="1">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0.693276</a:t>
                      </a:r>
                    </a:p>
                  </a:txBody>
                  <a:tcPr marL="50015" marR="50015" marT="25008" marB="25008" anchor="ctr">
                    <a:lnL>
                      <a:noFill/>
                    </a:lnL>
                    <a:lnR>
                      <a:noFill/>
                    </a:lnR>
                    <a:lnT>
                      <a:noFill/>
                    </a:lnT>
                    <a:lnB>
                      <a:noFill/>
                    </a:lnB>
                    <a:noFill/>
                  </a:tcPr>
                </a:tc>
                <a:tc>
                  <a:txBody>
                    <a:bodyPr/>
                    <a:lstStyle/>
                    <a:p>
                      <a:pPr algn="r">
                        <a:buNone/>
                      </a:pPr>
                      <a:r>
                        <a:rPr lang="en-CA" sz="1000">
                          <a:effectLst/>
                        </a:rPr>
                        <a:t>0.690623</a:t>
                      </a:r>
                    </a:p>
                  </a:txBody>
                  <a:tcPr marL="50015" marR="50015" marT="25008" marB="25008" anchor="ctr">
                    <a:lnL>
                      <a:noFill/>
                    </a:lnL>
                    <a:lnR>
                      <a:noFill/>
                    </a:lnR>
                    <a:lnT>
                      <a:noFill/>
                    </a:lnT>
                    <a:lnB>
                      <a:noFill/>
                    </a:lnB>
                    <a:noFill/>
                  </a:tcPr>
                </a:tc>
                <a:tc>
                  <a:txBody>
                    <a:bodyPr/>
                    <a:lstStyle/>
                    <a:p>
                      <a:pPr algn="r">
                        <a:buNone/>
                      </a:pPr>
                      <a:r>
                        <a:rPr lang="en-CA" sz="1000">
                          <a:effectLst/>
                        </a:rPr>
                        <a:t>0.531915</a:t>
                      </a:r>
                    </a:p>
                  </a:txBody>
                  <a:tcPr marL="50015" marR="50015" marT="25008" marB="25008" anchor="ctr">
                    <a:lnL>
                      <a:noFill/>
                    </a:lnL>
                    <a:lnR>
                      <a:noFill/>
                    </a:lnR>
                    <a:lnT>
                      <a:noFill/>
                    </a:lnT>
                    <a:lnB>
                      <a:noFill/>
                    </a:lnB>
                    <a:noFill/>
                  </a:tcPr>
                </a:tc>
                <a:tc>
                  <a:txBody>
                    <a:bodyPr/>
                    <a:lstStyle/>
                    <a:p>
                      <a:pPr algn="r">
                        <a:buNone/>
                      </a:pPr>
                      <a:r>
                        <a:rPr lang="en-CA" sz="1000">
                          <a:effectLst/>
                        </a:rPr>
                        <a:t>0.498542</a:t>
                      </a:r>
                    </a:p>
                  </a:txBody>
                  <a:tcPr marL="50015" marR="50015" marT="25008" marB="25008" anchor="ctr">
                    <a:lnL>
                      <a:noFill/>
                    </a:lnL>
                    <a:lnR>
                      <a:noFill/>
                    </a:lnR>
                    <a:lnT>
                      <a:noFill/>
                    </a:lnT>
                    <a:lnB>
                      <a:noFill/>
                    </a:lnB>
                    <a:noFill/>
                  </a:tcPr>
                </a:tc>
                <a:tc>
                  <a:txBody>
                    <a:bodyPr/>
                    <a:lstStyle/>
                    <a:p>
                      <a:pPr algn="r">
                        <a:buNone/>
                      </a:pPr>
                      <a:r>
                        <a:rPr lang="en-CA" sz="1000">
                          <a:effectLst/>
                        </a:rPr>
                        <a:t>0.450000</a:t>
                      </a:r>
                    </a:p>
                  </a:txBody>
                  <a:tcPr marL="50015" marR="50015" marT="25008" marB="25008" anchor="ctr">
                    <a:lnL>
                      <a:noFill/>
                    </a:lnL>
                    <a:lnR>
                      <a:noFill/>
                    </a:lnR>
                    <a:lnT>
                      <a:noFill/>
                    </a:lnT>
                    <a:lnB>
                      <a:noFill/>
                    </a:lnB>
                    <a:noFill/>
                  </a:tcPr>
                </a:tc>
                <a:tc>
                  <a:txBody>
                    <a:bodyPr/>
                    <a:lstStyle/>
                    <a:p>
                      <a:pPr algn="r">
                        <a:buNone/>
                      </a:pPr>
                      <a:r>
                        <a:rPr lang="en-CA" sz="1000">
                          <a:effectLst/>
                        </a:rPr>
                        <a:t>0.592593</a:t>
                      </a:r>
                    </a:p>
                  </a:txBody>
                  <a:tcPr marL="50015" marR="50015" marT="25008" marB="25008" anchor="ctr">
                    <a:lnL>
                      <a:noFill/>
                    </a:lnL>
                    <a:lnR>
                      <a:noFill/>
                    </a:lnR>
                    <a:lnT>
                      <a:noFill/>
                    </a:lnT>
                    <a:lnB>
                      <a:noFill/>
                    </a:lnB>
                    <a:noFill/>
                  </a:tcPr>
                </a:tc>
                <a:extLst>
                  <a:ext uri="{0D108BD9-81ED-4DB2-BD59-A6C34878D82A}">
                    <a16:rowId xmlns:a16="http://schemas.microsoft.com/office/drawing/2014/main" val="3270345172"/>
                  </a:ext>
                </a:extLst>
              </a:tr>
              <a:tr h="249753">
                <a:tc>
                  <a:txBody>
                    <a:bodyPr/>
                    <a:lstStyle/>
                    <a:p>
                      <a:pPr fontAlgn="ctr">
                        <a:buNone/>
                      </a:pPr>
                      <a:r>
                        <a:rPr lang="en-CA" sz="1000" b="1">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0.695861</a:t>
                      </a:r>
                    </a:p>
                  </a:txBody>
                  <a:tcPr marL="50015" marR="50015" marT="25008" marB="25008" anchor="ctr">
                    <a:lnL>
                      <a:noFill/>
                    </a:lnL>
                    <a:lnR>
                      <a:noFill/>
                    </a:lnR>
                    <a:lnT>
                      <a:noFill/>
                    </a:lnT>
                    <a:lnB>
                      <a:noFill/>
                    </a:lnB>
                    <a:noFill/>
                  </a:tcPr>
                </a:tc>
                <a:tc>
                  <a:txBody>
                    <a:bodyPr/>
                    <a:lstStyle/>
                    <a:p>
                      <a:pPr algn="r">
                        <a:buNone/>
                      </a:pPr>
                      <a:r>
                        <a:rPr lang="en-CA" sz="1000">
                          <a:effectLst/>
                        </a:rPr>
                        <a:t>0.685286</a:t>
                      </a:r>
                    </a:p>
                  </a:txBody>
                  <a:tcPr marL="50015" marR="50015" marT="25008" marB="25008" anchor="ctr">
                    <a:lnL>
                      <a:noFill/>
                    </a:lnL>
                    <a:lnR>
                      <a:noFill/>
                    </a:lnR>
                    <a:lnT>
                      <a:noFill/>
                    </a:lnT>
                    <a:lnB>
                      <a:noFill/>
                    </a:lnB>
                    <a:noFill/>
                  </a:tcPr>
                </a:tc>
                <a:tc>
                  <a:txBody>
                    <a:bodyPr/>
                    <a:lstStyle/>
                    <a:p>
                      <a:pPr algn="r">
                        <a:buNone/>
                      </a:pPr>
                      <a:r>
                        <a:rPr lang="en-CA" sz="1000">
                          <a:effectLst/>
                        </a:rPr>
                        <a:t>0.659574</a:t>
                      </a:r>
                    </a:p>
                  </a:txBody>
                  <a:tcPr marL="50015" marR="50015" marT="25008" marB="25008" anchor="ctr">
                    <a:lnL>
                      <a:noFill/>
                    </a:lnL>
                    <a:lnR>
                      <a:noFill/>
                    </a:lnR>
                    <a:lnT>
                      <a:noFill/>
                    </a:lnT>
                    <a:lnB>
                      <a:noFill/>
                    </a:lnB>
                    <a:noFill/>
                  </a:tcPr>
                </a:tc>
                <a:tc>
                  <a:txBody>
                    <a:bodyPr/>
                    <a:lstStyle/>
                    <a:p>
                      <a:pPr algn="r">
                        <a:buNone/>
                      </a:pPr>
                      <a:r>
                        <a:rPr lang="en-CA" sz="1000">
                          <a:effectLst/>
                        </a:rPr>
                        <a:t>0.524277</a:t>
                      </a:r>
                    </a:p>
                  </a:txBody>
                  <a:tcPr marL="50015" marR="50015" marT="25008" marB="25008" anchor="ctr">
                    <a:lnL>
                      <a:noFill/>
                    </a:lnL>
                    <a:lnR>
                      <a:noFill/>
                    </a:lnR>
                    <a:lnT>
                      <a:noFill/>
                    </a:lnT>
                    <a:lnB>
                      <a:noFill/>
                    </a:lnB>
                    <a:noFill/>
                  </a:tcPr>
                </a:tc>
                <a:tc>
                  <a:txBody>
                    <a:bodyPr/>
                    <a:lstStyle/>
                    <a:p>
                      <a:pPr algn="r">
                        <a:buNone/>
                      </a:pPr>
                      <a:r>
                        <a:rPr lang="en-CA" sz="1000">
                          <a:effectLst/>
                        </a:rPr>
                        <a:t>0.794872</a:t>
                      </a:r>
                    </a:p>
                  </a:txBody>
                  <a:tcPr marL="50015" marR="50015" marT="25008" marB="25008" anchor="ctr">
                    <a:lnL>
                      <a:noFill/>
                    </a:lnL>
                    <a:lnR>
                      <a:noFill/>
                    </a:lnR>
                    <a:lnT>
                      <a:noFill/>
                    </a:lnT>
                    <a:lnB>
                      <a:noFill/>
                    </a:lnB>
                    <a:noFill/>
                  </a:tcPr>
                </a:tc>
                <a:tc>
                  <a:txBody>
                    <a:bodyPr/>
                    <a:lstStyle/>
                    <a:p>
                      <a:pPr algn="r">
                        <a:buNone/>
                      </a:pPr>
                      <a:r>
                        <a:rPr lang="en-CA" sz="1000" dirty="0">
                          <a:effectLst/>
                        </a:rPr>
                        <a:t>0.000000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1891858967"/>
                  </a:ext>
                </a:extLst>
              </a:tr>
              <a:tr h="249753">
                <a:tc>
                  <a:txBody>
                    <a:bodyPr/>
                    <a:lstStyle/>
                    <a:p>
                      <a:pPr fontAlgn="ctr">
                        <a:buNone/>
                      </a:pPr>
                      <a:r>
                        <a:rPr lang="en-CA" sz="1000" b="1">
                          <a:effectLst/>
                        </a:rPr>
                        <a:t>6</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0.662835</a:t>
                      </a:r>
                    </a:p>
                  </a:txBody>
                  <a:tcPr marL="50015" marR="50015" marT="25008" marB="25008" anchor="ctr">
                    <a:lnL>
                      <a:noFill/>
                    </a:lnL>
                    <a:lnR>
                      <a:noFill/>
                    </a:lnR>
                    <a:lnT>
                      <a:noFill/>
                    </a:lnT>
                    <a:lnB>
                      <a:noFill/>
                    </a:lnB>
                    <a:noFill/>
                  </a:tcPr>
                </a:tc>
                <a:tc>
                  <a:txBody>
                    <a:bodyPr/>
                    <a:lstStyle/>
                    <a:p>
                      <a:pPr algn="r">
                        <a:buNone/>
                      </a:pPr>
                      <a:r>
                        <a:rPr lang="en-CA" sz="1000">
                          <a:effectLst/>
                        </a:rPr>
                        <a:t>0.669772</a:t>
                      </a:r>
                    </a:p>
                  </a:txBody>
                  <a:tcPr marL="50015" marR="50015" marT="25008" marB="25008" anchor="ctr">
                    <a:lnL>
                      <a:noFill/>
                    </a:lnL>
                    <a:lnR>
                      <a:noFill/>
                    </a:lnR>
                    <a:lnT>
                      <a:noFill/>
                    </a:lnT>
                    <a:lnB>
                      <a:noFill/>
                    </a:lnB>
                    <a:noFill/>
                  </a:tcPr>
                </a:tc>
                <a:tc>
                  <a:txBody>
                    <a:bodyPr/>
                    <a:lstStyle/>
                    <a:p>
                      <a:pPr algn="r">
                        <a:buNone/>
                      </a:pPr>
                      <a:r>
                        <a:rPr lang="en-CA" sz="1000">
                          <a:effectLst/>
                        </a:rPr>
                        <a:t>0.659574</a:t>
                      </a:r>
                    </a:p>
                  </a:txBody>
                  <a:tcPr marL="50015" marR="50015" marT="25008" marB="25008" anchor="ctr">
                    <a:lnL>
                      <a:noFill/>
                    </a:lnL>
                    <a:lnR>
                      <a:noFill/>
                    </a:lnR>
                    <a:lnT>
                      <a:noFill/>
                    </a:lnT>
                    <a:lnB>
                      <a:noFill/>
                    </a:lnB>
                    <a:noFill/>
                  </a:tcPr>
                </a:tc>
                <a:tc>
                  <a:txBody>
                    <a:bodyPr/>
                    <a:lstStyle/>
                    <a:p>
                      <a:pPr algn="r">
                        <a:buNone/>
                      </a:pPr>
                      <a:r>
                        <a:rPr lang="en-CA" sz="1000">
                          <a:effectLst/>
                        </a:rPr>
                        <a:t>0.524277</a:t>
                      </a:r>
                    </a:p>
                  </a:txBody>
                  <a:tcPr marL="50015" marR="50015" marT="25008" marB="25008" anchor="ctr">
                    <a:lnL>
                      <a:noFill/>
                    </a:lnL>
                    <a:lnR>
                      <a:noFill/>
                    </a:lnR>
                    <a:lnT>
                      <a:noFill/>
                    </a:lnT>
                    <a:lnB>
                      <a:noFill/>
                    </a:lnB>
                    <a:noFill/>
                  </a:tcPr>
                </a:tc>
                <a:tc>
                  <a:txBody>
                    <a:bodyPr/>
                    <a:lstStyle/>
                    <a:p>
                      <a:pPr algn="r">
                        <a:buNone/>
                      </a:pPr>
                      <a:r>
                        <a:rPr lang="en-CA" sz="1000">
                          <a:effectLst/>
                        </a:rPr>
                        <a:t>0.794872</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2455174767"/>
                  </a:ext>
                </a:extLst>
              </a:tr>
              <a:tr h="249753">
                <a:tc>
                  <a:txBody>
                    <a:bodyPr/>
                    <a:lstStyle/>
                    <a:p>
                      <a:pPr fontAlgn="ctr">
                        <a:buNone/>
                      </a:pPr>
                      <a:r>
                        <a:rPr lang="en-CA" sz="1000" b="1">
                          <a:effectLst/>
                        </a:rPr>
                        <a:t>7</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0.618959</a:t>
                      </a:r>
                    </a:p>
                  </a:txBody>
                  <a:tcPr marL="50015" marR="50015" marT="25008" marB="25008" anchor="ctr">
                    <a:lnL>
                      <a:noFill/>
                    </a:lnL>
                    <a:lnR>
                      <a:noFill/>
                    </a:lnR>
                    <a:lnT>
                      <a:noFill/>
                    </a:lnT>
                    <a:lnB>
                      <a:noFill/>
                    </a:lnB>
                    <a:noFill/>
                  </a:tcPr>
                </a:tc>
                <a:tc>
                  <a:txBody>
                    <a:bodyPr/>
                    <a:lstStyle/>
                    <a:p>
                      <a:pPr algn="r">
                        <a:buNone/>
                      </a:pPr>
                      <a:r>
                        <a:rPr lang="en-CA" sz="1000">
                          <a:effectLst/>
                        </a:rPr>
                        <a:t>0.655516</a:t>
                      </a:r>
                    </a:p>
                  </a:txBody>
                  <a:tcPr marL="50015" marR="50015" marT="25008" marB="25008" anchor="ctr">
                    <a:lnL>
                      <a:noFill/>
                    </a:lnL>
                    <a:lnR>
                      <a:noFill/>
                    </a:lnR>
                    <a:lnT>
                      <a:noFill/>
                    </a:lnT>
                    <a:lnB>
                      <a:noFill/>
                    </a:lnB>
                    <a:noFill/>
                  </a:tcPr>
                </a:tc>
                <a:tc>
                  <a:txBody>
                    <a:bodyPr/>
                    <a:lstStyle/>
                    <a:p>
                      <a:pPr algn="r">
                        <a:buNone/>
                      </a:pPr>
                      <a:r>
                        <a:rPr lang="en-CA" sz="1000">
                          <a:effectLst/>
                        </a:rPr>
                        <a:t>0.680851</a:t>
                      </a:r>
                    </a:p>
                  </a:txBody>
                  <a:tcPr marL="50015" marR="50015" marT="25008" marB="25008" anchor="ctr">
                    <a:lnL>
                      <a:noFill/>
                    </a:lnL>
                    <a:lnR>
                      <a:noFill/>
                    </a:lnR>
                    <a:lnT>
                      <a:noFill/>
                    </a:lnT>
                    <a:lnB>
                      <a:noFill/>
                    </a:lnB>
                    <a:noFill/>
                  </a:tcPr>
                </a:tc>
                <a:tc>
                  <a:txBody>
                    <a:bodyPr/>
                    <a:lstStyle/>
                    <a:p>
                      <a:pPr algn="r">
                        <a:buNone/>
                      </a:pPr>
                      <a:r>
                        <a:rPr lang="en-CA" sz="1000">
                          <a:effectLst/>
                        </a:rPr>
                        <a:t>0.571136</a:t>
                      </a:r>
                    </a:p>
                  </a:txBody>
                  <a:tcPr marL="50015" marR="50015" marT="25008" marB="25008" anchor="ctr">
                    <a:lnL>
                      <a:noFill/>
                    </a:lnL>
                    <a:lnR>
                      <a:noFill/>
                    </a:lnR>
                    <a:lnT>
                      <a:noFill/>
                    </a:lnT>
                    <a:lnB>
                      <a:noFill/>
                    </a:lnB>
                    <a:noFill/>
                  </a:tcPr>
                </a:tc>
                <a:tc>
                  <a:txBody>
                    <a:bodyPr/>
                    <a:lstStyle/>
                    <a:p>
                      <a:pPr algn="r">
                        <a:buNone/>
                      </a:pPr>
                      <a:r>
                        <a:rPr lang="en-CA" sz="1000">
                          <a:effectLst/>
                        </a:rPr>
                        <a:t>0.805195</a:t>
                      </a:r>
                    </a:p>
                  </a:txBody>
                  <a:tcPr marL="50015" marR="50015" marT="25008" marB="25008" anchor="ctr">
                    <a:lnL>
                      <a:noFill/>
                    </a:lnL>
                    <a:lnR>
                      <a:noFill/>
                    </a:lnR>
                    <a:lnT>
                      <a:noFill/>
                    </a:lnT>
                    <a:lnB>
                      <a:noFill/>
                    </a:lnB>
                    <a:noFill/>
                  </a:tcPr>
                </a:tc>
                <a:tc>
                  <a:txBody>
                    <a:bodyPr/>
                    <a:lstStyle/>
                    <a:p>
                      <a:pPr algn="r">
                        <a:buNone/>
                      </a:pPr>
                      <a:r>
                        <a:rPr lang="en-CA" sz="1000">
                          <a:effectLst/>
                        </a:rPr>
                        <a:t>0.117647</a:t>
                      </a:r>
                    </a:p>
                  </a:txBody>
                  <a:tcPr marL="50015" marR="50015" marT="25008" marB="25008" anchor="ctr">
                    <a:lnL>
                      <a:noFill/>
                    </a:lnL>
                    <a:lnR>
                      <a:noFill/>
                    </a:lnR>
                    <a:lnT>
                      <a:noFill/>
                    </a:lnT>
                    <a:lnB>
                      <a:noFill/>
                    </a:lnB>
                    <a:noFill/>
                  </a:tcPr>
                </a:tc>
                <a:extLst>
                  <a:ext uri="{0D108BD9-81ED-4DB2-BD59-A6C34878D82A}">
                    <a16:rowId xmlns:a16="http://schemas.microsoft.com/office/drawing/2014/main" val="2045034027"/>
                  </a:ext>
                </a:extLst>
              </a:tr>
              <a:tr h="249753">
                <a:tc>
                  <a:txBody>
                    <a:bodyPr/>
                    <a:lstStyle/>
                    <a:p>
                      <a:pPr fontAlgn="ctr">
                        <a:buNone/>
                      </a:pPr>
                      <a:r>
                        <a:rPr lang="en-CA" sz="1000" b="1">
                          <a:effectLst/>
                        </a:rPr>
                        <a:t>8</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0.691353</a:t>
                      </a:r>
                    </a:p>
                  </a:txBody>
                  <a:tcPr marL="50015" marR="50015" marT="25008" marB="25008" anchor="ctr">
                    <a:lnL>
                      <a:noFill/>
                    </a:lnL>
                    <a:lnR>
                      <a:noFill/>
                    </a:lnR>
                    <a:lnT>
                      <a:noFill/>
                    </a:lnT>
                    <a:lnB>
                      <a:noFill/>
                    </a:lnB>
                    <a:noFill/>
                  </a:tcPr>
                </a:tc>
                <a:tc>
                  <a:txBody>
                    <a:bodyPr/>
                    <a:lstStyle/>
                    <a:p>
                      <a:pPr algn="r">
                        <a:buNone/>
                      </a:pPr>
                      <a:r>
                        <a:rPr lang="en-CA" sz="1000">
                          <a:effectLst/>
                        </a:rPr>
                        <a:t>0.686383</a:t>
                      </a:r>
                    </a:p>
                  </a:txBody>
                  <a:tcPr marL="50015" marR="50015" marT="25008" marB="25008" anchor="ctr">
                    <a:lnL>
                      <a:noFill/>
                    </a:lnL>
                    <a:lnR>
                      <a:noFill/>
                    </a:lnR>
                    <a:lnT>
                      <a:noFill/>
                    </a:lnT>
                    <a:lnB>
                      <a:noFill/>
                    </a:lnB>
                    <a:noFill/>
                  </a:tcPr>
                </a:tc>
                <a:tc>
                  <a:txBody>
                    <a:bodyPr/>
                    <a:lstStyle/>
                    <a:p>
                      <a:pPr algn="r">
                        <a:buNone/>
                      </a:pPr>
                      <a:r>
                        <a:rPr lang="en-CA" sz="1000">
                          <a:effectLst/>
                        </a:rPr>
                        <a:t>0.659574</a:t>
                      </a:r>
                    </a:p>
                  </a:txBody>
                  <a:tcPr marL="50015" marR="50015" marT="25008" marB="25008" anchor="ctr">
                    <a:lnL>
                      <a:noFill/>
                    </a:lnL>
                    <a:lnR>
                      <a:noFill/>
                    </a:lnR>
                    <a:lnT>
                      <a:noFill/>
                    </a:lnT>
                    <a:lnB>
                      <a:noFill/>
                    </a:lnB>
                    <a:noFill/>
                  </a:tcPr>
                </a:tc>
                <a:tc>
                  <a:txBody>
                    <a:bodyPr/>
                    <a:lstStyle/>
                    <a:p>
                      <a:pPr algn="r">
                        <a:buNone/>
                      </a:pPr>
                      <a:r>
                        <a:rPr lang="en-CA" sz="1000">
                          <a:effectLst/>
                        </a:rPr>
                        <a:t>0.657108</a:t>
                      </a:r>
                    </a:p>
                  </a:txBody>
                  <a:tcPr marL="50015" marR="50015" marT="25008" marB="25008" anchor="ctr">
                    <a:lnL>
                      <a:noFill/>
                    </a:lnL>
                    <a:lnR>
                      <a:noFill/>
                    </a:lnR>
                    <a:lnT>
                      <a:noFill/>
                    </a:lnT>
                    <a:lnB>
                      <a:noFill/>
                    </a:lnB>
                    <a:noFill/>
                  </a:tcPr>
                </a:tc>
                <a:tc>
                  <a:txBody>
                    <a:bodyPr/>
                    <a:lstStyle/>
                    <a:p>
                      <a:pPr algn="r">
                        <a:buNone/>
                      </a:pPr>
                      <a:r>
                        <a:rPr lang="en-CA" sz="1000">
                          <a:effectLst/>
                        </a:rPr>
                        <a:t>0.652174</a:t>
                      </a:r>
                    </a:p>
                  </a:txBody>
                  <a:tcPr marL="50015" marR="50015" marT="25008" marB="25008" anchor="ctr">
                    <a:lnL>
                      <a:noFill/>
                    </a:lnL>
                    <a:lnR>
                      <a:noFill/>
                    </a:lnR>
                    <a:lnT>
                      <a:noFill/>
                    </a:lnT>
                    <a:lnB>
                      <a:noFill/>
                    </a:lnB>
                    <a:noFill/>
                  </a:tcPr>
                </a:tc>
                <a:tc>
                  <a:txBody>
                    <a:bodyPr/>
                    <a:lstStyle/>
                    <a:p>
                      <a:pPr algn="r">
                        <a:buNone/>
                      </a:pPr>
                      <a:r>
                        <a:rPr lang="en-CA" sz="1000">
                          <a:effectLst/>
                        </a:rPr>
                        <a:t>0.666667</a:t>
                      </a:r>
                    </a:p>
                  </a:txBody>
                  <a:tcPr marL="50015" marR="50015" marT="25008" marB="25008" anchor="ctr">
                    <a:lnL>
                      <a:noFill/>
                    </a:lnL>
                    <a:lnR>
                      <a:noFill/>
                    </a:lnR>
                    <a:lnT>
                      <a:noFill/>
                    </a:lnT>
                    <a:lnB>
                      <a:noFill/>
                    </a:lnB>
                    <a:noFill/>
                  </a:tcPr>
                </a:tc>
                <a:extLst>
                  <a:ext uri="{0D108BD9-81ED-4DB2-BD59-A6C34878D82A}">
                    <a16:rowId xmlns:a16="http://schemas.microsoft.com/office/drawing/2014/main" val="3640791263"/>
                  </a:ext>
                </a:extLst>
              </a:tr>
              <a:tr h="249753">
                <a:tc>
                  <a:txBody>
                    <a:bodyPr/>
                    <a:lstStyle/>
                    <a:p>
                      <a:pPr fontAlgn="ctr">
                        <a:buNone/>
                      </a:pPr>
                      <a:r>
                        <a:rPr lang="en-CA" sz="1000" b="1">
                          <a:effectLst/>
                        </a:rPr>
                        <a:t>9</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0.672812</a:t>
                      </a:r>
                    </a:p>
                  </a:txBody>
                  <a:tcPr marL="50015" marR="50015" marT="25008" marB="25008" anchor="ctr">
                    <a:lnL>
                      <a:noFill/>
                    </a:lnL>
                    <a:lnR>
                      <a:noFill/>
                    </a:lnR>
                    <a:lnT>
                      <a:noFill/>
                    </a:lnT>
                    <a:lnB>
                      <a:noFill/>
                    </a:lnB>
                    <a:noFill/>
                  </a:tcPr>
                </a:tc>
                <a:tc>
                  <a:txBody>
                    <a:bodyPr/>
                    <a:lstStyle/>
                    <a:p>
                      <a:pPr algn="r">
                        <a:buNone/>
                      </a:pPr>
                      <a:r>
                        <a:rPr lang="en-CA" sz="1000">
                          <a:effectLst/>
                        </a:rPr>
                        <a:t>0.658346</a:t>
                      </a:r>
                    </a:p>
                  </a:txBody>
                  <a:tcPr marL="50015" marR="50015" marT="25008" marB="25008" anchor="ctr">
                    <a:lnL>
                      <a:noFill/>
                    </a:lnL>
                    <a:lnR>
                      <a:noFill/>
                    </a:lnR>
                    <a:lnT>
                      <a:noFill/>
                    </a:lnT>
                    <a:lnB>
                      <a:noFill/>
                    </a:lnB>
                    <a:noFill/>
                  </a:tcPr>
                </a:tc>
                <a:tc>
                  <a:txBody>
                    <a:bodyPr/>
                    <a:lstStyle/>
                    <a:p>
                      <a:pPr algn="r">
                        <a:buNone/>
                      </a:pPr>
                      <a:r>
                        <a:rPr lang="en-CA" sz="1000">
                          <a:effectLst/>
                        </a:rPr>
                        <a:t>0.851064</a:t>
                      </a:r>
                    </a:p>
                  </a:txBody>
                  <a:tcPr marL="50015" marR="50015" marT="25008" marB="25008" anchor="ctr">
                    <a:lnL>
                      <a:noFill/>
                    </a:lnL>
                    <a:lnR>
                      <a:noFill/>
                    </a:lnR>
                    <a:lnT>
                      <a:noFill/>
                    </a:lnT>
                    <a:lnB>
                      <a:noFill/>
                    </a:lnB>
                    <a:noFill/>
                  </a:tcPr>
                </a:tc>
                <a:tc>
                  <a:txBody>
                    <a:bodyPr/>
                    <a:lstStyle/>
                    <a:p>
                      <a:pPr algn="r">
                        <a:buNone/>
                      </a:pPr>
                      <a:r>
                        <a:rPr lang="en-CA" sz="1000">
                          <a:effectLst/>
                        </a:rPr>
                        <a:t>0.854595</a:t>
                      </a:r>
                    </a:p>
                  </a:txBody>
                  <a:tcPr marL="50015" marR="50015" marT="25008" marB="25008" anchor="ctr">
                    <a:lnL>
                      <a:noFill/>
                    </a:lnL>
                    <a:lnR>
                      <a:noFill/>
                    </a:lnR>
                    <a:lnT>
                      <a:noFill/>
                    </a:lnT>
                    <a:lnB>
                      <a:noFill/>
                    </a:lnB>
                    <a:noFill/>
                  </a:tcPr>
                </a:tc>
                <a:tc>
                  <a:txBody>
                    <a:bodyPr/>
                    <a:lstStyle/>
                    <a:p>
                      <a:pPr algn="r">
                        <a:buNone/>
                      </a:pPr>
                      <a:r>
                        <a:rPr lang="en-CA" sz="1000">
                          <a:effectLst/>
                        </a:rPr>
                        <a:t>0.877193</a:t>
                      </a:r>
                    </a:p>
                  </a:txBody>
                  <a:tcPr marL="50015" marR="50015" marT="25008" marB="25008" anchor="ctr">
                    <a:lnL>
                      <a:noFill/>
                    </a:lnL>
                    <a:lnR>
                      <a:noFill/>
                    </a:lnR>
                    <a:lnT>
                      <a:noFill/>
                    </a:lnT>
                    <a:lnB>
                      <a:noFill/>
                    </a:lnB>
                    <a:noFill/>
                  </a:tcPr>
                </a:tc>
                <a:tc>
                  <a:txBody>
                    <a:bodyPr/>
                    <a:lstStyle/>
                    <a:p>
                      <a:pPr algn="r">
                        <a:buNone/>
                      </a:pPr>
                      <a:r>
                        <a:rPr lang="en-CA" sz="1000">
                          <a:effectLst/>
                        </a:rPr>
                        <a:t>0.810811</a:t>
                      </a:r>
                    </a:p>
                  </a:txBody>
                  <a:tcPr marL="50015" marR="50015" marT="25008" marB="25008" anchor="ctr">
                    <a:lnL>
                      <a:noFill/>
                    </a:lnL>
                    <a:lnR>
                      <a:noFill/>
                    </a:lnR>
                    <a:lnT>
                      <a:noFill/>
                    </a:lnT>
                    <a:lnB>
                      <a:noFill/>
                    </a:lnB>
                    <a:noFill/>
                  </a:tcPr>
                </a:tc>
                <a:extLst>
                  <a:ext uri="{0D108BD9-81ED-4DB2-BD59-A6C34878D82A}">
                    <a16:rowId xmlns:a16="http://schemas.microsoft.com/office/drawing/2014/main" val="1423138632"/>
                  </a:ext>
                </a:extLst>
              </a:tr>
              <a:tr h="249753">
                <a:tc>
                  <a:txBody>
                    <a:bodyPr/>
                    <a:lstStyle/>
                    <a:p>
                      <a:pPr fontAlgn="ctr">
                        <a:buNone/>
                      </a:pPr>
                      <a:r>
                        <a:rPr lang="en-CA" sz="1000" b="1">
                          <a:effectLst/>
                        </a:rPr>
                        <a:t>10</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0.656609</a:t>
                      </a:r>
                    </a:p>
                  </a:txBody>
                  <a:tcPr marL="50015" marR="50015" marT="25008" marB="25008" anchor="ctr">
                    <a:lnL>
                      <a:noFill/>
                    </a:lnL>
                    <a:lnR>
                      <a:noFill/>
                    </a:lnR>
                    <a:lnT>
                      <a:noFill/>
                    </a:lnT>
                    <a:lnB>
                      <a:noFill/>
                    </a:lnB>
                    <a:noFill/>
                  </a:tcPr>
                </a:tc>
                <a:tc>
                  <a:txBody>
                    <a:bodyPr/>
                    <a:lstStyle/>
                    <a:p>
                      <a:pPr algn="r">
                        <a:buNone/>
                      </a:pPr>
                      <a:r>
                        <a:rPr lang="en-CA" sz="1000">
                          <a:effectLst/>
                        </a:rPr>
                        <a:t>0.562649</a:t>
                      </a:r>
                    </a:p>
                  </a:txBody>
                  <a:tcPr marL="50015" marR="50015" marT="25008" marB="25008" anchor="ctr">
                    <a:lnL>
                      <a:noFill/>
                    </a:lnL>
                    <a:lnR>
                      <a:noFill/>
                    </a:lnR>
                    <a:lnT>
                      <a:noFill/>
                    </a:lnT>
                    <a:lnB>
                      <a:noFill/>
                    </a:lnB>
                    <a:noFill/>
                  </a:tcPr>
                </a:tc>
                <a:tc>
                  <a:txBody>
                    <a:bodyPr/>
                    <a:lstStyle/>
                    <a:p>
                      <a:pPr algn="r">
                        <a:buNone/>
                      </a:pPr>
                      <a:r>
                        <a:rPr lang="en-CA" sz="1000">
                          <a:effectLst/>
                        </a:rPr>
                        <a:t>0.851064</a:t>
                      </a:r>
                    </a:p>
                  </a:txBody>
                  <a:tcPr marL="50015" marR="50015" marT="25008" marB="25008" anchor="ctr">
                    <a:lnL>
                      <a:noFill/>
                    </a:lnL>
                    <a:lnR>
                      <a:noFill/>
                    </a:lnR>
                    <a:lnT>
                      <a:noFill/>
                    </a:lnT>
                    <a:lnB>
                      <a:noFill/>
                    </a:lnB>
                    <a:noFill/>
                  </a:tcPr>
                </a:tc>
                <a:tc>
                  <a:txBody>
                    <a:bodyPr/>
                    <a:lstStyle/>
                    <a:p>
                      <a:pPr algn="r">
                        <a:buNone/>
                      </a:pPr>
                      <a:r>
                        <a:rPr lang="en-CA" sz="1000">
                          <a:effectLst/>
                        </a:rPr>
                        <a:t>0.854595</a:t>
                      </a:r>
                    </a:p>
                  </a:txBody>
                  <a:tcPr marL="50015" marR="50015" marT="25008" marB="25008" anchor="ctr">
                    <a:lnL>
                      <a:noFill/>
                    </a:lnL>
                    <a:lnR>
                      <a:noFill/>
                    </a:lnR>
                    <a:lnT>
                      <a:noFill/>
                    </a:lnT>
                    <a:lnB>
                      <a:noFill/>
                    </a:lnB>
                    <a:noFill/>
                  </a:tcPr>
                </a:tc>
                <a:tc>
                  <a:txBody>
                    <a:bodyPr/>
                    <a:lstStyle/>
                    <a:p>
                      <a:pPr algn="r">
                        <a:buNone/>
                      </a:pPr>
                      <a:r>
                        <a:rPr lang="en-CA" sz="1000">
                          <a:effectLst/>
                        </a:rPr>
                        <a:t>0.877193</a:t>
                      </a:r>
                    </a:p>
                  </a:txBody>
                  <a:tcPr marL="50015" marR="50015" marT="25008" marB="25008" anchor="ctr">
                    <a:lnL>
                      <a:noFill/>
                    </a:lnL>
                    <a:lnR>
                      <a:noFill/>
                    </a:lnR>
                    <a:lnT>
                      <a:noFill/>
                    </a:lnT>
                    <a:lnB>
                      <a:noFill/>
                    </a:lnB>
                    <a:noFill/>
                  </a:tcPr>
                </a:tc>
                <a:tc>
                  <a:txBody>
                    <a:bodyPr/>
                    <a:lstStyle/>
                    <a:p>
                      <a:pPr algn="r">
                        <a:buNone/>
                      </a:pPr>
                      <a:r>
                        <a:rPr lang="en-CA" sz="1000">
                          <a:effectLst/>
                        </a:rPr>
                        <a:t>0.810811</a:t>
                      </a:r>
                    </a:p>
                  </a:txBody>
                  <a:tcPr marL="50015" marR="50015" marT="25008" marB="25008" anchor="ctr">
                    <a:lnL>
                      <a:noFill/>
                    </a:lnL>
                    <a:lnR>
                      <a:noFill/>
                    </a:lnR>
                    <a:lnT>
                      <a:noFill/>
                    </a:lnT>
                    <a:lnB>
                      <a:noFill/>
                    </a:lnB>
                    <a:noFill/>
                  </a:tcPr>
                </a:tc>
                <a:extLst>
                  <a:ext uri="{0D108BD9-81ED-4DB2-BD59-A6C34878D82A}">
                    <a16:rowId xmlns:a16="http://schemas.microsoft.com/office/drawing/2014/main" val="3315317764"/>
                  </a:ext>
                </a:extLst>
              </a:tr>
              <a:tr h="249753">
                <a:tc>
                  <a:txBody>
                    <a:bodyPr/>
                    <a:lstStyle/>
                    <a:p>
                      <a:pPr fontAlgn="ctr">
                        <a:buNone/>
                      </a:pPr>
                      <a:r>
                        <a:rPr lang="en-CA" sz="1000" b="1">
                          <a:effectLst/>
                        </a:rPr>
                        <a:t>11</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0.556855</a:t>
                      </a:r>
                    </a:p>
                  </a:txBody>
                  <a:tcPr marL="50015" marR="50015" marT="25008" marB="25008" anchor="ctr">
                    <a:lnL>
                      <a:noFill/>
                    </a:lnL>
                    <a:lnR>
                      <a:noFill/>
                    </a:lnR>
                    <a:lnT>
                      <a:noFill/>
                    </a:lnT>
                    <a:lnB>
                      <a:noFill/>
                    </a:lnB>
                    <a:noFill/>
                  </a:tcPr>
                </a:tc>
                <a:tc>
                  <a:txBody>
                    <a:bodyPr/>
                    <a:lstStyle/>
                    <a:p>
                      <a:pPr algn="r">
                        <a:buNone/>
                      </a:pPr>
                      <a:r>
                        <a:rPr lang="en-CA" sz="1000">
                          <a:effectLst/>
                        </a:rPr>
                        <a:t>0.457815</a:t>
                      </a:r>
                    </a:p>
                  </a:txBody>
                  <a:tcPr marL="50015" marR="50015" marT="25008" marB="25008" anchor="ctr">
                    <a:lnL>
                      <a:noFill/>
                    </a:lnL>
                    <a:lnR>
                      <a:noFill/>
                    </a:lnR>
                    <a:lnT>
                      <a:noFill/>
                    </a:lnT>
                    <a:lnB>
                      <a:noFill/>
                    </a:lnB>
                    <a:noFill/>
                  </a:tcPr>
                </a:tc>
                <a:tc>
                  <a:txBody>
                    <a:bodyPr/>
                    <a:lstStyle/>
                    <a:p>
                      <a:pPr algn="r">
                        <a:buNone/>
                      </a:pPr>
                      <a:r>
                        <a:rPr lang="en-CA" sz="1000">
                          <a:effectLst/>
                        </a:rPr>
                        <a:t>0.851064</a:t>
                      </a:r>
                    </a:p>
                  </a:txBody>
                  <a:tcPr marL="50015" marR="50015" marT="25008" marB="25008" anchor="ctr">
                    <a:lnL>
                      <a:noFill/>
                    </a:lnL>
                    <a:lnR>
                      <a:noFill/>
                    </a:lnR>
                    <a:lnT>
                      <a:noFill/>
                    </a:lnT>
                    <a:lnB>
                      <a:noFill/>
                    </a:lnB>
                    <a:noFill/>
                  </a:tcPr>
                </a:tc>
                <a:tc>
                  <a:txBody>
                    <a:bodyPr/>
                    <a:lstStyle/>
                    <a:p>
                      <a:pPr algn="r">
                        <a:buNone/>
                      </a:pPr>
                      <a:r>
                        <a:rPr lang="en-CA" sz="1000">
                          <a:effectLst/>
                        </a:rPr>
                        <a:t>0.854595</a:t>
                      </a:r>
                    </a:p>
                  </a:txBody>
                  <a:tcPr marL="50015" marR="50015" marT="25008" marB="25008" anchor="ctr">
                    <a:lnL>
                      <a:noFill/>
                    </a:lnL>
                    <a:lnR>
                      <a:noFill/>
                    </a:lnR>
                    <a:lnT>
                      <a:noFill/>
                    </a:lnT>
                    <a:lnB>
                      <a:noFill/>
                    </a:lnB>
                    <a:noFill/>
                  </a:tcPr>
                </a:tc>
                <a:tc>
                  <a:txBody>
                    <a:bodyPr/>
                    <a:lstStyle/>
                    <a:p>
                      <a:pPr algn="r">
                        <a:buNone/>
                      </a:pPr>
                      <a:r>
                        <a:rPr lang="en-CA" sz="1000">
                          <a:effectLst/>
                        </a:rPr>
                        <a:t>0.877193</a:t>
                      </a:r>
                    </a:p>
                  </a:txBody>
                  <a:tcPr marL="50015" marR="50015" marT="25008" marB="25008" anchor="ctr">
                    <a:lnL>
                      <a:noFill/>
                    </a:lnL>
                    <a:lnR>
                      <a:noFill/>
                    </a:lnR>
                    <a:lnT>
                      <a:noFill/>
                    </a:lnT>
                    <a:lnB>
                      <a:noFill/>
                    </a:lnB>
                    <a:noFill/>
                  </a:tcPr>
                </a:tc>
                <a:tc>
                  <a:txBody>
                    <a:bodyPr/>
                    <a:lstStyle/>
                    <a:p>
                      <a:pPr algn="r">
                        <a:buNone/>
                      </a:pPr>
                      <a:r>
                        <a:rPr lang="en-CA" sz="1000">
                          <a:effectLst/>
                        </a:rPr>
                        <a:t>0.810811</a:t>
                      </a:r>
                    </a:p>
                  </a:txBody>
                  <a:tcPr marL="50015" marR="50015" marT="25008" marB="25008" anchor="ctr">
                    <a:lnL>
                      <a:noFill/>
                    </a:lnL>
                    <a:lnR>
                      <a:noFill/>
                    </a:lnR>
                    <a:lnT>
                      <a:noFill/>
                    </a:lnT>
                    <a:lnB>
                      <a:noFill/>
                    </a:lnB>
                    <a:noFill/>
                  </a:tcPr>
                </a:tc>
                <a:extLst>
                  <a:ext uri="{0D108BD9-81ED-4DB2-BD59-A6C34878D82A}">
                    <a16:rowId xmlns:a16="http://schemas.microsoft.com/office/drawing/2014/main" val="3069665074"/>
                  </a:ext>
                </a:extLst>
              </a:tr>
              <a:tr h="249753">
                <a:tc>
                  <a:txBody>
                    <a:bodyPr/>
                    <a:lstStyle/>
                    <a:p>
                      <a:pPr fontAlgn="ctr">
                        <a:buNone/>
                      </a:pPr>
                      <a:r>
                        <a:rPr lang="en-CA" sz="1000" b="1">
                          <a:effectLst/>
                        </a:rPr>
                        <a:t>12</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0.696751</a:t>
                      </a:r>
                    </a:p>
                  </a:txBody>
                  <a:tcPr marL="50015" marR="50015" marT="25008" marB="25008" anchor="ctr">
                    <a:lnL>
                      <a:noFill/>
                    </a:lnL>
                    <a:lnR>
                      <a:noFill/>
                    </a:lnR>
                    <a:lnT>
                      <a:noFill/>
                    </a:lnT>
                    <a:lnB>
                      <a:noFill/>
                    </a:lnB>
                    <a:noFill/>
                  </a:tcPr>
                </a:tc>
                <a:tc>
                  <a:txBody>
                    <a:bodyPr/>
                    <a:lstStyle/>
                    <a:p>
                      <a:pPr algn="r">
                        <a:buNone/>
                      </a:pPr>
                      <a:r>
                        <a:rPr lang="en-CA" sz="1000">
                          <a:effectLst/>
                        </a:rPr>
                        <a:t>0.688629</a:t>
                      </a:r>
                    </a:p>
                  </a:txBody>
                  <a:tcPr marL="50015" marR="50015" marT="25008" marB="25008" anchor="ctr">
                    <a:lnL>
                      <a:noFill/>
                    </a:lnL>
                    <a:lnR>
                      <a:noFill/>
                    </a:lnR>
                    <a:lnT>
                      <a:noFill/>
                    </a:lnT>
                    <a:lnB>
                      <a:noFill/>
                    </a:lnB>
                    <a:noFill/>
                  </a:tcPr>
                </a:tc>
                <a:tc>
                  <a:txBody>
                    <a:bodyPr/>
                    <a:lstStyle/>
                    <a:p>
                      <a:pPr algn="r">
                        <a:buNone/>
                      </a:pPr>
                      <a:r>
                        <a:rPr lang="en-CA" sz="1000">
                          <a:effectLst/>
                        </a:rPr>
                        <a:t>0.659574</a:t>
                      </a:r>
                    </a:p>
                  </a:txBody>
                  <a:tcPr marL="50015" marR="50015" marT="25008" marB="25008" anchor="ctr">
                    <a:lnL>
                      <a:noFill/>
                    </a:lnL>
                    <a:lnR>
                      <a:noFill/>
                    </a:lnR>
                    <a:lnT>
                      <a:noFill/>
                    </a:lnT>
                    <a:lnB>
                      <a:noFill/>
                    </a:lnB>
                    <a:noFill/>
                  </a:tcPr>
                </a:tc>
                <a:tc>
                  <a:txBody>
                    <a:bodyPr/>
                    <a:lstStyle/>
                    <a:p>
                      <a:pPr algn="r">
                        <a:buNone/>
                      </a:pPr>
                      <a:r>
                        <a:rPr lang="en-CA" sz="1000">
                          <a:effectLst/>
                        </a:rPr>
                        <a:t>0.524277</a:t>
                      </a:r>
                    </a:p>
                  </a:txBody>
                  <a:tcPr marL="50015" marR="50015" marT="25008" marB="25008" anchor="ctr">
                    <a:lnL>
                      <a:noFill/>
                    </a:lnL>
                    <a:lnR>
                      <a:noFill/>
                    </a:lnR>
                    <a:lnT>
                      <a:noFill/>
                    </a:lnT>
                    <a:lnB>
                      <a:noFill/>
                    </a:lnB>
                    <a:noFill/>
                  </a:tcPr>
                </a:tc>
                <a:tc>
                  <a:txBody>
                    <a:bodyPr/>
                    <a:lstStyle/>
                    <a:p>
                      <a:pPr algn="r">
                        <a:buNone/>
                      </a:pPr>
                      <a:r>
                        <a:rPr lang="en-CA" sz="1000">
                          <a:effectLst/>
                        </a:rPr>
                        <a:t>0.794872</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796535021"/>
                  </a:ext>
                </a:extLst>
              </a:tr>
              <a:tr h="249753">
                <a:tc>
                  <a:txBody>
                    <a:bodyPr/>
                    <a:lstStyle/>
                    <a:p>
                      <a:pPr fontAlgn="ctr">
                        <a:buNone/>
                      </a:pPr>
                      <a:r>
                        <a:rPr lang="en-CA" sz="1000" b="1">
                          <a:effectLst/>
                        </a:rPr>
                        <a:t>13</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0.688263</a:t>
                      </a:r>
                    </a:p>
                  </a:txBody>
                  <a:tcPr marL="50015" marR="50015" marT="25008" marB="25008" anchor="ctr">
                    <a:lnL>
                      <a:noFill/>
                    </a:lnL>
                    <a:lnR>
                      <a:noFill/>
                    </a:lnR>
                    <a:lnT>
                      <a:noFill/>
                    </a:lnT>
                    <a:lnB>
                      <a:noFill/>
                    </a:lnB>
                    <a:noFill/>
                  </a:tcPr>
                </a:tc>
                <a:tc>
                  <a:txBody>
                    <a:bodyPr/>
                    <a:lstStyle/>
                    <a:p>
                      <a:pPr algn="r">
                        <a:buNone/>
                      </a:pPr>
                      <a:r>
                        <a:rPr lang="en-CA" sz="1000">
                          <a:effectLst/>
                        </a:rPr>
                        <a:t>0.676231</a:t>
                      </a:r>
                    </a:p>
                  </a:txBody>
                  <a:tcPr marL="50015" marR="50015" marT="25008" marB="25008" anchor="ctr">
                    <a:lnL>
                      <a:noFill/>
                    </a:lnL>
                    <a:lnR>
                      <a:noFill/>
                    </a:lnR>
                    <a:lnT>
                      <a:noFill/>
                    </a:lnT>
                    <a:lnB>
                      <a:noFill/>
                    </a:lnB>
                    <a:noFill/>
                  </a:tcPr>
                </a:tc>
                <a:tc>
                  <a:txBody>
                    <a:bodyPr/>
                    <a:lstStyle/>
                    <a:p>
                      <a:pPr algn="r">
                        <a:buNone/>
                      </a:pPr>
                      <a:r>
                        <a:rPr lang="en-CA" sz="1000">
                          <a:effectLst/>
                        </a:rPr>
                        <a:t>0.595745</a:t>
                      </a:r>
                    </a:p>
                  </a:txBody>
                  <a:tcPr marL="50015" marR="50015" marT="25008" marB="25008" anchor="ctr">
                    <a:lnL>
                      <a:noFill/>
                    </a:lnL>
                    <a:lnR>
                      <a:noFill/>
                    </a:lnR>
                    <a:lnT>
                      <a:noFill/>
                    </a:lnT>
                    <a:lnB>
                      <a:noFill/>
                    </a:lnB>
                    <a:noFill/>
                  </a:tcPr>
                </a:tc>
                <a:tc>
                  <a:txBody>
                    <a:bodyPr/>
                    <a:lstStyle/>
                    <a:p>
                      <a:pPr algn="r">
                        <a:buNone/>
                      </a:pPr>
                      <a:r>
                        <a:rPr lang="en-CA" sz="1000">
                          <a:effectLst/>
                        </a:rPr>
                        <a:t>0.589511</a:t>
                      </a:r>
                    </a:p>
                  </a:txBody>
                  <a:tcPr marL="50015" marR="50015" marT="25008" marB="25008" anchor="ctr">
                    <a:lnL>
                      <a:noFill/>
                    </a:lnL>
                    <a:lnR>
                      <a:noFill/>
                    </a:lnR>
                    <a:lnT>
                      <a:noFill/>
                    </a:lnT>
                    <a:lnB>
                      <a:noFill/>
                    </a:lnB>
                    <a:noFill/>
                  </a:tcPr>
                </a:tc>
                <a:tc>
                  <a:txBody>
                    <a:bodyPr/>
                    <a:lstStyle/>
                    <a:p>
                      <a:pPr algn="r">
                        <a:buNone/>
                      </a:pPr>
                      <a:r>
                        <a:rPr lang="en-CA" sz="1000">
                          <a:effectLst/>
                        </a:rPr>
                        <a:t>0.577778</a:t>
                      </a:r>
                    </a:p>
                  </a:txBody>
                  <a:tcPr marL="50015" marR="50015" marT="25008" marB="25008" anchor="ctr">
                    <a:lnL>
                      <a:noFill/>
                    </a:lnL>
                    <a:lnR>
                      <a:noFill/>
                    </a:lnR>
                    <a:lnT>
                      <a:noFill/>
                    </a:lnT>
                    <a:lnB>
                      <a:noFill/>
                    </a:lnB>
                    <a:noFill/>
                  </a:tcPr>
                </a:tc>
                <a:tc>
                  <a:txBody>
                    <a:bodyPr/>
                    <a:lstStyle/>
                    <a:p>
                      <a:pPr algn="r">
                        <a:buNone/>
                      </a:pPr>
                      <a:r>
                        <a:rPr lang="en-CA" sz="1000">
                          <a:effectLst/>
                        </a:rPr>
                        <a:t>0.612245</a:t>
                      </a:r>
                    </a:p>
                  </a:txBody>
                  <a:tcPr marL="50015" marR="50015" marT="25008" marB="25008" anchor="ctr">
                    <a:lnL>
                      <a:noFill/>
                    </a:lnL>
                    <a:lnR>
                      <a:noFill/>
                    </a:lnR>
                    <a:lnT>
                      <a:noFill/>
                    </a:lnT>
                    <a:lnB>
                      <a:noFill/>
                    </a:lnB>
                    <a:noFill/>
                  </a:tcPr>
                </a:tc>
                <a:extLst>
                  <a:ext uri="{0D108BD9-81ED-4DB2-BD59-A6C34878D82A}">
                    <a16:rowId xmlns:a16="http://schemas.microsoft.com/office/drawing/2014/main" val="2521113783"/>
                  </a:ext>
                </a:extLst>
              </a:tr>
              <a:tr h="249753">
                <a:tc>
                  <a:txBody>
                    <a:bodyPr/>
                    <a:lstStyle/>
                    <a:p>
                      <a:pPr fontAlgn="ctr">
                        <a:buNone/>
                      </a:pPr>
                      <a:r>
                        <a:rPr lang="en-CA" sz="1000" b="1">
                          <a:effectLst/>
                        </a:rPr>
                        <a:t>14</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0.668917</a:t>
                      </a:r>
                    </a:p>
                  </a:txBody>
                  <a:tcPr marL="50015" marR="50015" marT="25008" marB="25008" anchor="ctr">
                    <a:lnL>
                      <a:noFill/>
                    </a:lnL>
                    <a:lnR>
                      <a:noFill/>
                    </a:lnR>
                    <a:lnT>
                      <a:noFill/>
                    </a:lnT>
                    <a:lnB>
                      <a:noFill/>
                    </a:lnB>
                    <a:noFill/>
                  </a:tcPr>
                </a:tc>
                <a:tc>
                  <a:txBody>
                    <a:bodyPr/>
                    <a:lstStyle/>
                    <a:p>
                      <a:pPr algn="r">
                        <a:buNone/>
                      </a:pPr>
                      <a:r>
                        <a:rPr lang="en-CA" sz="1000">
                          <a:effectLst/>
                        </a:rPr>
                        <a:t>0.638787</a:t>
                      </a:r>
                    </a:p>
                  </a:txBody>
                  <a:tcPr marL="50015" marR="50015" marT="25008" marB="25008" anchor="ctr">
                    <a:lnL>
                      <a:noFill/>
                    </a:lnL>
                    <a:lnR>
                      <a:noFill/>
                    </a:lnR>
                    <a:lnT>
                      <a:noFill/>
                    </a:lnT>
                    <a:lnB>
                      <a:noFill/>
                    </a:lnB>
                    <a:noFill/>
                  </a:tcPr>
                </a:tc>
                <a:tc>
                  <a:txBody>
                    <a:bodyPr/>
                    <a:lstStyle/>
                    <a:p>
                      <a:pPr algn="r">
                        <a:buNone/>
                      </a:pPr>
                      <a:r>
                        <a:rPr lang="en-CA" sz="1000">
                          <a:effectLst/>
                        </a:rPr>
                        <a:t>0.893617</a:t>
                      </a:r>
                    </a:p>
                  </a:txBody>
                  <a:tcPr marL="50015" marR="50015" marT="25008" marB="25008" anchor="ctr">
                    <a:lnL>
                      <a:noFill/>
                    </a:lnL>
                    <a:lnR>
                      <a:noFill/>
                    </a:lnR>
                    <a:lnT>
                      <a:noFill/>
                    </a:lnT>
                    <a:lnB>
                      <a:noFill/>
                    </a:lnB>
                    <a:noFill/>
                  </a:tcPr>
                </a:tc>
                <a:tc>
                  <a:txBody>
                    <a:bodyPr/>
                    <a:lstStyle/>
                    <a:p>
                      <a:pPr algn="r">
                        <a:buNone/>
                      </a:pPr>
                      <a:r>
                        <a:rPr lang="en-CA" sz="1000">
                          <a:effectLst/>
                        </a:rPr>
                        <a:t>0.892745</a:t>
                      </a:r>
                    </a:p>
                  </a:txBody>
                  <a:tcPr marL="50015" marR="50015" marT="25008" marB="25008" anchor="ctr">
                    <a:lnL>
                      <a:noFill/>
                    </a:lnL>
                    <a:lnR>
                      <a:noFill/>
                    </a:lnR>
                    <a:lnT>
                      <a:noFill/>
                    </a:lnT>
                    <a:lnB>
                      <a:noFill/>
                    </a:lnB>
                    <a:noFill/>
                  </a:tcPr>
                </a:tc>
                <a:tc>
                  <a:txBody>
                    <a:bodyPr/>
                    <a:lstStyle/>
                    <a:p>
                      <a:pPr algn="r">
                        <a:buNone/>
                      </a:pPr>
                      <a:r>
                        <a:rPr lang="en-CA" sz="1000">
                          <a:effectLst/>
                        </a:rPr>
                        <a:t>0.920635</a:t>
                      </a:r>
                    </a:p>
                  </a:txBody>
                  <a:tcPr marL="50015" marR="50015" marT="25008" marB="25008" anchor="ctr">
                    <a:lnL>
                      <a:noFill/>
                    </a:lnL>
                    <a:lnR>
                      <a:noFill/>
                    </a:lnR>
                    <a:lnT>
                      <a:noFill/>
                    </a:lnT>
                    <a:lnB>
                      <a:noFill/>
                    </a:lnB>
                    <a:noFill/>
                  </a:tcPr>
                </a:tc>
                <a:tc>
                  <a:txBody>
                    <a:bodyPr/>
                    <a:lstStyle/>
                    <a:p>
                      <a:pPr algn="r">
                        <a:buNone/>
                      </a:pPr>
                      <a:r>
                        <a:rPr lang="en-CA" sz="1000">
                          <a:effectLst/>
                        </a:rPr>
                        <a:t>0.838710</a:t>
                      </a:r>
                    </a:p>
                  </a:txBody>
                  <a:tcPr marL="50015" marR="50015" marT="25008" marB="25008" anchor="ctr">
                    <a:lnL>
                      <a:noFill/>
                    </a:lnL>
                    <a:lnR>
                      <a:noFill/>
                    </a:lnR>
                    <a:lnT>
                      <a:noFill/>
                    </a:lnT>
                    <a:lnB>
                      <a:noFill/>
                    </a:lnB>
                    <a:noFill/>
                  </a:tcPr>
                </a:tc>
                <a:extLst>
                  <a:ext uri="{0D108BD9-81ED-4DB2-BD59-A6C34878D82A}">
                    <a16:rowId xmlns:a16="http://schemas.microsoft.com/office/drawing/2014/main" val="2687967326"/>
                  </a:ext>
                </a:extLst>
              </a:tr>
              <a:tr h="249753">
                <a:tc>
                  <a:txBody>
                    <a:bodyPr/>
                    <a:lstStyle/>
                    <a:p>
                      <a:pPr fontAlgn="ctr">
                        <a:buNone/>
                      </a:pPr>
                      <a:r>
                        <a:rPr lang="en-CA" sz="1000" b="1">
                          <a:effectLst/>
                        </a:rPr>
                        <a:t>15</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0.615458</a:t>
                      </a:r>
                    </a:p>
                  </a:txBody>
                  <a:tcPr marL="50015" marR="50015" marT="25008" marB="25008" anchor="ctr">
                    <a:lnL>
                      <a:noFill/>
                    </a:lnL>
                    <a:lnR>
                      <a:noFill/>
                    </a:lnR>
                    <a:lnT>
                      <a:noFill/>
                    </a:lnT>
                    <a:lnB>
                      <a:noFill/>
                    </a:lnB>
                    <a:noFill/>
                  </a:tcPr>
                </a:tc>
                <a:tc>
                  <a:txBody>
                    <a:bodyPr/>
                    <a:lstStyle/>
                    <a:p>
                      <a:pPr algn="r">
                        <a:buNone/>
                      </a:pPr>
                      <a:r>
                        <a:rPr lang="en-CA" sz="1000">
                          <a:effectLst/>
                        </a:rPr>
                        <a:t>0.585379</a:t>
                      </a:r>
                    </a:p>
                  </a:txBody>
                  <a:tcPr marL="50015" marR="50015" marT="25008" marB="25008" anchor="ctr">
                    <a:lnL>
                      <a:noFill/>
                    </a:lnL>
                    <a:lnR>
                      <a:noFill/>
                    </a:lnR>
                    <a:lnT>
                      <a:noFill/>
                    </a:lnT>
                    <a:lnB>
                      <a:noFill/>
                    </a:lnB>
                    <a:noFill/>
                  </a:tcPr>
                </a:tc>
                <a:tc>
                  <a:txBody>
                    <a:bodyPr/>
                    <a:lstStyle/>
                    <a:p>
                      <a:pPr algn="r">
                        <a:buNone/>
                      </a:pPr>
                      <a:r>
                        <a:rPr lang="en-CA" sz="1000">
                          <a:effectLst/>
                        </a:rPr>
                        <a:t>0.851064</a:t>
                      </a:r>
                    </a:p>
                  </a:txBody>
                  <a:tcPr marL="50015" marR="50015" marT="25008" marB="25008" anchor="ctr">
                    <a:lnL>
                      <a:noFill/>
                    </a:lnL>
                    <a:lnR>
                      <a:noFill/>
                    </a:lnR>
                    <a:lnT>
                      <a:noFill/>
                    </a:lnT>
                    <a:lnB>
                      <a:noFill/>
                    </a:lnB>
                    <a:noFill/>
                  </a:tcPr>
                </a:tc>
                <a:tc>
                  <a:txBody>
                    <a:bodyPr/>
                    <a:lstStyle/>
                    <a:p>
                      <a:pPr algn="r">
                        <a:buNone/>
                      </a:pPr>
                      <a:r>
                        <a:rPr lang="en-CA" sz="1000">
                          <a:effectLst/>
                        </a:rPr>
                        <a:t>0.846797</a:t>
                      </a:r>
                    </a:p>
                  </a:txBody>
                  <a:tcPr marL="50015" marR="50015" marT="25008" marB="25008" anchor="ctr">
                    <a:lnL>
                      <a:noFill/>
                    </a:lnL>
                    <a:lnR>
                      <a:noFill/>
                    </a:lnR>
                    <a:lnT>
                      <a:noFill/>
                    </a:lnT>
                    <a:lnB>
                      <a:noFill/>
                    </a:lnB>
                    <a:noFill/>
                  </a:tcPr>
                </a:tc>
                <a:tc>
                  <a:txBody>
                    <a:bodyPr/>
                    <a:lstStyle/>
                    <a:p>
                      <a:pPr algn="r">
                        <a:buNone/>
                      </a:pPr>
                      <a:r>
                        <a:rPr lang="en-CA" sz="1000">
                          <a:effectLst/>
                        </a:rPr>
                        <a:t>0.892308</a:t>
                      </a:r>
                    </a:p>
                  </a:txBody>
                  <a:tcPr marL="50015" marR="50015" marT="25008" marB="25008" anchor="ctr">
                    <a:lnL>
                      <a:noFill/>
                    </a:lnL>
                    <a:lnR>
                      <a:noFill/>
                    </a:lnR>
                    <a:lnT>
                      <a:noFill/>
                    </a:lnT>
                    <a:lnB>
                      <a:noFill/>
                    </a:lnB>
                    <a:noFill/>
                  </a:tcPr>
                </a:tc>
                <a:tc>
                  <a:txBody>
                    <a:bodyPr/>
                    <a:lstStyle/>
                    <a:p>
                      <a:pPr algn="r">
                        <a:buNone/>
                      </a:pPr>
                      <a:r>
                        <a:rPr lang="en-CA" sz="1000">
                          <a:effectLst/>
                        </a:rPr>
                        <a:t>0.758621</a:t>
                      </a:r>
                    </a:p>
                  </a:txBody>
                  <a:tcPr marL="50015" marR="50015" marT="25008" marB="25008" anchor="ctr">
                    <a:lnL>
                      <a:noFill/>
                    </a:lnL>
                    <a:lnR>
                      <a:noFill/>
                    </a:lnR>
                    <a:lnT>
                      <a:noFill/>
                    </a:lnT>
                    <a:lnB>
                      <a:noFill/>
                    </a:lnB>
                    <a:noFill/>
                  </a:tcPr>
                </a:tc>
                <a:extLst>
                  <a:ext uri="{0D108BD9-81ED-4DB2-BD59-A6C34878D82A}">
                    <a16:rowId xmlns:a16="http://schemas.microsoft.com/office/drawing/2014/main" val="1175723443"/>
                  </a:ext>
                </a:extLst>
              </a:tr>
              <a:tr h="249753">
                <a:tc>
                  <a:txBody>
                    <a:bodyPr/>
                    <a:lstStyle/>
                    <a:p>
                      <a:pPr fontAlgn="ctr">
                        <a:buNone/>
                      </a:pPr>
                      <a:r>
                        <a:rPr lang="en-CA" sz="1000" b="1">
                          <a:effectLst/>
                        </a:rPr>
                        <a:t>16</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0.696382</a:t>
                      </a:r>
                    </a:p>
                  </a:txBody>
                  <a:tcPr marL="50015" marR="50015" marT="25008" marB="25008" anchor="ctr">
                    <a:lnL>
                      <a:noFill/>
                    </a:lnL>
                    <a:lnR>
                      <a:noFill/>
                    </a:lnR>
                    <a:lnT>
                      <a:noFill/>
                    </a:lnT>
                    <a:lnB>
                      <a:noFill/>
                    </a:lnB>
                    <a:noFill/>
                  </a:tcPr>
                </a:tc>
                <a:tc>
                  <a:txBody>
                    <a:bodyPr/>
                    <a:lstStyle/>
                    <a:p>
                      <a:pPr algn="r">
                        <a:buNone/>
                      </a:pPr>
                      <a:r>
                        <a:rPr lang="en-CA" sz="1000">
                          <a:effectLst/>
                        </a:rPr>
                        <a:t>0.689614</a:t>
                      </a:r>
                    </a:p>
                  </a:txBody>
                  <a:tcPr marL="50015" marR="50015" marT="25008" marB="25008" anchor="ctr">
                    <a:lnL>
                      <a:noFill/>
                    </a:lnL>
                    <a:lnR>
                      <a:noFill/>
                    </a:lnR>
                    <a:lnT>
                      <a:noFill/>
                    </a:lnT>
                    <a:lnB>
                      <a:noFill/>
                    </a:lnB>
                    <a:noFill/>
                  </a:tcPr>
                </a:tc>
                <a:tc>
                  <a:txBody>
                    <a:bodyPr/>
                    <a:lstStyle/>
                    <a:p>
                      <a:pPr algn="r">
                        <a:buNone/>
                      </a:pPr>
                      <a:r>
                        <a:rPr lang="en-CA" sz="1000">
                          <a:effectLst/>
                        </a:rPr>
                        <a:t>0.361702</a:t>
                      </a:r>
                    </a:p>
                  </a:txBody>
                  <a:tcPr marL="50015" marR="50015" marT="25008" marB="25008" anchor="ctr">
                    <a:lnL>
                      <a:noFill/>
                    </a:lnL>
                    <a:lnR>
                      <a:noFill/>
                    </a:lnR>
                    <a:lnT>
                      <a:noFill/>
                    </a:lnT>
                    <a:lnB>
                      <a:noFill/>
                    </a:lnB>
                    <a:noFill/>
                  </a:tcPr>
                </a:tc>
                <a:tc>
                  <a:txBody>
                    <a:bodyPr/>
                    <a:lstStyle/>
                    <a:p>
                      <a:pPr algn="r">
                        <a:buNone/>
                      </a:pPr>
                      <a:r>
                        <a:rPr lang="en-CA" sz="1000">
                          <a:effectLst/>
                        </a:rPr>
                        <a:t>0.192154</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0.531250</a:t>
                      </a:r>
                    </a:p>
                  </a:txBody>
                  <a:tcPr marL="50015" marR="50015" marT="25008" marB="25008" anchor="ctr">
                    <a:lnL>
                      <a:noFill/>
                    </a:lnL>
                    <a:lnR>
                      <a:noFill/>
                    </a:lnR>
                    <a:lnT>
                      <a:noFill/>
                    </a:lnT>
                    <a:lnB>
                      <a:noFill/>
                    </a:lnB>
                    <a:noFill/>
                  </a:tcPr>
                </a:tc>
                <a:extLst>
                  <a:ext uri="{0D108BD9-81ED-4DB2-BD59-A6C34878D82A}">
                    <a16:rowId xmlns:a16="http://schemas.microsoft.com/office/drawing/2014/main" val="2159052644"/>
                  </a:ext>
                </a:extLst>
              </a:tr>
              <a:tr h="249753">
                <a:tc>
                  <a:txBody>
                    <a:bodyPr/>
                    <a:lstStyle/>
                    <a:p>
                      <a:pPr fontAlgn="ctr">
                        <a:buNone/>
                      </a:pPr>
                      <a:r>
                        <a:rPr lang="en-CA" sz="1000" b="1">
                          <a:effectLst/>
                        </a:rPr>
                        <a:t>17</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0.697424</a:t>
                      </a:r>
                    </a:p>
                  </a:txBody>
                  <a:tcPr marL="50015" marR="50015" marT="25008" marB="25008" anchor="ctr">
                    <a:lnL>
                      <a:noFill/>
                    </a:lnL>
                    <a:lnR>
                      <a:noFill/>
                    </a:lnR>
                    <a:lnT>
                      <a:noFill/>
                    </a:lnT>
                    <a:lnB>
                      <a:noFill/>
                    </a:lnB>
                    <a:noFill/>
                  </a:tcPr>
                </a:tc>
                <a:tc>
                  <a:txBody>
                    <a:bodyPr/>
                    <a:lstStyle/>
                    <a:p>
                      <a:pPr algn="r">
                        <a:buNone/>
                      </a:pPr>
                      <a:r>
                        <a:rPr lang="en-CA" sz="1000">
                          <a:effectLst/>
                        </a:rPr>
                        <a:t>0.685593</a:t>
                      </a:r>
                    </a:p>
                  </a:txBody>
                  <a:tcPr marL="50015" marR="50015" marT="25008" marB="25008" anchor="ctr">
                    <a:lnL>
                      <a:noFill/>
                    </a:lnL>
                    <a:lnR>
                      <a:noFill/>
                    </a:lnR>
                    <a:lnT>
                      <a:noFill/>
                    </a:lnT>
                    <a:lnB>
                      <a:noFill/>
                    </a:lnB>
                    <a:noFill/>
                  </a:tcPr>
                </a:tc>
                <a:tc>
                  <a:txBody>
                    <a:bodyPr/>
                    <a:lstStyle/>
                    <a:p>
                      <a:pPr algn="r">
                        <a:buNone/>
                      </a:pPr>
                      <a:r>
                        <a:rPr lang="en-CA" sz="1000">
                          <a:effectLst/>
                        </a:rPr>
                        <a:t>0.638298</a:t>
                      </a:r>
                    </a:p>
                  </a:txBody>
                  <a:tcPr marL="50015" marR="50015" marT="25008" marB="25008" anchor="ctr">
                    <a:lnL>
                      <a:noFill/>
                    </a:lnL>
                    <a:lnR>
                      <a:noFill/>
                    </a:lnR>
                    <a:lnT>
                      <a:noFill/>
                    </a:lnT>
                    <a:lnB>
                      <a:noFill/>
                    </a:lnB>
                    <a:noFill/>
                  </a:tcPr>
                </a:tc>
                <a:tc>
                  <a:txBody>
                    <a:bodyPr/>
                    <a:lstStyle/>
                    <a:p>
                      <a:pPr algn="r">
                        <a:buNone/>
                      </a:pPr>
                      <a:r>
                        <a:rPr lang="en-CA" sz="1000">
                          <a:effectLst/>
                        </a:rPr>
                        <a:t>0.497375</a:t>
                      </a:r>
                    </a:p>
                  </a:txBody>
                  <a:tcPr marL="50015" marR="50015" marT="25008" marB="25008" anchor="ctr">
                    <a:lnL>
                      <a:noFill/>
                    </a:lnL>
                    <a:lnR>
                      <a:noFill/>
                    </a:lnR>
                    <a:lnT>
                      <a:noFill/>
                    </a:lnT>
                    <a:lnB>
                      <a:noFill/>
                    </a:lnB>
                    <a:noFill/>
                  </a:tcPr>
                </a:tc>
                <a:tc>
                  <a:txBody>
                    <a:bodyPr/>
                    <a:lstStyle/>
                    <a:p>
                      <a:pPr algn="r">
                        <a:buNone/>
                      </a:pPr>
                      <a:r>
                        <a:rPr lang="en-CA" sz="1000">
                          <a:effectLst/>
                        </a:rPr>
                        <a:t>0.779221</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1797527565"/>
                  </a:ext>
                </a:extLst>
              </a:tr>
              <a:tr h="249753">
                <a:tc>
                  <a:txBody>
                    <a:bodyPr/>
                    <a:lstStyle/>
                    <a:p>
                      <a:pPr fontAlgn="ctr">
                        <a:buNone/>
                      </a:pPr>
                      <a:r>
                        <a:rPr lang="en-CA" sz="1000" b="1">
                          <a:effectLst/>
                        </a:rPr>
                        <a:t>18</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0.668353</a:t>
                      </a:r>
                    </a:p>
                  </a:txBody>
                  <a:tcPr marL="50015" marR="50015" marT="25008" marB="25008" anchor="ctr">
                    <a:lnL>
                      <a:noFill/>
                    </a:lnL>
                    <a:lnR>
                      <a:noFill/>
                    </a:lnR>
                    <a:lnT>
                      <a:noFill/>
                    </a:lnT>
                    <a:lnB>
                      <a:noFill/>
                    </a:lnB>
                    <a:noFill/>
                  </a:tcPr>
                </a:tc>
                <a:tc>
                  <a:txBody>
                    <a:bodyPr/>
                    <a:lstStyle/>
                    <a:p>
                      <a:pPr algn="r">
                        <a:buNone/>
                      </a:pPr>
                      <a:r>
                        <a:rPr lang="en-CA" sz="1000">
                          <a:effectLst/>
                        </a:rPr>
                        <a:t>0.655760</a:t>
                      </a:r>
                    </a:p>
                  </a:txBody>
                  <a:tcPr marL="50015" marR="50015" marT="25008" marB="25008" anchor="ctr">
                    <a:lnL>
                      <a:noFill/>
                    </a:lnL>
                    <a:lnR>
                      <a:noFill/>
                    </a:lnR>
                    <a:lnT>
                      <a:noFill/>
                    </a:lnT>
                    <a:lnB>
                      <a:noFill/>
                    </a:lnB>
                    <a:noFill/>
                  </a:tcPr>
                </a:tc>
                <a:tc>
                  <a:txBody>
                    <a:bodyPr/>
                    <a:lstStyle/>
                    <a:p>
                      <a:pPr algn="r">
                        <a:buNone/>
                      </a:pPr>
                      <a:r>
                        <a:rPr lang="en-CA" sz="1000">
                          <a:effectLst/>
                        </a:rPr>
                        <a:t>0.680851</a:t>
                      </a:r>
                    </a:p>
                  </a:txBody>
                  <a:tcPr marL="50015" marR="50015" marT="25008" marB="25008" anchor="ctr">
                    <a:lnL>
                      <a:noFill/>
                    </a:lnL>
                    <a:lnR>
                      <a:noFill/>
                    </a:lnR>
                    <a:lnT>
                      <a:noFill/>
                    </a:lnT>
                    <a:lnB>
                      <a:noFill/>
                    </a:lnB>
                    <a:noFill/>
                  </a:tcPr>
                </a:tc>
                <a:tc>
                  <a:txBody>
                    <a:bodyPr/>
                    <a:lstStyle/>
                    <a:p>
                      <a:pPr algn="r">
                        <a:buNone/>
                      </a:pPr>
                      <a:r>
                        <a:rPr lang="en-CA" sz="1000">
                          <a:effectLst/>
                        </a:rPr>
                        <a:t>0.586786</a:t>
                      </a:r>
                    </a:p>
                  </a:txBody>
                  <a:tcPr marL="50015" marR="50015" marT="25008" marB="25008" anchor="ctr">
                    <a:lnL>
                      <a:noFill/>
                    </a:lnL>
                    <a:lnR>
                      <a:noFill/>
                    </a:lnR>
                    <a:lnT>
                      <a:noFill/>
                    </a:lnT>
                    <a:lnB>
                      <a:noFill/>
                    </a:lnB>
                    <a:noFill/>
                  </a:tcPr>
                </a:tc>
                <a:tc>
                  <a:txBody>
                    <a:bodyPr/>
                    <a:lstStyle/>
                    <a:p>
                      <a:pPr algn="r">
                        <a:buNone/>
                      </a:pPr>
                      <a:r>
                        <a:rPr lang="en-CA" sz="1000">
                          <a:effectLst/>
                        </a:rPr>
                        <a:t>0.800000</a:t>
                      </a:r>
                    </a:p>
                  </a:txBody>
                  <a:tcPr marL="50015" marR="50015" marT="25008" marB="25008" anchor="ctr">
                    <a:lnL>
                      <a:noFill/>
                    </a:lnL>
                    <a:lnR>
                      <a:noFill/>
                    </a:lnR>
                    <a:lnT>
                      <a:noFill/>
                    </a:lnT>
                    <a:lnB>
                      <a:noFill/>
                    </a:lnB>
                    <a:noFill/>
                  </a:tcPr>
                </a:tc>
                <a:tc>
                  <a:txBody>
                    <a:bodyPr/>
                    <a:lstStyle/>
                    <a:p>
                      <a:pPr algn="r">
                        <a:buNone/>
                      </a:pPr>
                      <a:r>
                        <a:rPr lang="en-CA" sz="1000">
                          <a:effectLst/>
                        </a:rPr>
                        <a:t>0.210526</a:t>
                      </a:r>
                    </a:p>
                  </a:txBody>
                  <a:tcPr marL="50015" marR="50015" marT="25008" marB="25008" anchor="ctr">
                    <a:lnL>
                      <a:noFill/>
                    </a:lnL>
                    <a:lnR>
                      <a:noFill/>
                    </a:lnR>
                    <a:lnT>
                      <a:noFill/>
                    </a:lnT>
                    <a:lnB>
                      <a:noFill/>
                    </a:lnB>
                    <a:noFill/>
                  </a:tcPr>
                </a:tc>
                <a:extLst>
                  <a:ext uri="{0D108BD9-81ED-4DB2-BD59-A6C34878D82A}">
                    <a16:rowId xmlns:a16="http://schemas.microsoft.com/office/drawing/2014/main" val="3013329084"/>
                  </a:ext>
                </a:extLst>
              </a:tr>
              <a:tr h="249753">
                <a:tc>
                  <a:txBody>
                    <a:bodyPr/>
                    <a:lstStyle/>
                    <a:p>
                      <a:pPr fontAlgn="ctr">
                        <a:buNone/>
                      </a:pPr>
                      <a:r>
                        <a:rPr lang="en-CA" sz="1000" b="1">
                          <a:effectLst/>
                        </a:rPr>
                        <a:t>19</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0.622997</a:t>
                      </a:r>
                    </a:p>
                  </a:txBody>
                  <a:tcPr marL="50015" marR="50015" marT="25008" marB="25008" anchor="ctr">
                    <a:lnL>
                      <a:noFill/>
                    </a:lnL>
                    <a:lnR>
                      <a:noFill/>
                    </a:lnR>
                    <a:lnT>
                      <a:noFill/>
                    </a:lnT>
                    <a:lnB>
                      <a:noFill/>
                    </a:lnB>
                    <a:noFill/>
                  </a:tcPr>
                </a:tc>
                <a:tc>
                  <a:txBody>
                    <a:bodyPr/>
                    <a:lstStyle/>
                    <a:p>
                      <a:pPr algn="r">
                        <a:buNone/>
                      </a:pPr>
                      <a:r>
                        <a:rPr lang="en-CA" sz="1000">
                          <a:effectLst/>
                        </a:rPr>
                        <a:t>0.626733</a:t>
                      </a:r>
                    </a:p>
                  </a:txBody>
                  <a:tcPr marL="50015" marR="50015" marT="25008" marB="25008" anchor="ctr">
                    <a:lnL>
                      <a:noFill/>
                    </a:lnL>
                    <a:lnR>
                      <a:noFill/>
                    </a:lnR>
                    <a:lnT>
                      <a:noFill/>
                    </a:lnT>
                    <a:lnB>
                      <a:noFill/>
                    </a:lnB>
                    <a:noFill/>
                  </a:tcPr>
                </a:tc>
                <a:tc>
                  <a:txBody>
                    <a:bodyPr/>
                    <a:lstStyle/>
                    <a:p>
                      <a:pPr algn="r">
                        <a:buNone/>
                      </a:pPr>
                      <a:r>
                        <a:rPr lang="en-CA" sz="1000">
                          <a:effectLst/>
                        </a:rPr>
                        <a:t>0.659574</a:t>
                      </a:r>
                    </a:p>
                  </a:txBody>
                  <a:tcPr marL="50015" marR="50015" marT="25008" marB="25008" anchor="ctr">
                    <a:lnL>
                      <a:noFill/>
                    </a:lnL>
                    <a:lnR>
                      <a:noFill/>
                    </a:lnR>
                    <a:lnT>
                      <a:noFill/>
                    </a:lnT>
                    <a:lnB>
                      <a:noFill/>
                    </a:lnB>
                    <a:noFill/>
                  </a:tcPr>
                </a:tc>
                <a:tc>
                  <a:txBody>
                    <a:bodyPr/>
                    <a:lstStyle/>
                    <a:p>
                      <a:pPr algn="r">
                        <a:buNone/>
                      </a:pPr>
                      <a:r>
                        <a:rPr lang="en-CA" sz="1000">
                          <a:effectLst/>
                        </a:rPr>
                        <a:t>0.572628</a:t>
                      </a:r>
                    </a:p>
                  </a:txBody>
                  <a:tcPr marL="50015" marR="50015" marT="25008" marB="25008" anchor="ctr">
                    <a:lnL>
                      <a:noFill/>
                    </a:lnL>
                    <a:lnR>
                      <a:noFill/>
                    </a:lnR>
                    <a:lnT>
                      <a:noFill/>
                    </a:lnT>
                    <a:lnB>
                      <a:noFill/>
                    </a:lnB>
                    <a:noFill/>
                  </a:tcPr>
                </a:tc>
                <a:tc>
                  <a:txBody>
                    <a:bodyPr/>
                    <a:lstStyle/>
                    <a:p>
                      <a:pPr algn="r">
                        <a:buNone/>
                      </a:pPr>
                      <a:r>
                        <a:rPr lang="en-CA" sz="1000">
                          <a:effectLst/>
                        </a:rPr>
                        <a:t>0.783784</a:t>
                      </a:r>
                    </a:p>
                  </a:txBody>
                  <a:tcPr marL="50015" marR="50015" marT="25008" marB="25008" anchor="ctr">
                    <a:lnL>
                      <a:noFill/>
                    </a:lnL>
                    <a:lnR>
                      <a:noFill/>
                    </a:lnR>
                    <a:lnT>
                      <a:noFill/>
                    </a:lnT>
                    <a:lnB>
                      <a:noFill/>
                    </a:lnB>
                    <a:noFill/>
                  </a:tcPr>
                </a:tc>
                <a:tc>
                  <a:txBody>
                    <a:bodyPr/>
                    <a:lstStyle/>
                    <a:p>
                      <a:pPr algn="r">
                        <a:buNone/>
                      </a:pPr>
                      <a:r>
                        <a:rPr lang="en-CA" sz="1000" dirty="0">
                          <a:effectLst/>
                        </a:rPr>
                        <a:t>0.200000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898423562"/>
                  </a:ext>
                </a:extLst>
              </a:tr>
            </a:tbl>
          </a:graphicData>
        </a:graphic>
      </p:graphicFrame>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11EFFDA4-4305-00D1-D8D1-6355AC0D7A8D}"/>
                  </a:ext>
                </a:extLst>
              </p14:cNvPr>
              <p14:cNvContentPartPr/>
              <p14:nvPr/>
            </p14:nvContentPartPr>
            <p14:xfrm>
              <a:off x="6095014" y="4041341"/>
              <a:ext cx="582840" cy="23040"/>
            </p14:xfrm>
          </p:contentPart>
        </mc:Choice>
        <mc:Fallback xmlns="">
          <p:pic>
            <p:nvPicPr>
              <p:cNvPr id="4" name="Ink 3">
                <a:extLst>
                  <a:ext uri="{FF2B5EF4-FFF2-40B4-BE49-F238E27FC236}">
                    <a16:creationId xmlns:a16="http://schemas.microsoft.com/office/drawing/2014/main" id="{11EFFDA4-4305-00D1-D8D1-6355AC0D7A8D}"/>
                  </a:ext>
                </a:extLst>
              </p:cNvPr>
              <p:cNvPicPr/>
              <p:nvPr/>
            </p:nvPicPr>
            <p:blipFill>
              <a:blip r:embed="rId4"/>
              <a:stretch>
                <a:fillRect/>
              </a:stretch>
            </p:blipFill>
            <p:spPr>
              <a:xfrm>
                <a:off x="6041374" y="3933341"/>
                <a:ext cx="69048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1E038745-A0E0-ABC1-1FDE-C1A5FCB3AABA}"/>
                  </a:ext>
                </a:extLst>
              </p14:cNvPr>
              <p14:cNvContentPartPr/>
              <p14:nvPr/>
            </p14:nvContentPartPr>
            <p14:xfrm>
              <a:off x="6108694" y="4305941"/>
              <a:ext cx="500040" cy="16200"/>
            </p14:xfrm>
          </p:contentPart>
        </mc:Choice>
        <mc:Fallback xmlns="">
          <p:pic>
            <p:nvPicPr>
              <p:cNvPr id="5" name="Ink 4">
                <a:extLst>
                  <a:ext uri="{FF2B5EF4-FFF2-40B4-BE49-F238E27FC236}">
                    <a16:creationId xmlns:a16="http://schemas.microsoft.com/office/drawing/2014/main" id="{1E038745-A0E0-ABC1-1FDE-C1A5FCB3AABA}"/>
                  </a:ext>
                </a:extLst>
              </p:cNvPr>
              <p:cNvPicPr/>
              <p:nvPr/>
            </p:nvPicPr>
            <p:blipFill>
              <a:blip r:embed="rId6"/>
              <a:stretch>
                <a:fillRect/>
              </a:stretch>
            </p:blipFill>
            <p:spPr>
              <a:xfrm>
                <a:off x="6054694" y="4197941"/>
                <a:ext cx="60768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67B946F4-CF6C-7910-B12A-E1FA20299A98}"/>
                  </a:ext>
                </a:extLst>
              </p14:cNvPr>
              <p14:cNvContentPartPr/>
              <p14:nvPr/>
            </p14:nvContentPartPr>
            <p14:xfrm>
              <a:off x="7109494" y="4051061"/>
              <a:ext cx="570600" cy="360"/>
            </p14:xfrm>
          </p:contentPart>
        </mc:Choice>
        <mc:Fallback xmlns="">
          <p:pic>
            <p:nvPicPr>
              <p:cNvPr id="6" name="Ink 5">
                <a:extLst>
                  <a:ext uri="{FF2B5EF4-FFF2-40B4-BE49-F238E27FC236}">
                    <a16:creationId xmlns:a16="http://schemas.microsoft.com/office/drawing/2014/main" id="{67B946F4-CF6C-7910-B12A-E1FA20299A98}"/>
                  </a:ext>
                </a:extLst>
              </p:cNvPr>
              <p:cNvPicPr/>
              <p:nvPr/>
            </p:nvPicPr>
            <p:blipFill>
              <a:blip r:embed="rId8"/>
              <a:stretch>
                <a:fillRect/>
              </a:stretch>
            </p:blipFill>
            <p:spPr>
              <a:xfrm>
                <a:off x="7055494" y="3943061"/>
                <a:ext cx="6782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B7DFFFF9-EA9B-6AAE-3CBA-A15DCED5B7E5}"/>
                  </a:ext>
                </a:extLst>
              </p14:cNvPr>
              <p14:cNvContentPartPr/>
              <p14:nvPr/>
            </p14:nvContentPartPr>
            <p14:xfrm>
              <a:off x="7113814" y="4268141"/>
              <a:ext cx="518760" cy="10440"/>
            </p14:xfrm>
          </p:contentPart>
        </mc:Choice>
        <mc:Fallback xmlns="">
          <p:pic>
            <p:nvPicPr>
              <p:cNvPr id="8" name="Ink 7">
                <a:extLst>
                  <a:ext uri="{FF2B5EF4-FFF2-40B4-BE49-F238E27FC236}">
                    <a16:creationId xmlns:a16="http://schemas.microsoft.com/office/drawing/2014/main" id="{B7DFFFF9-EA9B-6AAE-3CBA-A15DCED5B7E5}"/>
                  </a:ext>
                </a:extLst>
              </p:cNvPr>
              <p:cNvPicPr/>
              <p:nvPr/>
            </p:nvPicPr>
            <p:blipFill>
              <a:blip r:embed="rId10"/>
              <a:stretch>
                <a:fillRect/>
              </a:stretch>
            </p:blipFill>
            <p:spPr>
              <a:xfrm>
                <a:off x="7059814" y="4160501"/>
                <a:ext cx="62640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907C5E27-67F2-A235-2203-B73226E45290}"/>
                  </a:ext>
                </a:extLst>
              </p14:cNvPr>
              <p14:cNvContentPartPr/>
              <p14:nvPr/>
            </p14:nvContentPartPr>
            <p14:xfrm>
              <a:off x="6097894" y="5031341"/>
              <a:ext cx="662400" cy="360"/>
            </p14:xfrm>
          </p:contentPart>
        </mc:Choice>
        <mc:Fallback xmlns="">
          <p:pic>
            <p:nvPicPr>
              <p:cNvPr id="9" name="Ink 8">
                <a:extLst>
                  <a:ext uri="{FF2B5EF4-FFF2-40B4-BE49-F238E27FC236}">
                    <a16:creationId xmlns:a16="http://schemas.microsoft.com/office/drawing/2014/main" id="{907C5E27-67F2-A235-2203-B73226E45290}"/>
                  </a:ext>
                </a:extLst>
              </p:cNvPr>
              <p:cNvPicPr/>
              <p:nvPr/>
            </p:nvPicPr>
            <p:blipFill>
              <a:blip r:embed="rId12"/>
              <a:stretch>
                <a:fillRect/>
              </a:stretch>
            </p:blipFill>
            <p:spPr>
              <a:xfrm>
                <a:off x="6043894" y="4923701"/>
                <a:ext cx="7700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B91BE5B3-8DA6-2964-B059-A87453693D97}"/>
                  </a:ext>
                </a:extLst>
              </p14:cNvPr>
              <p14:cNvContentPartPr/>
              <p14:nvPr/>
            </p14:nvContentPartPr>
            <p14:xfrm>
              <a:off x="6093934" y="5293781"/>
              <a:ext cx="611280" cy="360"/>
            </p14:xfrm>
          </p:contentPart>
        </mc:Choice>
        <mc:Fallback xmlns="">
          <p:pic>
            <p:nvPicPr>
              <p:cNvPr id="11" name="Ink 10">
                <a:extLst>
                  <a:ext uri="{FF2B5EF4-FFF2-40B4-BE49-F238E27FC236}">
                    <a16:creationId xmlns:a16="http://schemas.microsoft.com/office/drawing/2014/main" id="{B91BE5B3-8DA6-2964-B059-A87453693D97}"/>
                  </a:ext>
                </a:extLst>
              </p:cNvPr>
              <p:cNvPicPr/>
              <p:nvPr/>
            </p:nvPicPr>
            <p:blipFill>
              <a:blip r:embed="rId14"/>
              <a:stretch>
                <a:fillRect/>
              </a:stretch>
            </p:blipFill>
            <p:spPr>
              <a:xfrm>
                <a:off x="6039934" y="5185781"/>
                <a:ext cx="7189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3A5D85A0-B9E1-D9EE-EEEC-D072FD78915C}"/>
                  </a:ext>
                </a:extLst>
              </p14:cNvPr>
              <p14:cNvContentPartPr/>
              <p14:nvPr/>
            </p14:nvContentPartPr>
            <p14:xfrm>
              <a:off x="7105534" y="5072741"/>
              <a:ext cx="526320" cy="6480"/>
            </p14:xfrm>
          </p:contentPart>
        </mc:Choice>
        <mc:Fallback xmlns="">
          <p:pic>
            <p:nvPicPr>
              <p:cNvPr id="12" name="Ink 11">
                <a:extLst>
                  <a:ext uri="{FF2B5EF4-FFF2-40B4-BE49-F238E27FC236}">
                    <a16:creationId xmlns:a16="http://schemas.microsoft.com/office/drawing/2014/main" id="{3A5D85A0-B9E1-D9EE-EEEC-D072FD78915C}"/>
                  </a:ext>
                </a:extLst>
              </p:cNvPr>
              <p:cNvPicPr/>
              <p:nvPr/>
            </p:nvPicPr>
            <p:blipFill>
              <a:blip r:embed="rId16"/>
              <a:stretch>
                <a:fillRect/>
              </a:stretch>
            </p:blipFill>
            <p:spPr>
              <a:xfrm>
                <a:off x="7051894" y="4965101"/>
                <a:ext cx="63396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9246A2DC-99E3-D49F-4D5A-9555AAB114E3}"/>
                  </a:ext>
                </a:extLst>
              </p14:cNvPr>
              <p14:cNvContentPartPr/>
              <p14:nvPr/>
            </p14:nvContentPartPr>
            <p14:xfrm>
              <a:off x="7127134" y="5289101"/>
              <a:ext cx="538560" cy="360"/>
            </p14:xfrm>
          </p:contentPart>
        </mc:Choice>
        <mc:Fallback xmlns="">
          <p:pic>
            <p:nvPicPr>
              <p:cNvPr id="13" name="Ink 12">
                <a:extLst>
                  <a:ext uri="{FF2B5EF4-FFF2-40B4-BE49-F238E27FC236}">
                    <a16:creationId xmlns:a16="http://schemas.microsoft.com/office/drawing/2014/main" id="{9246A2DC-99E3-D49F-4D5A-9555AAB114E3}"/>
                  </a:ext>
                </a:extLst>
              </p:cNvPr>
              <p:cNvPicPr/>
              <p:nvPr/>
            </p:nvPicPr>
            <p:blipFill>
              <a:blip r:embed="rId18"/>
              <a:stretch>
                <a:fillRect/>
              </a:stretch>
            </p:blipFill>
            <p:spPr>
              <a:xfrm>
                <a:off x="7073494" y="5181461"/>
                <a:ext cx="646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97498A94-0560-5E71-9310-3149ECEB4CAE}"/>
                  </a:ext>
                </a:extLst>
              </p14:cNvPr>
              <p14:cNvContentPartPr/>
              <p14:nvPr/>
            </p14:nvContentPartPr>
            <p14:xfrm>
              <a:off x="6066934" y="3788621"/>
              <a:ext cx="627120" cy="3600"/>
            </p14:xfrm>
          </p:contentPart>
        </mc:Choice>
        <mc:Fallback xmlns="">
          <p:pic>
            <p:nvPicPr>
              <p:cNvPr id="15" name="Ink 14">
                <a:extLst>
                  <a:ext uri="{FF2B5EF4-FFF2-40B4-BE49-F238E27FC236}">
                    <a16:creationId xmlns:a16="http://schemas.microsoft.com/office/drawing/2014/main" id="{97498A94-0560-5E71-9310-3149ECEB4CAE}"/>
                  </a:ext>
                </a:extLst>
              </p:cNvPr>
              <p:cNvPicPr/>
              <p:nvPr/>
            </p:nvPicPr>
            <p:blipFill>
              <a:blip r:embed="rId20"/>
              <a:stretch>
                <a:fillRect/>
              </a:stretch>
            </p:blipFill>
            <p:spPr>
              <a:xfrm>
                <a:off x="6013294" y="3680621"/>
                <a:ext cx="73476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0D69984B-79AE-EFE7-7775-67E9CFA8321F}"/>
                  </a:ext>
                </a:extLst>
              </p14:cNvPr>
              <p14:cNvContentPartPr/>
              <p14:nvPr/>
            </p14:nvContentPartPr>
            <p14:xfrm>
              <a:off x="7092574" y="3783581"/>
              <a:ext cx="572400" cy="360"/>
            </p14:xfrm>
          </p:contentPart>
        </mc:Choice>
        <mc:Fallback xmlns="">
          <p:pic>
            <p:nvPicPr>
              <p:cNvPr id="16" name="Ink 15">
                <a:extLst>
                  <a:ext uri="{FF2B5EF4-FFF2-40B4-BE49-F238E27FC236}">
                    <a16:creationId xmlns:a16="http://schemas.microsoft.com/office/drawing/2014/main" id="{0D69984B-79AE-EFE7-7775-67E9CFA8321F}"/>
                  </a:ext>
                </a:extLst>
              </p:cNvPr>
              <p:cNvPicPr/>
              <p:nvPr/>
            </p:nvPicPr>
            <p:blipFill>
              <a:blip r:embed="rId22"/>
              <a:stretch>
                <a:fillRect/>
              </a:stretch>
            </p:blipFill>
            <p:spPr>
              <a:xfrm>
                <a:off x="7038934" y="3675941"/>
                <a:ext cx="6800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7331664A-30D8-73F7-A44E-5496EF447FBC}"/>
                  </a:ext>
                </a:extLst>
              </p14:cNvPr>
              <p14:cNvContentPartPr/>
              <p14:nvPr/>
            </p14:nvContentPartPr>
            <p14:xfrm>
              <a:off x="6087454" y="2304341"/>
              <a:ext cx="590760" cy="1800"/>
            </p14:xfrm>
          </p:contentPart>
        </mc:Choice>
        <mc:Fallback xmlns="">
          <p:pic>
            <p:nvPicPr>
              <p:cNvPr id="17" name="Ink 16">
                <a:extLst>
                  <a:ext uri="{FF2B5EF4-FFF2-40B4-BE49-F238E27FC236}">
                    <a16:creationId xmlns:a16="http://schemas.microsoft.com/office/drawing/2014/main" id="{7331664A-30D8-73F7-A44E-5496EF447FBC}"/>
                  </a:ext>
                </a:extLst>
              </p:cNvPr>
              <p:cNvPicPr/>
              <p:nvPr/>
            </p:nvPicPr>
            <p:blipFill>
              <a:blip r:embed="rId24"/>
              <a:stretch>
                <a:fillRect/>
              </a:stretch>
            </p:blipFill>
            <p:spPr>
              <a:xfrm>
                <a:off x="6033454" y="2196341"/>
                <a:ext cx="69840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Ink 17">
                <a:extLst>
                  <a:ext uri="{FF2B5EF4-FFF2-40B4-BE49-F238E27FC236}">
                    <a16:creationId xmlns:a16="http://schemas.microsoft.com/office/drawing/2014/main" id="{53091652-B6B4-5130-A992-DB2FA230ECBD}"/>
                  </a:ext>
                </a:extLst>
              </p14:cNvPr>
              <p14:cNvContentPartPr/>
              <p14:nvPr/>
            </p14:nvContentPartPr>
            <p14:xfrm>
              <a:off x="7101934" y="2301101"/>
              <a:ext cx="573120" cy="14040"/>
            </p14:xfrm>
          </p:contentPart>
        </mc:Choice>
        <mc:Fallback xmlns="">
          <p:pic>
            <p:nvPicPr>
              <p:cNvPr id="18" name="Ink 17">
                <a:extLst>
                  <a:ext uri="{FF2B5EF4-FFF2-40B4-BE49-F238E27FC236}">
                    <a16:creationId xmlns:a16="http://schemas.microsoft.com/office/drawing/2014/main" id="{53091652-B6B4-5130-A992-DB2FA230ECBD}"/>
                  </a:ext>
                </a:extLst>
              </p:cNvPr>
              <p:cNvPicPr/>
              <p:nvPr/>
            </p:nvPicPr>
            <p:blipFill>
              <a:blip r:embed="rId26"/>
              <a:stretch>
                <a:fillRect/>
              </a:stretch>
            </p:blipFill>
            <p:spPr>
              <a:xfrm>
                <a:off x="7047934" y="2193461"/>
                <a:ext cx="68076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9" name="Ink 18">
                <a:extLst>
                  <a:ext uri="{FF2B5EF4-FFF2-40B4-BE49-F238E27FC236}">
                    <a16:creationId xmlns:a16="http://schemas.microsoft.com/office/drawing/2014/main" id="{DB5004F1-F15C-AA19-0FCD-510235E558BF}"/>
                  </a:ext>
                </a:extLst>
              </p14:cNvPr>
              <p14:cNvContentPartPr/>
              <p14:nvPr/>
            </p14:nvContentPartPr>
            <p14:xfrm>
              <a:off x="6011854" y="5569901"/>
              <a:ext cx="686520" cy="8640"/>
            </p14:xfrm>
          </p:contentPart>
        </mc:Choice>
        <mc:Fallback xmlns="">
          <p:pic>
            <p:nvPicPr>
              <p:cNvPr id="19" name="Ink 18">
                <a:extLst>
                  <a:ext uri="{FF2B5EF4-FFF2-40B4-BE49-F238E27FC236}">
                    <a16:creationId xmlns:a16="http://schemas.microsoft.com/office/drawing/2014/main" id="{DB5004F1-F15C-AA19-0FCD-510235E558BF}"/>
                  </a:ext>
                </a:extLst>
              </p:cNvPr>
              <p:cNvPicPr/>
              <p:nvPr/>
            </p:nvPicPr>
            <p:blipFill>
              <a:blip r:embed="rId28"/>
              <a:stretch>
                <a:fillRect/>
              </a:stretch>
            </p:blipFill>
            <p:spPr>
              <a:xfrm>
                <a:off x="5958214" y="5462261"/>
                <a:ext cx="79416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0" name="Ink 19">
                <a:extLst>
                  <a:ext uri="{FF2B5EF4-FFF2-40B4-BE49-F238E27FC236}">
                    <a16:creationId xmlns:a16="http://schemas.microsoft.com/office/drawing/2014/main" id="{BE231EB0-A79D-D104-492C-134665201304}"/>
                  </a:ext>
                </a:extLst>
              </p14:cNvPr>
              <p14:cNvContentPartPr/>
              <p14:nvPr/>
            </p14:nvContentPartPr>
            <p14:xfrm>
              <a:off x="7126774" y="5541101"/>
              <a:ext cx="462240" cy="26280"/>
            </p14:xfrm>
          </p:contentPart>
        </mc:Choice>
        <mc:Fallback xmlns="">
          <p:pic>
            <p:nvPicPr>
              <p:cNvPr id="20" name="Ink 19">
                <a:extLst>
                  <a:ext uri="{FF2B5EF4-FFF2-40B4-BE49-F238E27FC236}">
                    <a16:creationId xmlns:a16="http://schemas.microsoft.com/office/drawing/2014/main" id="{BE231EB0-A79D-D104-492C-134665201304}"/>
                  </a:ext>
                </a:extLst>
              </p:cNvPr>
              <p:cNvPicPr/>
              <p:nvPr/>
            </p:nvPicPr>
            <p:blipFill>
              <a:blip r:embed="rId30"/>
              <a:stretch>
                <a:fillRect/>
              </a:stretch>
            </p:blipFill>
            <p:spPr>
              <a:xfrm>
                <a:off x="7073134" y="5433461"/>
                <a:ext cx="56988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1" name="Ink 20">
                <a:extLst>
                  <a:ext uri="{FF2B5EF4-FFF2-40B4-BE49-F238E27FC236}">
                    <a16:creationId xmlns:a16="http://schemas.microsoft.com/office/drawing/2014/main" id="{0896301A-C0B5-5E30-D263-42CFF7511DF9}"/>
                  </a:ext>
                </a:extLst>
              </p14:cNvPr>
              <p14:cNvContentPartPr/>
              <p14:nvPr/>
            </p14:nvContentPartPr>
            <p14:xfrm>
              <a:off x="9164734" y="2791421"/>
              <a:ext cx="498600" cy="13680"/>
            </p14:xfrm>
          </p:contentPart>
        </mc:Choice>
        <mc:Fallback xmlns="">
          <p:pic>
            <p:nvPicPr>
              <p:cNvPr id="21" name="Ink 20">
                <a:extLst>
                  <a:ext uri="{FF2B5EF4-FFF2-40B4-BE49-F238E27FC236}">
                    <a16:creationId xmlns:a16="http://schemas.microsoft.com/office/drawing/2014/main" id="{0896301A-C0B5-5E30-D263-42CFF7511DF9}"/>
                  </a:ext>
                </a:extLst>
              </p:cNvPr>
              <p:cNvPicPr/>
              <p:nvPr/>
            </p:nvPicPr>
            <p:blipFill>
              <a:blip r:embed="rId32"/>
              <a:stretch>
                <a:fillRect/>
              </a:stretch>
            </p:blipFill>
            <p:spPr>
              <a:xfrm>
                <a:off x="9111094" y="2683781"/>
                <a:ext cx="60624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2" name="Ink 21">
                <a:extLst>
                  <a:ext uri="{FF2B5EF4-FFF2-40B4-BE49-F238E27FC236}">
                    <a16:creationId xmlns:a16="http://schemas.microsoft.com/office/drawing/2014/main" id="{26AFC69C-0BC8-DC4E-2EAF-E8DA1544E9C0}"/>
                  </a:ext>
                </a:extLst>
              </p14:cNvPr>
              <p14:cNvContentPartPr/>
              <p14:nvPr/>
            </p14:nvContentPartPr>
            <p14:xfrm>
              <a:off x="9129094" y="3013181"/>
              <a:ext cx="575280" cy="18360"/>
            </p14:xfrm>
          </p:contentPart>
        </mc:Choice>
        <mc:Fallback xmlns="">
          <p:pic>
            <p:nvPicPr>
              <p:cNvPr id="22" name="Ink 21">
                <a:extLst>
                  <a:ext uri="{FF2B5EF4-FFF2-40B4-BE49-F238E27FC236}">
                    <a16:creationId xmlns:a16="http://schemas.microsoft.com/office/drawing/2014/main" id="{26AFC69C-0BC8-DC4E-2EAF-E8DA1544E9C0}"/>
                  </a:ext>
                </a:extLst>
              </p:cNvPr>
              <p:cNvPicPr/>
              <p:nvPr/>
            </p:nvPicPr>
            <p:blipFill>
              <a:blip r:embed="rId34"/>
              <a:stretch>
                <a:fillRect/>
              </a:stretch>
            </p:blipFill>
            <p:spPr>
              <a:xfrm>
                <a:off x="9075454" y="2905541"/>
                <a:ext cx="68292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3" name="Ink 22">
                <a:extLst>
                  <a:ext uri="{FF2B5EF4-FFF2-40B4-BE49-F238E27FC236}">
                    <a16:creationId xmlns:a16="http://schemas.microsoft.com/office/drawing/2014/main" id="{D4A4BC1D-A370-056B-8D03-901226F9B40C}"/>
                  </a:ext>
                </a:extLst>
              </p14:cNvPr>
              <p14:cNvContentPartPr/>
              <p14:nvPr/>
            </p14:nvContentPartPr>
            <p14:xfrm>
              <a:off x="9187054" y="1539341"/>
              <a:ext cx="562680" cy="360"/>
            </p14:xfrm>
          </p:contentPart>
        </mc:Choice>
        <mc:Fallback xmlns="">
          <p:pic>
            <p:nvPicPr>
              <p:cNvPr id="23" name="Ink 22">
                <a:extLst>
                  <a:ext uri="{FF2B5EF4-FFF2-40B4-BE49-F238E27FC236}">
                    <a16:creationId xmlns:a16="http://schemas.microsoft.com/office/drawing/2014/main" id="{D4A4BC1D-A370-056B-8D03-901226F9B40C}"/>
                  </a:ext>
                </a:extLst>
              </p:cNvPr>
              <p:cNvPicPr/>
              <p:nvPr/>
            </p:nvPicPr>
            <p:blipFill>
              <a:blip r:embed="rId36"/>
              <a:stretch>
                <a:fillRect/>
              </a:stretch>
            </p:blipFill>
            <p:spPr>
              <a:xfrm>
                <a:off x="9133054" y="1431701"/>
                <a:ext cx="6703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4" name="Ink 23">
                <a:extLst>
                  <a:ext uri="{FF2B5EF4-FFF2-40B4-BE49-F238E27FC236}">
                    <a16:creationId xmlns:a16="http://schemas.microsoft.com/office/drawing/2014/main" id="{23AEF6E0-F47E-DAAF-1E3C-49FA90B7BB1A}"/>
                  </a:ext>
                </a:extLst>
              </p14:cNvPr>
              <p14:cNvContentPartPr/>
              <p14:nvPr/>
            </p14:nvContentPartPr>
            <p14:xfrm>
              <a:off x="9142414" y="4562261"/>
              <a:ext cx="507600" cy="16560"/>
            </p14:xfrm>
          </p:contentPart>
        </mc:Choice>
        <mc:Fallback xmlns="">
          <p:pic>
            <p:nvPicPr>
              <p:cNvPr id="24" name="Ink 23">
                <a:extLst>
                  <a:ext uri="{FF2B5EF4-FFF2-40B4-BE49-F238E27FC236}">
                    <a16:creationId xmlns:a16="http://schemas.microsoft.com/office/drawing/2014/main" id="{23AEF6E0-F47E-DAAF-1E3C-49FA90B7BB1A}"/>
                  </a:ext>
                </a:extLst>
              </p:cNvPr>
              <p:cNvPicPr/>
              <p:nvPr/>
            </p:nvPicPr>
            <p:blipFill>
              <a:blip r:embed="rId38"/>
              <a:stretch>
                <a:fillRect/>
              </a:stretch>
            </p:blipFill>
            <p:spPr>
              <a:xfrm>
                <a:off x="9088414" y="4454261"/>
                <a:ext cx="61524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 name="Ink 1">
                <a:extLst>
                  <a:ext uri="{FF2B5EF4-FFF2-40B4-BE49-F238E27FC236}">
                    <a16:creationId xmlns:a16="http://schemas.microsoft.com/office/drawing/2014/main" id="{63BC6763-6F1B-463A-CF7D-7A611C331269}"/>
                  </a:ext>
                </a:extLst>
              </p14:cNvPr>
              <p14:cNvContentPartPr/>
              <p14:nvPr/>
            </p14:nvContentPartPr>
            <p14:xfrm>
              <a:off x="8143054" y="5522741"/>
              <a:ext cx="520920" cy="46800"/>
            </p14:xfrm>
          </p:contentPart>
        </mc:Choice>
        <mc:Fallback xmlns="">
          <p:pic>
            <p:nvPicPr>
              <p:cNvPr id="2" name="Ink 1">
                <a:extLst>
                  <a:ext uri="{FF2B5EF4-FFF2-40B4-BE49-F238E27FC236}">
                    <a16:creationId xmlns:a16="http://schemas.microsoft.com/office/drawing/2014/main" id="{63BC6763-6F1B-463A-CF7D-7A611C331269}"/>
                  </a:ext>
                </a:extLst>
              </p:cNvPr>
              <p:cNvPicPr/>
              <p:nvPr/>
            </p:nvPicPr>
            <p:blipFill>
              <a:blip r:embed="rId40"/>
              <a:stretch>
                <a:fillRect/>
              </a:stretch>
            </p:blipFill>
            <p:spPr>
              <a:xfrm>
                <a:off x="8089414" y="5414741"/>
                <a:ext cx="62856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4" name="Ink 13">
                <a:extLst>
                  <a:ext uri="{FF2B5EF4-FFF2-40B4-BE49-F238E27FC236}">
                    <a16:creationId xmlns:a16="http://schemas.microsoft.com/office/drawing/2014/main" id="{2A152C97-4BFE-727F-0341-EEC5C715941D}"/>
                  </a:ext>
                </a:extLst>
              </p14:cNvPr>
              <p14:cNvContentPartPr/>
              <p14:nvPr/>
            </p14:nvContentPartPr>
            <p14:xfrm>
              <a:off x="9125494" y="5813261"/>
              <a:ext cx="541440" cy="28080"/>
            </p14:xfrm>
          </p:contentPart>
        </mc:Choice>
        <mc:Fallback xmlns="">
          <p:pic>
            <p:nvPicPr>
              <p:cNvPr id="14" name="Ink 13">
                <a:extLst>
                  <a:ext uri="{FF2B5EF4-FFF2-40B4-BE49-F238E27FC236}">
                    <a16:creationId xmlns:a16="http://schemas.microsoft.com/office/drawing/2014/main" id="{2A152C97-4BFE-727F-0341-EEC5C715941D}"/>
                  </a:ext>
                </a:extLst>
              </p:cNvPr>
              <p:cNvPicPr/>
              <p:nvPr/>
            </p:nvPicPr>
            <p:blipFill>
              <a:blip r:embed="rId42"/>
              <a:stretch>
                <a:fillRect/>
              </a:stretch>
            </p:blipFill>
            <p:spPr>
              <a:xfrm>
                <a:off x="9071854" y="5705621"/>
                <a:ext cx="649080" cy="243720"/>
              </a:xfrm>
              <a:prstGeom prst="rect">
                <a:avLst/>
              </a:prstGeom>
            </p:spPr>
          </p:pic>
        </mc:Fallback>
      </mc:AlternateContent>
      <p:sp>
        <p:nvSpPr>
          <p:cNvPr id="27" name="TextBox 26">
            <a:extLst>
              <a:ext uri="{FF2B5EF4-FFF2-40B4-BE49-F238E27FC236}">
                <a16:creationId xmlns:a16="http://schemas.microsoft.com/office/drawing/2014/main" id="{7A4C71BC-AB5F-06FC-AD30-2596ED27EDD0}"/>
              </a:ext>
            </a:extLst>
          </p:cNvPr>
          <p:cNvSpPr txBox="1"/>
          <p:nvPr/>
        </p:nvSpPr>
        <p:spPr>
          <a:xfrm>
            <a:off x="6453214" y="333635"/>
            <a:ext cx="1927654" cy="369332"/>
          </a:xfrm>
          <a:prstGeom prst="rect">
            <a:avLst/>
          </a:prstGeom>
          <a:noFill/>
        </p:spPr>
        <p:txBody>
          <a:bodyPr wrap="square" rtlCol="0">
            <a:spAutoFit/>
          </a:bodyPr>
          <a:lstStyle/>
          <a:p>
            <a:r>
              <a:rPr lang="en-US" dirty="0"/>
              <a:t>6 collapsed folds </a:t>
            </a:r>
          </a:p>
        </p:txBody>
      </p:sp>
      <p:sp>
        <p:nvSpPr>
          <p:cNvPr id="25" name="Slide Number Placeholder 24">
            <a:extLst>
              <a:ext uri="{FF2B5EF4-FFF2-40B4-BE49-F238E27FC236}">
                <a16:creationId xmlns:a16="http://schemas.microsoft.com/office/drawing/2014/main" id="{3BDE069B-E017-C3AB-682D-FA5FCBAE0612}"/>
              </a:ext>
            </a:extLst>
          </p:cNvPr>
          <p:cNvSpPr>
            <a:spLocks noGrp="1"/>
          </p:cNvSpPr>
          <p:nvPr>
            <p:ph type="sldNum" sz="quarter" idx="12"/>
          </p:nvPr>
        </p:nvSpPr>
        <p:spPr/>
        <p:txBody>
          <a:bodyPr/>
          <a:lstStyle/>
          <a:p>
            <a:fld id="{0CB925E2-E8C9-4143-BCD5-4CDDC2142BEC}" type="slidenum">
              <a:rPr lang="en-US" smtClean="0"/>
              <a:t>22</a:t>
            </a:fld>
            <a:endParaRPr lang="en-US"/>
          </a:p>
        </p:txBody>
      </p:sp>
    </p:spTree>
    <p:extLst>
      <p:ext uri="{BB962C8B-B14F-4D97-AF65-F5344CB8AC3E}">
        <p14:creationId xmlns:p14="http://schemas.microsoft.com/office/powerpoint/2010/main" val="26663691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D3A97DB-2B2C-78CF-2C96-90D31BE35DA7}"/>
              </a:ext>
            </a:extLst>
          </p:cNvPr>
          <p:cNvSpPr>
            <a:spLocks noGrp="1"/>
          </p:cNvSpPr>
          <p:nvPr>
            <p:ph type="sldNum" sz="quarter" idx="12"/>
          </p:nvPr>
        </p:nvSpPr>
        <p:spPr>
          <a:xfrm>
            <a:off x="9362440" y="6367769"/>
            <a:ext cx="2743200" cy="365125"/>
          </a:xfrm>
        </p:spPr>
        <p:txBody>
          <a:bodyPr/>
          <a:lstStyle/>
          <a:p>
            <a:fld id="{0CB925E2-E8C9-4143-BCD5-4CDDC2142BEC}" type="slidenum">
              <a:rPr lang="en-US" smtClean="0"/>
              <a:t>23</a:t>
            </a:fld>
            <a:endParaRPr lang="en-US" dirty="0"/>
          </a:p>
        </p:txBody>
      </p:sp>
      <p:sp>
        <p:nvSpPr>
          <p:cNvPr id="6" name="TextBox 5">
            <a:extLst>
              <a:ext uri="{FF2B5EF4-FFF2-40B4-BE49-F238E27FC236}">
                <a16:creationId xmlns:a16="http://schemas.microsoft.com/office/drawing/2014/main" id="{9D98AEB9-B4FE-24B2-CAE8-F3FDF4AFE14D}"/>
              </a:ext>
            </a:extLst>
          </p:cNvPr>
          <p:cNvSpPr txBox="1"/>
          <p:nvPr/>
        </p:nvSpPr>
        <p:spPr>
          <a:xfrm>
            <a:off x="175080" y="94390"/>
            <a:ext cx="5891853" cy="461665"/>
          </a:xfrm>
          <a:prstGeom prst="rect">
            <a:avLst/>
          </a:prstGeom>
          <a:noFill/>
        </p:spPr>
        <p:txBody>
          <a:bodyPr wrap="square" rtlCol="0">
            <a:spAutoFit/>
          </a:bodyPr>
          <a:lstStyle/>
          <a:p>
            <a:r>
              <a:rPr lang="en-US" sz="2400" b="1" u="sng" dirty="0"/>
              <a:t>Binary Classifier (Perceived RD Intensity</a:t>
            </a:r>
            <a:r>
              <a:rPr lang="en-US" dirty="0"/>
              <a:t>)</a:t>
            </a:r>
          </a:p>
        </p:txBody>
      </p:sp>
      <p:sp>
        <p:nvSpPr>
          <p:cNvPr id="7" name="TextBox 6">
            <a:extLst>
              <a:ext uri="{FF2B5EF4-FFF2-40B4-BE49-F238E27FC236}">
                <a16:creationId xmlns:a16="http://schemas.microsoft.com/office/drawing/2014/main" id="{7C8F0E6B-3CC1-329B-29BD-7C1F1B4C1D01}"/>
              </a:ext>
            </a:extLst>
          </p:cNvPr>
          <p:cNvSpPr txBox="1"/>
          <p:nvPr/>
        </p:nvSpPr>
        <p:spPr>
          <a:xfrm>
            <a:off x="9095608" y="125106"/>
            <a:ext cx="1513691" cy="461665"/>
          </a:xfrm>
          <a:prstGeom prst="rect">
            <a:avLst/>
          </a:prstGeom>
          <a:noFill/>
        </p:spPr>
        <p:txBody>
          <a:bodyPr wrap="square" rtlCol="0">
            <a:spAutoFit/>
          </a:bodyPr>
          <a:lstStyle/>
          <a:p>
            <a:r>
              <a:rPr lang="en-US" sz="2400" b="1" dirty="0">
                <a:solidFill>
                  <a:srgbClr val="0070C0"/>
                </a:solidFill>
              </a:rPr>
              <a:t>Phase 2b</a:t>
            </a:r>
          </a:p>
        </p:txBody>
      </p:sp>
      <p:pic>
        <p:nvPicPr>
          <p:cNvPr id="11" name="Picture 10">
            <a:extLst>
              <a:ext uri="{FF2B5EF4-FFF2-40B4-BE49-F238E27FC236}">
                <a16:creationId xmlns:a16="http://schemas.microsoft.com/office/drawing/2014/main" id="{7A628270-D38E-86C5-B4AE-B88FA25FA4D1}"/>
              </a:ext>
            </a:extLst>
          </p:cNvPr>
          <p:cNvPicPr>
            <a:picLocks noChangeAspect="1"/>
          </p:cNvPicPr>
          <p:nvPr/>
        </p:nvPicPr>
        <p:blipFill>
          <a:blip r:embed="rId2"/>
          <a:stretch>
            <a:fillRect/>
          </a:stretch>
        </p:blipFill>
        <p:spPr>
          <a:xfrm>
            <a:off x="735428" y="869950"/>
            <a:ext cx="5098132" cy="5486400"/>
          </a:xfrm>
          <a:prstGeom prst="rect">
            <a:avLst/>
          </a:prstGeom>
        </p:spPr>
      </p:pic>
      <p:pic>
        <p:nvPicPr>
          <p:cNvPr id="12" name="Picture 11">
            <a:extLst>
              <a:ext uri="{FF2B5EF4-FFF2-40B4-BE49-F238E27FC236}">
                <a16:creationId xmlns:a16="http://schemas.microsoft.com/office/drawing/2014/main" id="{501ECFBB-ECD4-2449-F5A0-F8ACF7D25EF2}"/>
              </a:ext>
            </a:extLst>
          </p:cNvPr>
          <p:cNvPicPr>
            <a:picLocks noChangeAspect="1"/>
          </p:cNvPicPr>
          <p:nvPr/>
        </p:nvPicPr>
        <p:blipFill>
          <a:blip r:embed="rId3"/>
          <a:stretch>
            <a:fillRect/>
          </a:stretch>
        </p:blipFill>
        <p:spPr>
          <a:xfrm>
            <a:off x="6248400" y="875030"/>
            <a:ext cx="5334000" cy="5556250"/>
          </a:xfrm>
          <a:prstGeom prst="rect">
            <a:avLst/>
          </a:prstGeom>
        </p:spPr>
      </p:pic>
      <mc:AlternateContent xmlns:mc="http://schemas.openxmlformats.org/markup-compatibility/2006">
        <mc:Choice xmlns:p14="http://schemas.microsoft.com/office/powerpoint/2010/main" Requires="p14">
          <p:contentPart p14:bwMode="auto" r:id="rId4">
            <p14:nvContentPartPr>
              <p14:cNvPr id="13" name="Ink 12">
                <a:extLst>
                  <a:ext uri="{FF2B5EF4-FFF2-40B4-BE49-F238E27FC236}">
                    <a16:creationId xmlns:a16="http://schemas.microsoft.com/office/drawing/2014/main" id="{CFFB1B7A-7428-62EE-CF4B-DD4CDF75356F}"/>
                  </a:ext>
                </a:extLst>
              </p14:cNvPr>
              <p14:cNvContentPartPr/>
              <p14:nvPr/>
            </p14:nvContentPartPr>
            <p14:xfrm>
              <a:off x="3959880" y="2028640"/>
              <a:ext cx="1822320" cy="56880"/>
            </p14:xfrm>
          </p:contentPart>
        </mc:Choice>
        <mc:Fallback>
          <p:pic>
            <p:nvPicPr>
              <p:cNvPr id="13" name="Ink 12">
                <a:extLst>
                  <a:ext uri="{FF2B5EF4-FFF2-40B4-BE49-F238E27FC236}">
                    <a16:creationId xmlns:a16="http://schemas.microsoft.com/office/drawing/2014/main" id="{CFFB1B7A-7428-62EE-CF4B-DD4CDF75356F}"/>
                  </a:ext>
                </a:extLst>
              </p:cNvPr>
              <p:cNvPicPr/>
              <p:nvPr/>
            </p:nvPicPr>
            <p:blipFill>
              <a:blip r:embed="rId5"/>
              <a:stretch>
                <a:fillRect/>
              </a:stretch>
            </p:blipFill>
            <p:spPr>
              <a:xfrm>
                <a:off x="3906240" y="1920640"/>
                <a:ext cx="1929960" cy="2725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4" name="Ink 13">
                <a:extLst>
                  <a:ext uri="{FF2B5EF4-FFF2-40B4-BE49-F238E27FC236}">
                    <a16:creationId xmlns:a16="http://schemas.microsoft.com/office/drawing/2014/main" id="{E470E530-B09D-6C3A-8A61-6DAAB26C8137}"/>
                  </a:ext>
                </a:extLst>
              </p14:cNvPr>
              <p14:cNvContentPartPr/>
              <p14:nvPr/>
            </p14:nvContentPartPr>
            <p14:xfrm>
              <a:off x="3963480" y="3122680"/>
              <a:ext cx="1712160" cy="59400"/>
            </p14:xfrm>
          </p:contentPart>
        </mc:Choice>
        <mc:Fallback>
          <p:pic>
            <p:nvPicPr>
              <p:cNvPr id="14" name="Ink 13">
                <a:extLst>
                  <a:ext uri="{FF2B5EF4-FFF2-40B4-BE49-F238E27FC236}">
                    <a16:creationId xmlns:a16="http://schemas.microsoft.com/office/drawing/2014/main" id="{E470E530-B09D-6C3A-8A61-6DAAB26C8137}"/>
                  </a:ext>
                </a:extLst>
              </p:cNvPr>
              <p:cNvPicPr/>
              <p:nvPr/>
            </p:nvPicPr>
            <p:blipFill>
              <a:blip r:embed="rId7"/>
              <a:stretch>
                <a:fillRect/>
              </a:stretch>
            </p:blipFill>
            <p:spPr>
              <a:xfrm>
                <a:off x="3909840" y="3014680"/>
                <a:ext cx="1819800" cy="2750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7" name="Ink 16">
                <a:extLst>
                  <a:ext uri="{FF2B5EF4-FFF2-40B4-BE49-F238E27FC236}">
                    <a16:creationId xmlns:a16="http://schemas.microsoft.com/office/drawing/2014/main" id="{05D38C31-A19E-97C5-6F62-A69BB46EF121}"/>
                  </a:ext>
                </a:extLst>
              </p14:cNvPr>
              <p14:cNvContentPartPr/>
              <p14:nvPr/>
            </p14:nvContentPartPr>
            <p14:xfrm>
              <a:off x="4032240" y="4173160"/>
              <a:ext cx="1632600" cy="18720"/>
            </p14:xfrm>
          </p:contentPart>
        </mc:Choice>
        <mc:Fallback>
          <p:pic>
            <p:nvPicPr>
              <p:cNvPr id="17" name="Ink 16">
                <a:extLst>
                  <a:ext uri="{FF2B5EF4-FFF2-40B4-BE49-F238E27FC236}">
                    <a16:creationId xmlns:a16="http://schemas.microsoft.com/office/drawing/2014/main" id="{05D38C31-A19E-97C5-6F62-A69BB46EF121}"/>
                  </a:ext>
                </a:extLst>
              </p:cNvPr>
              <p:cNvPicPr/>
              <p:nvPr/>
            </p:nvPicPr>
            <p:blipFill>
              <a:blip r:embed="rId9"/>
              <a:stretch>
                <a:fillRect/>
              </a:stretch>
            </p:blipFill>
            <p:spPr>
              <a:xfrm>
                <a:off x="3978240" y="4065160"/>
                <a:ext cx="174024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8" name="Ink 17">
                <a:extLst>
                  <a:ext uri="{FF2B5EF4-FFF2-40B4-BE49-F238E27FC236}">
                    <a16:creationId xmlns:a16="http://schemas.microsoft.com/office/drawing/2014/main" id="{57252EFD-0F6C-3346-7571-DB7398F5FC46}"/>
                  </a:ext>
                </a:extLst>
              </p14:cNvPr>
              <p14:cNvContentPartPr/>
              <p14:nvPr/>
            </p14:nvContentPartPr>
            <p14:xfrm>
              <a:off x="3989400" y="5217880"/>
              <a:ext cx="1690560" cy="35640"/>
            </p14:xfrm>
          </p:contentPart>
        </mc:Choice>
        <mc:Fallback>
          <p:pic>
            <p:nvPicPr>
              <p:cNvPr id="18" name="Ink 17">
                <a:extLst>
                  <a:ext uri="{FF2B5EF4-FFF2-40B4-BE49-F238E27FC236}">
                    <a16:creationId xmlns:a16="http://schemas.microsoft.com/office/drawing/2014/main" id="{57252EFD-0F6C-3346-7571-DB7398F5FC46}"/>
                  </a:ext>
                </a:extLst>
              </p:cNvPr>
              <p:cNvPicPr/>
              <p:nvPr/>
            </p:nvPicPr>
            <p:blipFill>
              <a:blip r:embed="rId11"/>
              <a:stretch>
                <a:fillRect/>
              </a:stretch>
            </p:blipFill>
            <p:spPr>
              <a:xfrm>
                <a:off x="3935760" y="5110240"/>
                <a:ext cx="1798200" cy="2512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9" name="Ink 18">
                <a:extLst>
                  <a:ext uri="{FF2B5EF4-FFF2-40B4-BE49-F238E27FC236}">
                    <a16:creationId xmlns:a16="http://schemas.microsoft.com/office/drawing/2014/main" id="{5FF1A43F-CE79-3B80-306E-F15C28BE4636}"/>
                  </a:ext>
                </a:extLst>
              </p14:cNvPr>
              <p14:cNvContentPartPr/>
              <p14:nvPr/>
            </p14:nvContentPartPr>
            <p14:xfrm>
              <a:off x="4011360" y="6209320"/>
              <a:ext cx="1683720" cy="35280"/>
            </p14:xfrm>
          </p:contentPart>
        </mc:Choice>
        <mc:Fallback>
          <p:pic>
            <p:nvPicPr>
              <p:cNvPr id="19" name="Ink 18">
                <a:extLst>
                  <a:ext uri="{FF2B5EF4-FFF2-40B4-BE49-F238E27FC236}">
                    <a16:creationId xmlns:a16="http://schemas.microsoft.com/office/drawing/2014/main" id="{5FF1A43F-CE79-3B80-306E-F15C28BE4636}"/>
                  </a:ext>
                </a:extLst>
              </p:cNvPr>
              <p:cNvPicPr/>
              <p:nvPr/>
            </p:nvPicPr>
            <p:blipFill>
              <a:blip r:embed="rId13"/>
              <a:stretch>
                <a:fillRect/>
              </a:stretch>
            </p:blipFill>
            <p:spPr>
              <a:xfrm>
                <a:off x="3957720" y="6101680"/>
                <a:ext cx="1791360" cy="2509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0" name="Ink 19">
                <a:extLst>
                  <a:ext uri="{FF2B5EF4-FFF2-40B4-BE49-F238E27FC236}">
                    <a16:creationId xmlns:a16="http://schemas.microsoft.com/office/drawing/2014/main" id="{B9411084-85C0-3E18-EA74-52D88626CB74}"/>
                  </a:ext>
                </a:extLst>
              </p14:cNvPr>
              <p14:cNvContentPartPr/>
              <p14:nvPr/>
            </p14:nvContentPartPr>
            <p14:xfrm>
              <a:off x="9675600" y="1791040"/>
              <a:ext cx="1797840" cy="80280"/>
            </p14:xfrm>
          </p:contentPart>
        </mc:Choice>
        <mc:Fallback>
          <p:pic>
            <p:nvPicPr>
              <p:cNvPr id="20" name="Ink 19">
                <a:extLst>
                  <a:ext uri="{FF2B5EF4-FFF2-40B4-BE49-F238E27FC236}">
                    <a16:creationId xmlns:a16="http://schemas.microsoft.com/office/drawing/2014/main" id="{B9411084-85C0-3E18-EA74-52D88626CB74}"/>
                  </a:ext>
                </a:extLst>
              </p:cNvPr>
              <p:cNvPicPr/>
              <p:nvPr/>
            </p:nvPicPr>
            <p:blipFill>
              <a:blip r:embed="rId15"/>
              <a:stretch>
                <a:fillRect/>
              </a:stretch>
            </p:blipFill>
            <p:spPr>
              <a:xfrm>
                <a:off x="9621600" y="1683040"/>
                <a:ext cx="1905480" cy="2959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1" name="Ink 20">
                <a:extLst>
                  <a:ext uri="{FF2B5EF4-FFF2-40B4-BE49-F238E27FC236}">
                    <a16:creationId xmlns:a16="http://schemas.microsoft.com/office/drawing/2014/main" id="{019C47D4-D675-5CE5-CC8C-33CF2AA84841}"/>
                  </a:ext>
                </a:extLst>
              </p14:cNvPr>
              <p14:cNvContentPartPr/>
              <p14:nvPr/>
            </p14:nvContentPartPr>
            <p14:xfrm>
              <a:off x="9728520" y="2935480"/>
              <a:ext cx="1782360" cy="30240"/>
            </p14:xfrm>
          </p:contentPart>
        </mc:Choice>
        <mc:Fallback>
          <p:pic>
            <p:nvPicPr>
              <p:cNvPr id="21" name="Ink 20">
                <a:extLst>
                  <a:ext uri="{FF2B5EF4-FFF2-40B4-BE49-F238E27FC236}">
                    <a16:creationId xmlns:a16="http://schemas.microsoft.com/office/drawing/2014/main" id="{019C47D4-D675-5CE5-CC8C-33CF2AA84841}"/>
                  </a:ext>
                </a:extLst>
              </p:cNvPr>
              <p:cNvPicPr/>
              <p:nvPr/>
            </p:nvPicPr>
            <p:blipFill>
              <a:blip r:embed="rId17"/>
              <a:stretch>
                <a:fillRect/>
              </a:stretch>
            </p:blipFill>
            <p:spPr>
              <a:xfrm>
                <a:off x="9674520" y="2827480"/>
                <a:ext cx="1890000" cy="2458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3" name="Ink 22">
                <a:extLst>
                  <a:ext uri="{FF2B5EF4-FFF2-40B4-BE49-F238E27FC236}">
                    <a16:creationId xmlns:a16="http://schemas.microsoft.com/office/drawing/2014/main" id="{35F95023-CC01-7966-0368-BF06B3B8C394}"/>
                  </a:ext>
                </a:extLst>
              </p14:cNvPr>
              <p14:cNvContentPartPr/>
              <p14:nvPr/>
            </p14:nvContentPartPr>
            <p14:xfrm>
              <a:off x="9724920" y="6219400"/>
              <a:ext cx="1734120" cy="43560"/>
            </p14:xfrm>
          </p:contentPart>
        </mc:Choice>
        <mc:Fallback>
          <p:pic>
            <p:nvPicPr>
              <p:cNvPr id="23" name="Ink 22">
                <a:extLst>
                  <a:ext uri="{FF2B5EF4-FFF2-40B4-BE49-F238E27FC236}">
                    <a16:creationId xmlns:a16="http://schemas.microsoft.com/office/drawing/2014/main" id="{35F95023-CC01-7966-0368-BF06B3B8C394}"/>
                  </a:ext>
                </a:extLst>
              </p:cNvPr>
              <p:cNvPicPr/>
              <p:nvPr/>
            </p:nvPicPr>
            <p:blipFill>
              <a:blip r:embed="rId19"/>
              <a:stretch>
                <a:fillRect/>
              </a:stretch>
            </p:blipFill>
            <p:spPr>
              <a:xfrm>
                <a:off x="9670920" y="6111400"/>
                <a:ext cx="184176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4" name="Ink 23">
                <a:extLst>
                  <a:ext uri="{FF2B5EF4-FFF2-40B4-BE49-F238E27FC236}">
                    <a16:creationId xmlns:a16="http://schemas.microsoft.com/office/drawing/2014/main" id="{74472EE0-3A04-3014-BCDF-3E6257D1D8CC}"/>
                  </a:ext>
                </a:extLst>
              </p14:cNvPr>
              <p14:cNvContentPartPr/>
              <p14:nvPr/>
            </p14:nvContentPartPr>
            <p14:xfrm>
              <a:off x="9668040" y="5124280"/>
              <a:ext cx="1896480" cy="16200"/>
            </p14:xfrm>
          </p:contentPart>
        </mc:Choice>
        <mc:Fallback>
          <p:pic>
            <p:nvPicPr>
              <p:cNvPr id="24" name="Ink 23">
                <a:extLst>
                  <a:ext uri="{FF2B5EF4-FFF2-40B4-BE49-F238E27FC236}">
                    <a16:creationId xmlns:a16="http://schemas.microsoft.com/office/drawing/2014/main" id="{74472EE0-3A04-3014-BCDF-3E6257D1D8CC}"/>
                  </a:ext>
                </a:extLst>
              </p:cNvPr>
              <p:cNvPicPr/>
              <p:nvPr/>
            </p:nvPicPr>
            <p:blipFill>
              <a:blip r:embed="rId21"/>
              <a:stretch>
                <a:fillRect/>
              </a:stretch>
            </p:blipFill>
            <p:spPr>
              <a:xfrm>
                <a:off x="9614400" y="5016280"/>
                <a:ext cx="2004120" cy="2318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5" name="Ink 24">
                <a:extLst>
                  <a:ext uri="{FF2B5EF4-FFF2-40B4-BE49-F238E27FC236}">
                    <a16:creationId xmlns:a16="http://schemas.microsoft.com/office/drawing/2014/main" id="{CFB6D0E5-2D58-4512-EDA7-61F2AE51C554}"/>
                  </a:ext>
                </a:extLst>
              </p14:cNvPr>
              <p14:cNvContentPartPr/>
              <p14:nvPr/>
            </p14:nvContentPartPr>
            <p14:xfrm>
              <a:off x="9650040" y="4017280"/>
              <a:ext cx="1831680" cy="62640"/>
            </p14:xfrm>
          </p:contentPart>
        </mc:Choice>
        <mc:Fallback>
          <p:pic>
            <p:nvPicPr>
              <p:cNvPr id="25" name="Ink 24">
                <a:extLst>
                  <a:ext uri="{FF2B5EF4-FFF2-40B4-BE49-F238E27FC236}">
                    <a16:creationId xmlns:a16="http://schemas.microsoft.com/office/drawing/2014/main" id="{CFB6D0E5-2D58-4512-EDA7-61F2AE51C554}"/>
                  </a:ext>
                </a:extLst>
              </p:cNvPr>
              <p:cNvPicPr/>
              <p:nvPr/>
            </p:nvPicPr>
            <p:blipFill>
              <a:blip r:embed="rId23"/>
              <a:stretch>
                <a:fillRect/>
              </a:stretch>
            </p:blipFill>
            <p:spPr>
              <a:xfrm>
                <a:off x="9596040" y="3909280"/>
                <a:ext cx="1939320" cy="278280"/>
              </a:xfrm>
              <a:prstGeom prst="rect">
                <a:avLst/>
              </a:prstGeom>
            </p:spPr>
          </p:pic>
        </mc:Fallback>
      </mc:AlternateContent>
    </p:spTree>
    <p:extLst>
      <p:ext uri="{BB962C8B-B14F-4D97-AF65-F5344CB8AC3E}">
        <p14:creationId xmlns:p14="http://schemas.microsoft.com/office/powerpoint/2010/main" val="12814994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51A4D-14D9-1072-61AF-16FA59E3BBAE}"/>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069AE264-8C0E-9853-4BDC-1758BA847B56}"/>
              </a:ext>
            </a:extLst>
          </p:cNvPr>
          <p:cNvSpPr txBox="1"/>
          <p:nvPr/>
        </p:nvSpPr>
        <p:spPr>
          <a:xfrm>
            <a:off x="175080" y="94390"/>
            <a:ext cx="6065081" cy="461665"/>
          </a:xfrm>
          <a:prstGeom prst="rect">
            <a:avLst/>
          </a:prstGeom>
          <a:noFill/>
        </p:spPr>
        <p:txBody>
          <a:bodyPr wrap="square" rtlCol="0">
            <a:spAutoFit/>
          </a:bodyPr>
          <a:lstStyle/>
          <a:p>
            <a:r>
              <a:rPr lang="en-US" sz="2400" b="1" u="sng" dirty="0"/>
              <a:t>Binary Classifier (Perceived RD Intensity</a:t>
            </a:r>
            <a:r>
              <a:rPr lang="en-US" dirty="0"/>
              <a:t>)</a:t>
            </a:r>
          </a:p>
        </p:txBody>
      </p:sp>
      <p:sp>
        <p:nvSpPr>
          <p:cNvPr id="2" name="TextBox 1">
            <a:extLst>
              <a:ext uri="{FF2B5EF4-FFF2-40B4-BE49-F238E27FC236}">
                <a16:creationId xmlns:a16="http://schemas.microsoft.com/office/drawing/2014/main" id="{0C4E309C-5E68-638F-135B-1CDCB715EE9F}"/>
              </a:ext>
            </a:extLst>
          </p:cNvPr>
          <p:cNvSpPr txBox="1"/>
          <p:nvPr/>
        </p:nvSpPr>
        <p:spPr>
          <a:xfrm>
            <a:off x="8737257" y="94389"/>
            <a:ext cx="2545492" cy="461665"/>
          </a:xfrm>
          <a:prstGeom prst="rect">
            <a:avLst/>
          </a:prstGeom>
          <a:noFill/>
        </p:spPr>
        <p:txBody>
          <a:bodyPr wrap="square" rtlCol="0">
            <a:spAutoFit/>
          </a:bodyPr>
          <a:lstStyle/>
          <a:p>
            <a:r>
              <a:rPr lang="en-US" sz="2400" b="1" dirty="0">
                <a:solidFill>
                  <a:schemeClr val="accent2">
                    <a:lumMod val="50000"/>
                  </a:schemeClr>
                </a:solidFill>
              </a:rPr>
              <a:t>Phase 3</a:t>
            </a:r>
          </a:p>
        </p:txBody>
      </p:sp>
      <p:sp>
        <p:nvSpPr>
          <p:cNvPr id="3" name="TextBox 2">
            <a:extLst>
              <a:ext uri="{FF2B5EF4-FFF2-40B4-BE49-F238E27FC236}">
                <a16:creationId xmlns:a16="http://schemas.microsoft.com/office/drawing/2014/main" id="{62C53390-3779-73F2-A929-58C0B723D1B2}"/>
              </a:ext>
            </a:extLst>
          </p:cNvPr>
          <p:cNvSpPr txBox="1"/>
          <p:nvPr/>
        </p:nvSpPr>
        <p:spPr>
          <a:xfrm>
            <a:off x="10900717" y="186723"/>
            <a:ext cx="1223319" cy="369332"/>
          </a:xfrm>
          <a:prstGeom prst="rect">
            <a:avLst/>
          </a:prstGeom>
          <a:noFill/>
        </p:spPr>
        <p:txBody>
          <a:bodyPr wrap="square" rtlCol="0">
            <a:spAutoFit/>
          </a:bodyPr>
          <a:lstStyle/>
          <a:p>
            <a:r>
              <a:rPr lang="en-US" dirty="0"/>
              <a:t>V23. xlsx</a:t>
            </a:r>
          </a:p>
        </p:txBody>
      </p:sp>
      <p:pic>
        <p:nvPicPr>
          <p:cNvPr id="4" name="Picture 3">
            <a:extLst>
              <a:ext uri="{FF2B5EF4-FFF2-40B4-BE49-F238E27FC236}">
                <a16:creationId xmlns:a16="http://schemas.microsoft.com/office/drawing/2014/main" id="{0D6FAB9B-3077-794C-F660-2D719ADAB33F}"/>
              </a:ext>
            </a:extLst>
          </p:cNvPr>
          <p:cNvPicPr>
            <a:picLocks noChangeAspect="1"/>
          </p:cNvPicPr>
          <p:nvPr/>
        </p:nvPicPr>
        <p:blipFill>
          <a:blip r:embed="rId3"/>
          <a:stretch>
            <a:fillRect/>
          </a:stretch>
        </p:blipFill>
        <p:spPr>
          <a:xfrm>
            <a:off x="242159" y="2505905"/>
            <a:ext cx="11531204" cy="848034"/>
          </a:xfrm>
          <a:prstGeom prst="rect">
            <a:avLst/>
          </a:prstGeom>
        </p:spPr>
      </p:pic>
      <p:sp>
        <p:nvSpPr>
          <p:cNvPr id="5" name="TextBox 4">
            <a:extLst>
              <a:ext uri="{FF2B5EF4-FFF2-40B4-BE49-F238E27FC236}">
                <a16:creationId xmlns:a16="http://schemas.microsoft.com/office/drawing/2014/main" id="{27D23602-62CB-019E-A5DC-97804E580901}"/>
              </a:ext>
            </a:extLst>
          </p:cNvPr>
          <p:cNvSpPr txBox="1"/>
          <p:nvPr/>
        </p:nvSpPr>
        <p:spPr>
          <a:xfrm>
            <a:off x="667266" y="4506846"/>
            <a:ext cx="4411362" cy="1200329"/>
          </a:xfrm>
          <a:prstGeom prst="rect">
            <a:avLst/>
          </a:prstGeom>
          <a:noFill/>
        </p:spPr>
        <p:txBody>
          <a:bodyPr wrap="square" rtlCol="0">
            <a:spAutoFit/>
          </a:bodyPr>
          <a:lstStyle/>
          <a:p>
            <a:r>
              <a:rPr lang="en-US" dirty="0" err="1"/>
              <a:t>RoBERTa</a:t>
            </a:r>
            <a:r>
              <a:rPr lang="en-US" dirty="0"/>
              <a:t>, Google </a:t>
            </a:r>
            <a:r>
              <a:rPr lang="en-US" dirty="0" err="1"/>
              <a:t>Colab</a:t>
            </a:r>
            <a:endParaRPr lang="en-US" dirty="0"/>
          </a:p>
          <a:p>
            <a:r>
              <a:rPr lang="en-US" dirty="0"/>
              <a:t>Stratified K Fold</a:t>
            </a:r>
          </a:p>
          <a:p>
            <a:r>
              <a:rPr lang="en-US" dirty="0"/>
              <a:t>No Class Weight Loss</a:t>
            </a:r>
          </a:p>
          <a:p>
            <a:r>
              <a:rPr lang="en-US" dirty="0"/>
              <a:t>Weighted Sampling</a:t>
            </a:r>
          </a:p>
        </p:txBody>
      </p:sp>
      <p:sp>
        <p:nvSpPr>
          <p:cNvPr id="7" name="TextBox 6">
            <a:extLst>
              <a:ext uri="{FF2B5EF4-FFF2-40B4-BE49-F238E27FC236}">
                <a16:creationId xmlns:a16="http://schemas.microsoft.com/office/drawing/2014/main" id="{CCB0F95A-BC41-A0EF-B482-0F6276B282FF}"/>
              </a:ext>
            </a:extLst>
          </p:cNvPr>
          <p:cNvSpPr txBox="1"/>
          <p:nvPr/>
        </p:nvSpPr>
        <p:spPr>
          <a:xfrm>
            <a:off x="4972087" y="3930713"/>
            <a:ext cx="6098058" cy="1754326"/>
          </a:xfrm>
          <a:prstGeom prst="rect">
            <a:avLst/>
          </a:prstGeom>
          <a:noFill/>
        </p:spPr>
        <p:txBody>
          <a:bodyPr wrap="square">
            <a:spAutoFit/>
          </a:bodyPr>
          <a:lstStyle/>
          <a:p>
            <a:pPr>
              <a:buNone/>
            </a:pPr>
            <a:r>
              <a:rPr lang="en-CA" sz="1800" dirty="0">
                <a:solidFill>
                  <a:srgbClr val="000000"/>
                </a:solidFill>
                <a:effectLst/>
                <a:latin typeface="-webkit-standard"/>
                <a:ea typeface="Aptos" panose="020B0004020202020204" pitchFamily="34" charset="0"/>
                <a:cs typeface="Times New Roman" panose="02020603050405020304" pitchFamily="18" charset="0"/>
              </a:rPr>
              <a:t>Expanding the labeled dataset substantially improved model performance, enabling the classifier to reliably distinguish between low and high resource dependence. While early training epochs exhibited instability, later epochs produced consistent and balanced classification performance across folds, with F1 scores exceeding 0.70 for both classes.</a:t>
            </a:r>
            <a:endParaRPr lang="en-CA" sz="1600" dirty="0">
              <a:effectLst/>
              <a:latin typeface="Aptos" panose="020B0004020202020204" pitchFamily="34" charset="0"/>
              <a:ea typeface="Aptos" panose="020B000402020202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53763688-149A-207E-9338-192A72C421F7}"/>
                  </a:ext>
                </a:extLst>
              </p14:cNvPr>
              <p14:cNvContentPartPr/>
              <p14:nvPr/>
            </p14:nvContentPartPr>
            <p14:xfrm>
              <a:off x="3973894" y="3058901"/>
              <a:ext cx="650160" cy="5040"/>
            </p14:xfrm>
          </p:contentPart>
        </mc:Choice>
        <mc:Fallback xmlns="">
          <p:pic>
            <p:nvPicPr>
              <p:cNvPr id="6" name="Ink 5">
                <a:extLst>
                  <a:ext uri="{FF2B5EF4-FFF2-40B4-BE49-F238E27FC236}">
                    <a16:creationId xmlns:a16="http://schemas.microsoft.com/office/drawing/2014/main" id="{53763688-149A-207E-9338-192A72C421F7}"/>
                  </a:ext>
                </a:extLst>
              </p:cNvPr>
              <p:cNvPicPr/>
              <p:nvPr/>
            </p:nvPicPr>
            <p:blipFill>
              <a:blip r:embed="rId5"/>
              <a:stretch>
                <a:fillRect/>
              </a:stretch>
            </p:blipFill>
            <p:spPr>
              <a:xfrm>
                <a:off x="3919894" y="2950901"/>
                <a:ext cx="75780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20D22BEC-45F1-5412-25C1-927C29353A69}"/>
                  </a:ext>
                </a:extLst>
              </p14:cNvPr>
              <p14:cNvContentPartPr/>
              <p14:nvPr/>
            </p14:nvContentPartPr>
            <p14:xfrm>
              <a:off x="6174934" y="3085901"/>
              <a:ext cx="693000" cy="1800"/>
            </p14:xfrm>
          </p:contentPart>
        </mc:Choice>
        <mc:Fallback xmlns="">
          <p:pic>
            <p:nvPicPr>
              <p:cNvPr id="8" name="Ink 7">
                <a:extLst>
                  <a:ext uri="{FF2B5EF4-FFF2-40B4-BE49-F238E27FC236}">
                    <a16:creationId xmlns:a16="http://schemas.microsoft.com/office/drawing/2014/main" id="{20D22BEC-45F1-5412-25C1-927C29353A69}"/>
                  </a:ext>
                </a:extLst>
              </p:cNvPr>
              <p:cNvPicPr/>
              <p:nvPr/>
            </p:nvPicPr>
            <p:blipFill>
              <a:blip r:embed="rId7"/>
              <a:stretch>
                <a:fillRect/>
              </a:stretch>
            </p:blipFill>
            <p:spPr>
              <a:xfrm>
                <a:off x="6120934" y="2977901"/>
                <a:ext cx="80064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610A7BE0-AA42-EA8D-13C8-CB803A16AE1C}"/>
                  </a:ext>
                </a:extLst>
              </p14:cNvPr>
              <p14:cNvContentPartPr/>
              <p14:nvPr/>
            </p14:nvContentPartPr>
            <p14:xfrm>
              <a:off x="8543014" y="3077981"/>
              <a:ext cx="661680" cy="5040"/>
            </p14:xfrm>
          </p:contentPart>
        </mc:Choice>
        <mc:Fallback xmlns="">
          <p:pic>
            <p:nvPicPr>
              <p:cNvPr id="11" name="Ink 10">
                <a:extLst>
                  <a:ext uri="{FF2B5EF4-FFF2-40B4-BE49-F238E27FC236}">
                    <a16:creationId xmlns:a16="http://schemas.microsoft.com/office/drawing/2014/main" id="{610A7BE0-AA42-EA8D-13C8-CB803A16AE1C}"/>
                  </a:ext>
                </a:extLst>
              </p:cNvPr>
              <p:cNvPicPr/>
              <p:nvPr/>
            </p:nvPicPr>
            <p:blipFill>
              <a:blip r:embed="rId9"/>
              <a:stretch>
                <a:fillRect/>
              </a:stretch>
            </p:blipFill>
            <p:spPr>
              <a:xfrm>
                <a:off x="8489014" y="2970341"/>
                <a:ext cx="76932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7D5FB055-5DEB-07AF-45F7-4EFB2C83B89D}"/>
                  </a:ext>
                </a:extLst>
              </p14:cNvPr>
              <p14:cNvContentPartPr/>
              <p14:nvPr/>
            </p14:nvContentPartPr>
            <p14:xfrm>
              <a:off x="10200454" y="3087701"/>
              <a:ext cx="659520" cy="12600"/>
            </p14:xfrm>
          </p:contentPart>
        </mc:Choice>
        <mc:Fallback xmlns="">
          <p:pic>
            <p:nvPicPr>
              <p:cNvPr id="12" name="Ink 11">
                <a:extLst>
                  <a:ext uri="{FF2B5EF4-FFF2-40B4-BE49-F238E27FC236}">
                    <a16:creationId xmlns:a16="http://schemas.microsoft.com/office/drawing/2014/main" id="{7D5FB055-5DEB-07AF-45F7-4EFB2C83B89D}"/>
                  </a:ext>
                </a:extLst>
              </p:cNvPr>
              <p:cNvPicPr/>
              <p:nvPr/>
            </p:nvPicPr>
            <p:blipFill>
              <a:blip r:embed="rId11"/>
              <a:stretch>
                <a:fillRect/>
              </a:stretch>
            </p:blipFill>
            <p:spPr>
              <a:xfrm>
                <a:off x="10146454" y="2980061"/>
                <a:ext cx="767160" cy="228240"/>
              </a:xfrm>
              <a:prstGeom prst="rect">
                <a:avLst/>
              </a:prstGeom>
            </p:spPr>
          </p:pic>
        </mc:Fallback>
      </mc:AlternateContent>
      <p:sp>
        <p:nvSpPr>
          <p:cNvPr id="9" name="Slide Number Placeholder 8">
            <a:extLst>
              <a:ext uri="{FF2B5EF4-FFF2-40B4-BE49-F238E27FC236}">
                <a16:creationId xmlns:a16="http://schemas.microsoft.com/office/drawing/2014/main" id="{3C09D695-D26B-A604-97ED-A593203C4BE8}"/>
              </a:ext>
            </a:extLst>
          </p:cNvPr>
          <p:cNvSpPr>
            <a:spLocks noGrp="1"/>
          </p:cNvSpPr>
          <p:nvPr>
            <p:ph type="sldNum" sz="quarter" idx="12"/>
          </p:nvPr>
        </p:nvSpPr>
        <p:spPr/>
        <p:txBody>
          <a:bodyPr/>
          <a:lstStyle/>
          <a:p>
            <a:fld id="{0CB925E2-E8C9-4143-BCD5-4CDDC2142BEC}" type="slidenum">
              <a:rPr lang="en-US" smtClean="0"/>
              <a:t>24</a:t>
            </a:fld>
            <a:endParaRPr lang="en-US"/>
          </a:p>
        </p:txBody>
      </p:sp>
    </p:spTree>
    <p:extLst>
      <p:ext uri="{BB962C8B-B14F-4D97-AF65-F5344CB8AC3E}">
        <p14:creationId xmlns:p14="http://schemas.microsoft.com/office/powerpoint/2010/main" val="2819795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EB847E9-B7EB-3C46-571B-74B67E02AE64}"/>
              </a:ext>
            </a:extLst>
          </p:cNvPr>
          <p:cNvGraphicFramePr>
            <a:graphicFrameLocks noGrp="1"/>
          </p:cNvGraphicFramePr>
          <p:nvPr>
            <p:extLst>
              <p:ext uri="{D42A27DB-BD31-4B8C-83A1-F6EECF244321}">
                <p14:modId xmlns:p14="http://schemas.microsoft.com/office/powerpoint/2010/main" val="3136820607"/>
              </p:ext>
            </p:extLst>
          </p:nvPr>
        </p:nvGraphicFramePr>
        <p:xfrm>
          <a:off x="1762018" y="1017365"/>
          <a:ext cx="8654728" cy="5568787"/>
        </p:xfrm>
        <a:graphic>
          <a:graphicData uri="http://schemas.openxmlformats.org/drawingml/2006/table">
            <a:tbl>
              <a:tblPr/>
              <a:tblGrid>
                <a:gridCol w="1081841">
                  <a:extLst>
                    <a:ext uri="{9D8B030D-6E8A-4147-A177-3AD203B41FA5}">
                      <a16:colId xmlns:a16="http://schemas.microsoft.com/office/drawing/2014/main" val="3541819165"/>
                    </a:ext>
                  </a:extLst>
                </a:gridCol>
                <a:gridCol w="1081841">
                  <a:extLst>
                    <a:ext uri="{9D8B030D-6E8A-4147-A177-3AD203B41FA5}">
                      <a16:colId xmlns:a16="http://schemas.microsoft.com/office/drawing/2014/main" val="1340090963"/>
                    </a:ext>
                  </a:extLst>
                </a:gridCol>
                <a:gridCol w="1081841">
                  <a:extLst>
                    <a:ext uri="{9D8B030D-6E8A-4147-A177-3AD203B41FA5}">
                      <a16:colId xmlns:a16="http://schemas.microsoft.com/office/drawing/2014/main" val="4164949450"/>
                    </a:ext>
                  </a:extLst>
                </a:gridCol>
                <a:gridCol w="1081841">
                  <a:extLst>
                    <a:ext uri="{9D8B030D-6E8A-4147-A177-3AD203B41FA5}">
                      <a16:colId xmlns:a16="http://schemas.microsoft.com/office/drawing/2014/main" val="4131166838"/>
                    </a:ext>
                  </a:extLst>
                </a:gridCol>
                <a:gridCol w="1081841">
                  <a:extLst>
                    <a:ext uri="{9D8B030D-6E8A-4147-A177-3AD203B41FA5}">
                      <a16:colId xmlns:a16="http://schemas.microsoft.com/office/drawing/2014/main" val="3078260347"/>
                    </a:ext>
                  </a:extLst>
                </a:gridCol>
                <a:gridCol w="1081841">
                  <a:extLst>
                    <a:ext uri="{9D8B030D-6E8A-4147-A177-3AD203B41FA5}">
                      <a16:colId xmlns:a16="http://schemas.microsoft.com/office/drawing/2014/main" val="1564881086"/>
                    </a:ext>
                  </a:extLst>
                </a:gridCol>
                <a:gridCol w="1081841">
                  <a:extLst>
                    <a:ext uri="{9D8B030D-6E8A-4147-A177-3AD203B41FA5}">
                      <a16:colId xmlns:a16="http://schemas.microsoft.com/office/drawing/2014/main" val="3279795487"/>
                    </a:ext>
                  </a:extLst>
                </a:gridCol>
                <a:gridCol w="1081841">
                  <a:extLst>
                    <a:ext uri="{9D8B030D-6E8A-4147-A177-3AD203B41FA5}">
                      <a16:colId xmlns:a16="http://schemas.microsoft.com/office/drawing/2014/main" val="699291031"/>
                    </a:ext>
                  </a:extLst>
                </a:gridCol>
              </a:tblGrid>
              <a:tr h="448747">
                <a:tc>
                  <a:txBody>
                    <a:bodyPr/>
                    <a:lstStyle/>
                    <a:p>
                      <a:pPr algn="r">
                        <a:buNone/>
                      </a:pPr>
                      <a:endParaRPr lang="en-CA" sz="1000" b="1">
                        <a:effectLst/>
                      </a:endParaRPr>
                    </a:p>
                  </a:txBody>
                  <a:tcPr marL="50015" marR="50015" marT="25008" marB="25008" anchor="ctr">
                    <a:lnL>
                      <a:noFill/>
                    </a:lnL>
                    <a:lnR>
                      <a:noFill/>
                    </a:lnR>
                    <a:lnT>
                      <a:noFill/>
                    </a:lnT>
                    <a:lnB>
                      <a:noFill/>
                    </a:lnB>
                    <a:noFill/>
                  </a:tcPr>
                </a:tc>
                <a:tc>
                  <a:txBody>
                    <a:bodyPr/>
                    <a:lstStyle/>
                    <a:p>
                      <a:pPr algn="r">
                        <a:buNone/>
                      </a:pPr>
                      <a:r>
                        <a:rPr lang="en-CA" sz="1000" b="1">
                          <a:effectLst/>
                        </a:rPr>
                        <a:t>fold</a:t>
                      </a:r>
                    </a:p>
                  </a:txBody>
                  <a:tcPr marL="50015" marR="50015" marT="25008" marB="25008" anchor="ctr">
                    <a:lnL>
                      <a:noFill/>
                    </a:lnL>
                    <a:lnR>
                      <a:noFill/>
                    </a:lnR>
                    <a:lnT>
                      <a:noFill/>
                    </a:lnT>
                    <a:lnB>
                      <a:noFill/>
                    </a:lnB>
                    <a:noFill/>
                  </a:tcPr>
                </a:tc>
                <a:tc>
                  <a:txBody>
                    <a:bodyPr/>
                    <a:lstStyle/>
                    <a:p>
                      <a:pPr algn="r">
                        <a:buNone/>
                      </a:pPr>
                      <a:r>
                        <a:rPr lang="en-CA" sz="1000" b="1">
                          <a:effectLst/>
                        </a:rPr>
                        <a:t>Train Loss</a:t>
                      </a:r>
                    </a:p>
                  </a:txBody>
                  <a:tcPr marL="50015" marR="50015" marT="25008" marB="25008" anchor="ctr">
                    <a:lnL>
                      <a:noFill/>
                    </a:lnL>
                    <a:lnR>
                      <a:noFill/>
                    </a:lnR>
                    <a:lnT>
                      <a:noFill/>
                    </a:lnT>
                    <a:lnB>
                      <a:noFill/>
                    </a:lnB>
                    <a:noFill/>
                  </a:tcPr>
                </a:tc>
                <a:tc>
                  <a:txBody>
                    <a:bodyPr/>
                    <a:lstStyle/>
                    <a:p>
                      <a:pPr algn="r">
                        <a:buNone/>
                      </a:pPr>
                      <a:r>
                        <a:rPr lang="en-CA" sz="1000" b="1">
                          <a:effectLst/>
                        </a:rPr>
                        <a:t>Val Loss</a:t>
                      </a:r>
                    </a:p>
                  </a:txBody>
                  <a:tcPr marL="50015" marR="50015" marT="25008" marB="25008" anchor="ctr">
                    <a:lnL>
                      <a:noFill/>
                    </a:lnL>
                    <a:lnR>
                      <a:noFill/>
                    </a:lnR>
                    <a:lnT>
                      <a:noFill/>
                    </a:lnT>
                    <a:lnB>
                      <a:noFill/>
                    </a:lnB>
                    <a:noFill/>
                  </a:tcPr>
                </a:tc>
                <a:tc>
                  <a:txBody>
                    <a:bodyPr/>
                    <a:lstStyle/>
                    <a:p>
                      <a:pPr algn="r">
                        <a:buNone/>
                      </a:pPr>
                      <a:r>
                        <a:rPr lang="en-CA" sz="1000" b="1">
                          <a:effectLst/>
                        </a:rPr>
                        <a:t>Accuracy</a:t>
                      </a:r>
                    </a:p>
                  </a:txBody>
                  <a:tcPr marL="50015" marR="50015" marT="25008" marB="25008" anchor="ctr">
                    <a:lnL>
                      <a:noFill/>
                    </a:lnL>
                    <a:lnR>
                      <a:noFill/>
                    </a:lnR>
                    <a:lnT>
                      <a:noFill/>
                    </a:lnT>
                    <a:lnB>
                      <a:noFill/>
                    </a:lnB>
                    <a:noFill/>
                  </a:tcPr>
                </a:tc>
                <a:tc>
                  <a:txBody>
                    <a:bodyPr/>
                    <a:lstStyle/>
                    <a:p>
                      <a:pPr algn="r">
                        <a:buNone/>
                      </a:pPr>
                      <a:r>
                        <a:rPr lang="en-CA" sz="1000" b="1">
                          <a:effectLst/>
                        </a:rPr>
                        <a:t>Weighted F1</a:t>
                      </a:r>
                    </a:p>
                  </a:txBody>
                  <a:tcPr marL="50015" marR="50015" marT="25008" marB="25008" anchor="ctr">
                    <a:lnL>
                      <a:noFill/>
                    </a:lnL>
                    <a:lnR>
                      <a:noFill/>
                    </a:lnR>
                    <a:lnT>
                      <a:noFill/>
                    </a:lnT>
                    <a:lnB>
                      <a:noFill/>
                    </a:lnB>
                    <a:noFill/>
                  </a:tcPr>
                </a:tc>
                <a:tc>
                  <a:txBody>
                    <a:bodyPr/>
                    <a:lstStyle/>
                    <a:p>
                      <a:pPr algn="r">
                        <a:buNone/>
                      </a:pPr>
                      <a:r>
                        <a:rPr lang="en-CA" sz="1000" b="1">
                          <a:effectLst/>
                        </a:rPr>
                        <a:t>F1_0</a:t>
                      </a:r>
                    </a:p>
                  </a:txBody>
                  <a:tcPr marL="50015" marR="50015" marT="25008" marB="25008" anchor="ctr">
                    <a:lnL>
                      <a:noFill/>
                    </a:lnL>
                    <a:lnR>
                      <a:noFill/>
                    </a:lnR>
                    <a:lnT>
                      <a:noFill/>
                    </a:lnT>
                    <a:lnB>
                      <a:noFill/>
                    </a:lnB>
                    <a:noFill/>
                  </a:tcPr>
                </a:tc>
                <a:tc>
                  <a:txBody>
                    <a:bodyPr/>
                    <a:lstStyle/>
                    <a:p>
                      <a:pPr algn="r">
                        <a:buNone/>
                      </a:pPr>
                      <a:r>
                        <a:rPr lang="en-CA" sz="1000" b="1">
                          <a:effectLst/>
                        </a:rPr>
                        <a:t>F1_1</a:t>
                      </a:r>
                    </a:p>
                  </a:txBody>
                  <a:tcPr marL="50015" marR="50015" marT="25008" marB="25008" anchor="ctr">
                    <a:lnL>
                      <a:noFill/>
                    </a:lnL>
                    <a:lnR>
                      <a:noFill/>
                    </a:lnR>
                    <a:lnT>
                      <a:noFill/>
                    </a:lnT>
                    <a:lnB>
                      <a:noFill/>
                    </a:lnB>
                    <a:noFill/>
                  </a:tcPr>
                </a:tc>
                <a:extLst>
                  <a:ext uri="{0D108BD9-81ED-4DB2-BD59-A6C34878D82A}">
                    <a16:rowId xmlns:a16="http://schemas.microsoft.com/office/drawing/2014/main" val="2510837963"/>
                  </a:ext>
                </a:extLst>
              </a:tr>
              <a:tr h="256002">
                <a:tc>
                  <a:txBody>
                    <a:bodyPr/>
                    <a:lstStyle/>
                    <a:p>
                      <a:pPr fontAlgn="ctr">
                        <a:buNone/>
                      </a:pPr>
                      <a:r>
                        <a:rPr lang="en-CA" sz="1000" b="1">
                          <a:effectLst/>
                        </a:rPr>
                        <a:t>0</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0.696740</a:t>
                      </a:r>
                    </a:p>
                  </a:txBody>
                  <a:tcPr marL="50015" marR="50015" marT="25008" marB="25008" anchor="ctr">
                    <a:lnL>
                      <a:noFill/>
                    </a:lnL>
                    <a:lnR>
                      <a:noFill/>
                    </a:lnR>
                    <a:lnT>
                      <a:noFill/>
                    </a:lnT>
                    <a:lnB>
                      <a:noFill/>
                    </a:lnB>
                    <a:noFill/>
                  </a:tcPr>
                </a:tc>
                <a:tc>
                  <a:txBody>
                    <a:bodyPr/>
                    <a:lstStyle/>
                    <a:p>
                      <a:pPr algn="r">
                        <a:buNone/>
                      </a:pPr>
                      <a:r>
                        <a:rPr lang="en-CA" sz="1000">
                          <a:effectLst/>
                        </a:rPr>
                        <a:t>0.685739</a:t>
                      </a:r>
                    </a:p>
                  </a:txBody>
                  <a:tcPr marL="50015" marR="50015" marT="25008" marB="25008" anchor="ctr">
                    <a:lnL>
                      <a:noFill/>
                    </a:lnL>
                    <a:lnR>
                      <a:noFill/>
                    </a:lnR>
                    <a:lnT>
                      <a:noFill/>
                    </a:lnT>
                    <a:lnB>
                      <a:noFill/>
                    </a:lnB>
                    <a:noFill/>
                  </a:tcPr>
                </a:tc>
                <a:tc>
                  <a:txBody>
                    <a:bodyPr/>
                    <a:lstStyle/>
                    <a:p>
                      <a:pPr algn="r">
                        <a:buNone/>
                      </a:pPr>
                      <a:r>
                        <a:rPr lang="en-CA" sz="1000">
                          <a:effectLst/>
                        </a:rPr>
                        <a:t>0.632353</a:t>
                      </a:r>
                    </a:p>
                  </a:txBody>
                  <a:tcPr marL="50015" marR="50015" marT="25008" marB="25008" anchor="ctr">
                    <a:lnL>
                      <a:noFill/>
                    </a:lnL>
                    <a:lnR>
                      <a:noFill/>
                    </a:lnR>
                    <a:lnT>
                      <a:noFill/>
                    </a:lnT>
                    <a:lnB>
                      <a:noFill/>
                    </a:lnB>
                    <a:noFill/>
                  </a:tcPr>
                </a:tc>
                <a:tc>
                  <a:txBody>
                    <a:bodyPr/>
                    <a:lstStyle/>
                    <a:p>
                      <a:pPr algn="r">
                        <a:buNone/>
                      </a:pPr>
                      <a:r>
                        <a:rPr lang="en-CA" sz="1000">
                          <a:effectLst/>
                        </a:rPr>
                        <a:t>0.489931</a:t>
                      </a:r>
                    </a:p>
                  </a:txBody>
                  <a:tcPr marL="50015" marR="50015" marT="25008" marB="25008" anchor="ctr">
                    <a:lnL>
                      <a:noFill/>
                    </a:lnL>
                    <a:lnR>
                      <a:noFill/>
                    </a:lnR>
                    <a:lnT>
                      <a:noFill/>
                    </a:lnT>
                    <a:lnB>
                      <a:noFill/>
                    </a:lnB>
                    <a:noFill/>
                  </a:tcPr>
                </a:tc>
                <a:tc>
                  <a:txBody>
                    <a:bodyPr/>
                    <a:lstStyle/>
                    <a:p>
                      <a:pPr algn="r">
                        <a:buNone/>
                      </a:pPr>
                      <a:r>
                        <a:rPr lang="en-CA" sz="1000">
                          <a:effectLst/>
                        </a:rPr>
                        <a:t>0.774775</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2433667704"/>
                  </a:ext>
                </a:extLst>
              </a:tr>
              <a:tr h="256002">
                <a:tc>
                  <a:txBody>
                    <a:bodyPr/>
                    <a:lstStyle/>
                    <a:p>
                      <a:pPr fontAlgn="ctr">
                        <a:buNone/>
                      </a:pPr>
                      <a:r>
                        <a:rPr lang="en-CA" sz="1000" b="1">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0.677979</a:t>
                      </a:r>
                    </a:p>
                  </a:txBody>
                  <a:tcPr marL="50015" marR="50015" marT="25008" marB="25008" anchor="ctr">
                    <a:lnL>
                      <a:noFill/>
                    </a:lnL>
                    <a:lnR>
                      <a:noFill/>
                    </a:lnR>
                    <a:lnT>
                      <a:noFill/>
                    </a:lnT>
                    <a:lnB>
                      <a:noFill/>
                    </a:lnB>
                    <a:noFill/>
                  </a:tcPr>
                </a:tc>
                <a:tc>
                  <a:txBody>
                    <a:bodyPr/>
                    <a:lstStyle/>
                    <a:p>
                      <a:pPr algn="r">
                        <a:buNone/>
                      </a:pPr>
                      <a:r>
                        <a:rPr lang="en-CA" sz="1000">
                          <a:effectLst/>
                        </a:rPr>
                        <a:t>0.692894</a:t>
                      </a:r>
                    </a:p>
                  </a:txBody>
                  <a:tcPr marL="50015" marR="50015" marT="25008" marB="25008" anchor="ctr">
                    <a:lnL>
                      <a:noFill/>
                    </a:lnL>
                    <a:lnR>
                      <a:noFill/>
                    </a:lnR>
                    <a:lnT>
                      <a:noFill/>
                    </a:lnT>
                    <a:lnB>
                      <a:noFill/>
                    </a:lnB>
                    <a:noFill/>
                  </a:tcPr>
                </a:tc>
                <a:tc>
                  <a:txBody>
                    <a:bodyPr/>
                    <a:lstStyle/>
                    <a:p>
                      <a:pPr algn="r">
                        <a:buNone/>
                      </a:pPr>
                      <a:r>
                        <a:rPr lang="en-CA" sz="1000">
                          <a:effectLst/>
                        </a:rPr>
                        <a:t>0.367647</a:t>
                      </a:r>
                    </a:p>
                  </a:txBody>
                  <a:tcPr marL="50015" marR="50015" marT="25008" marB="25008" anchor="ctr">
                    <a:lnL>
                      <a:noFill/>
                    </a:lnL>
                    <a:lnR>
                      <a:noFill/>
                    </a:lnR>
                    <a:lnT>
                      <a:noFill/>
                    </a:lnT>
                    <a:lnB>
                      <a:noFill/>
                    </a:lnB>
                    <a:noFill/>
                  </a:tcPr>
                </a:tc>
                <a:tc>
                  <a:txBody>
                    <a:bodyPr/>
                    <a:lstStyle/>
                    <a:p>
                      <a:pPr algn="r">
                        <a:buNone/>
                      </a:pPr>
                      <a:r>
                        <a:rPr lang="en-CA" sz="1000">
                          <a:effectLst/>
                        </a:rPr>
                        <a:t>0.197660</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0.537634</a:t>
                      </a:r>
                    </a:p>
                  </a:txBody>
                  <a:tcPr marL="50015" marR="50015" marT="25008" marB="25008" anchor="ctr">
                    <a:lnL>
                      <a:noFill/>
                    </a:lnL>
                    <a:lnR>
                      <a:noFill/>
                    </a:lnR>
                    <a:lnT>
                      <a:noFill/>
                    </a:lnT>
                    <a:lnB>
                      <a:noFill/>
                    </a:lnB>
                    <a:noFill/>
                  </a:tcPr>
                </a:tc>
                <a:extLst>
                  <a:ext uri="{0D108BD9-81ED-4DB2-BD59-A6C34878D82A}">
                    <a16:rowId xmlns:a16="http://schemas.microsoft.com/office/drawing/2014/main" val="1871065073"/>
                  </a:ext>
                </a:extLst>
              </a:tr>
              <a:tr h="256002">
                <a:tc>
                  <a:txBody>
                    <a:bodyPr/>
                    <a:lstStyle/>
                    <a:p>
                      <a:pPr fontAlgn="ctr">
                        <a:buNone/>
                      </a:pPr>
                      <a:r>
                        <a:rPr lang="en-CA" sz="1000" b="1">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0.627203</a:t>
                      </a:r>
                    </a:p>
                  </a:txBody>
                  <a:tcPr marL="50015" marR="50015" marT="25008" marB="25008" anchor="ctr">
                    <a:lnL>
                      <a:noFill/>
                    </a:lnL>
                    <a:lnR>
                      <a:noFill/>
                    </a:lnR>
                    <a:lnT>
                      <a:noFill/>
                    </a:lnT>
                    <a:lnB>
                      <a:noFill/>
                    </a:lnB>
                    <a:noFill/>
                  </a:tcPr>
                </a:tc>
                <a:tc>
                  <a:txBody>
                    <a:bodyPr/>
                    <a:lstStyle/>
                    <a:p>
                      <a:pPr algn="r">
                        <a:buNone/>
                      </a:pPr>
                      <a:r>
                        <a:rPr lang="en-CA" sz="1000">
                          <a:effectLst/>
                        </a:rPr>
                        <a:t>0.556448</a:t>
                      </a:r>
                    </a:p>
                  </a:txBody>
                  <a:tcPr marL="50015" marR="50015" marT="25008" marB="25008" anchor="ctr">
                    <a:lnL>
                      <a:noFill/>
                    </a:lnL>
                    <a:lnR>
                      <a:noFill/>
                    </a:lnR>
                    <a:lnT>
                      <a:noFill/>
                    </a:lnT>
                    <a:lnB>
                      <a:noFill/>
                    </a:lnB>
                    <a:noFill/>
                  </a:tcPr>
                </a:tc>
                <a:tc>
                  <a:txBody>
                    <a:bodyPr/>
                    <a:lstStyle/>
                    <a:p>
                      <a:pPr algn="r">
                        <a:buNone/>
                      </a:pPr>
                      <a:r>
                        <a:rPr lang="en-CA" sz="1000">
                          <a:effectLst/>
                        </a:rPr>
                        <a:t>0.735294</a:t>
                      </a:r>
                    </a:p>
                  </a:txBody>
                  <a:tcPr marL="50015" marR="50015" marT="25008" marB="25008" anchor="ctr">
                    <a:lnL>
                      <a:noFill/>
                    </a:lnL>
                    <a:lnR>
                      <a:noFill/>
                    </a:lnR>
                    <a:lnT>
                      <a:noFill/>
                    </a:lnT>
                    <a:lnB>
                      <a:noFill/>
                    </a:lnB>
                    <a:noFill/>
                  </a:tcPr>
                </a:tc>
                <a:tc>
                  <a:txBody>
                    <a:bodyPr/>
                    <a:lstStyle/>
                    <a:p>
                      <a:pPr algn="r">
                        <a:buNone/>
                      </a:pPr>
                      <a:r>
                        <a:rPr lang="en-CA" sz="1000">
                          <a:effectLst/>
                        </a:rPr>
                        <a:t>0.739938</a:t>
                      </a:r>
                    </a:p>
                  </a:txBody>
                  <a:tcPr marL="50015" marR="50015" marT="25008" marB="25008" anchor="ctr">
                    <a:lnL>
                      <a:noFill/>
                    </a:lnL>
                    <a:lnR>
                      <a:noFill/>
                    </a:lnR>
                    <a:lnT>
                      <a:noFill/>
                    </a:lnT>
                    <a:lnB>
                      <a:noFill/>
                    </a:lnB>
                    <a:noFill/>
                  </a:tcPr>
                </a:tc>
                <a:tc>
                  <a:txBody>
                    <a:bodyPr/>
                    <a:lstStyle/>
                    <a:p>
                      <a:pPr algn="r">
                        <a:buNone/>
                      </a:pPr>
                      <a:r>
                        <a:rPr lang="en-CA" sz="1000">
                          <a:effectLst/>
                        </a:rPr>
                        <a:t>0.763158</a:t>
                      </a:r>
                    </a:p>
                  </a:txBody>
                  <a:tcPr marL="50015" marR="50015" marT="25008" marB="25008" anchor="ctr">
                    <a:lnL>
                      <a:noFill/>
                    </a:lnL>
                    <a:lnR>
                      <a:noFill/>
                    </a:lnR>
                    <a:lnT>
                      <a:noFill/>
                    </a:lnT>
                    <a:lnB>
                      <a:noFill/>
                    </a:lnB>
                    <a:noFill/>
                  </a:tcPr>
                </a:tc>
                <a:tc>
                  <a:txBody>
                    <a:bodyPr/>
                    <a:lstStyle/>
                    <a:p>
                      <a:pPr algn="r">
                        <a:buNone/>
                      </a:pPr>
                      <a:r>
                        <a:rPr lang="en-CA" sz="1000">
                          <a:effectLst/>
                        </a:rPr>
                        <a:t>0.700000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1735678833"/>
                  </a:ext>
                </a:extLst>
              </a:tr>
              <a:tr h="256002">
                <a:tc>
                  <a:txBody>
                    <a:bodyPr/>
                    <a:lstStyle/>
                    <a:p>
                      <a:pPr fontAlgn="ctr">
                        <a:buNone/>
                      </a:pPr>
                      <a:r>
                        <a:rPr lang="en-CA" sz="1000" b="1">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1</a:t>
                      </a:r>
                    </a:p>
                  </a:txBody>
                  <a:tcPr marL="50015" marR="50015" marT="25008" marB="25008" anchor="ctr">
                    <a:lnL>
                      <a:noFill/>
                    </a:lnL>
                    <a:lnR>
                      <a:noFill/>
                    </a:lnR>
                    <a:lnT>
                      <a:noFill/>
                    </a:lnT>
                    <a:lnB>
                      <a:noFill/>
                    </a:lnB>
                    <a:noFill/>
                  </a:tcPr>
                </a:tc>
                <a:tc>
                  <a:txBody>
                    <a:bodyPr/>
                    <a:lstStyle/>
                    <a:p>
                      <a:pPr algn="r">
                        <a:buNone/>
                      </a:pPr>
                      <a:r>
                        <a:rPr lang="en-CA" sz="1000">
                          <a:effectLst/>
                        </a:rPr>
                        <a:t>0.419074</a:t>
                      </a:r>
                    </a:p>
                  </a:txBody>
                  <a:tcPr marL="50015" marR="50015" marT="25008" marB="25008" anchor="ctr">
                    <a:lnL>
                      <a:noFill/>
                    </a:lnL>
                    <a:lnR>
                      <a:noFill/>
                    </a:lnR>
                    <a:lnT>
                      <a:noFill/>
                    </a:lnT>
                    <a:lnB>
                      <a:noFill/>
                    </a:lnB>
                    <a:noFill/>
                  </a:tcPr>
                </a:tc>
                <a:tc>
                  <a:txBody>
                    <a:bodyPr/>
                    <a:lstStyle/>
                    <a:p>
                      <a:pPr algn="r">
                        <a:buNone/>
                      </a:pPr>
                      <a:r>
                        <a:rPr lang="en-CA" sz="1000">
                          <a:effectLst/>
                        </a:rPr>
                        <a:t>0.470369</a:t>
                      </a:r>
                    </a:p>
                  </a:txBody>
                  <a:tcPr marL="50015" marR="50015" marT="25008" marB="25008" anchor="ctr">
                    <a:lnL>
                      <a:noFill/>
                    </a:lnL>
                    <a:lnR>
                      <a:noFill/>
                    </a:lnR>
                    <a:lnT>
                      <a:noFill/>
                    </a:lnT>
                    <a:lnB>
                      <a:noFill/>
                    </a:lnB>
                    <a:noFill/>
                  </a:tcPr>
                </a:tc>
                <a:tc>
                  <a:txBody>
                    <a:bodyPr/>
                    <a:lstStyle/>
                    <a:p>
                      <a:pPr algn="r">
                        <a:buNone/>
                      </a:pPr>
                      <a:r>
                        <a:rPr lang="en-CA" sz="1000">
                          <a:effectLst/>
                        </a:rPr>
                        <a:t>0.735294</a:t>
                      </a:r>
                    </a:p>
                  </a:txBody>
                  <a:tcPr marL="50015" marR="50015" marT="25008" marB="25008" anchor="ctr">
                    <a:lnL>
                      <a:noFill/>
                    </a:lnL>
                    <a:lnR>
                      <a:noFill/>
                    </a:lnR>
                    <a:lnT>
                      <a:noFill/>
                    </a:lnT>
                    <a:lnB>
                      <a:noFill/>
                    </a:lnB>
                    <a:noFill/>
                  </a:tcPr>
                </a:tc>
                <a:tc>
                  <a:txBody>
                    <a:bodyPr/>
                    <a:lstStyle/>
                    <a:p>
                      <a:pPr algn="r">
                        <a:buNone/>
                      </a:pPr>
                      <a:r>
                        <a:rPr lang="en-CA" sz="1000">
                          <a:effectLst/>
                        </a:rPr>
                        <a:t>0.738642</a:t>
                      </a:r>
                    </a:p>
                  </a:txBody>
                  <a:tcPr marL="50015" marR="50015" marT="25008" marB="25008" anchor="ctr">
                    <a:lnL>
                      <a:noFill/>
                    </a:lnL>
                    <a:lnR>
                      <a:noFill/>
                    </a:lnR>
                    <a:lnT>
                      <a:noFill/>
                    </a:lnT>
                    <a:lnB>
                      <a:noFill/>
                    </a:lnB>
                    <a:noFill/>
                  </a:tcPr>
                </a:tc>
                <a:tc>
                  <a:txBody>
                    <a:bodyPr/>
                    <a:lstStyle/>
                    <a:p>
                      <a:pPr algn="r">
                        <a:buNone/>
                      </a:pPr>
                      <a:r>
                        <a:rPr lang="en-CA" sz="1000">
                          <a:effectLst/>
                        </a:rPr>
                        <a:t>0.780488</a:t>
                      </a:r>
                    </a:p>
                  </a:txBody>
                  <a:tcPr marL="50015" marR="50015" marT="25008" marB="25008" anchor="ctr">
                    <a:lnL>
                      <a:noFill/>
                    </a:lnL>
                    <a:lnR>
                      <a:noFill/>
                    </a:lnR>
                    <a:lnT>
                      <a:noFill/>
                    </a:lnT>
                    <a:lnB>
                      <a:noFill/>
                    </a:lnB>
                    <a:noFill/>
                  </a:tcPr>
                </a:tc>
                <a:tc>
                  <a:txBody>
                    <a:bodyPr/>
                    <a:lstStyle/>
                    <a:p>
                      <a:pPr algn="r">
                        <a:buNone/>
                      </a:pPr>
                      <a:r>
                        <a:rPr lang="en-CA" sz="1000">
                          <a:effectLst/>
                        </a:rPr>
                        <a:t>0.666667</a:t>
                      </a:r>
                    </a:p>
                  </a:txBody>
                  <a:tcPr marL="50015" marR="50015" marT="25008" marB="25008" anchor="ctr">
                    <a:lnL>
                      <a:noFill/>
                    </a:lnL>
                    <a:lnR>
                      <a:noFill/>
                    </a:lnR>
                    <a:lnT>
                      <a:noFill/>
                    </a:lnT>
                    <a:lnB>
                      <a:noFill/>
                    </a:lnB>
                    <a:noFill/>
                  </a:tcPr>
                </a:tc>
                <a:extLst>
                  <a:ext uri="{0D108BD9-81ED-4DB2-BD59-A6C34878D82A}">
                    <a16:rowId xmlns:a16="http://schemas.microsoft.com/office/drawing/2014/main" val="1926208859"/>
                  </a:ext>
                </a:extLst>
              </a:tr>
              <a:tr h="256002">
                <a:tc>
                  <a:txBody>
                    <a:bodyPr/>
                    <a:lstStyle/>
                    <a:p>
                      <a:pPr fontAlgn="ctr">
                        <a:buNone/>
                      </a:pPr>
                      <a:r>
                        <a:rPr lang="en-CA" sz="1000" b="1">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0.694548</a:t>
                      </a:r>
                    </a:p>
                  </a:txBody>
                  <a:tcPr marL="50015" marR="50015" marT="25008" marB="25008" anchor="ctr">
                    <a:lnL>
                      <a:noFill/>
                    </a:lnL>
                    <a:lnR>
                      <a:noFill/>
                    </a:lnR>
                    <a:lnT>
                      <a:noFill/>
                    </a:lnT>
                    <a:lnB>
                      <a:noFill/>
                    </a:lnB>
                    <a:noFill/>
                  </a:tcPr>
                </a:tc>
                <a:tc>
                  <a:txBody>
                    <a:bodyPr/>
                    <a:lstStyle/>
                    <a:p>
                      <a:pPr algn="r">
                        <a:buNone/>
                      </a:pPr>
                      <a:r>
                        <a:rPr lang="en-CA" sz="1000">
                          <a:effectLst/>
                        </a:rPr>
                        <a:t>0.704199</a:t>
                      </a:r>
                    </a:p>
                  </a:txBody>
                  <a:tcPr marL="50015" marR="50015" marT="25008" marB="25008" anchor="ctr">
                    <a:lnL>
                      <a:noFill/>
                    </a:lnL>
                    <a:lnR>
                      <a:noFill/>
                    </a:lnR>
                    <a:lnT>
                      <a:noFill/>
                    </a:lnT>
                    <a:lnB>
                      <a:noFill/>
                    </a:lnB>
                    <a:noFill/>
                  </a:tcPr>
                </a:tc>
                <a:tc>
                  <a:txBody>
                    <a:bodyPr/>
                    <a:lstStyle/>
                    <a:p>
                      <a:pPr algn="r">
                        <a:buNone/>
                      </a:pPr>
                      <a:r>
                        <a:rPr lang="en-CA" sz="1000">
                          <a:effectLst/>
                        </a:rPr>
                        <a:t>0.367647</a:t>
                      </a:r>
                    </a:p>
                  </a:txBody>
                  <a:tcPr marL="50015" marR="50015" marT="25008" marB="25008" anchor="ctr">
                    <a:lnL>
                      <a:noFill/>
                    </a:lnL>
                    <a:lnR>
                      <a:noFill/>
                    </a:lnR>
                    <a:lnT>
                      <a:noFill/>
                    </a:lnT>
                    <a:lnB>
                      <a:noFill/>
                    </a:lnB>
                    <a:noFill/>
                  </a:tcPr>
                </a:tc>
                <a:tc>
                  <a:txBody>
                    <a:bodyPr/>
                    <a:lstStyle/>
                    <a:p>
                      <a:pPr algn="r">
                        <a:buNone/>
                      </a:pPr>
                      <a:r>
                        <a:rPr lang="en-CA" sz="1000">
                          <a:effectLst/>
                        </a:rPr>
                        <a:t>0.197660</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0.537634</a:t>
                      </a:r>
                    </a:p>
                  </a:txBody>
                  <a:tcPr marL="50015" marR="50015" marT="25008" marB="25008" anchor="ctr">
                    <a:lnL>
                      <a:noFill/>
                    </a:lnL>
                    <a:lnR>
                      <a:noFill/>
                    </a:lnR>
                    <a:lnT>
                      <a:noFill/>
                    </a:lnT>
                    <a:lnB>
                      <a:noFill/>
                    </a:lnB>
                    <a:noFill/>
                  </a:tcPr>
                </a:tc>
                <a:extLst>
                  <a:ext uri="{0D108BD9-81ED-4DB2-BD59-A6C34878D82A}">
                    <a16:rowId xmlns:a16="http://schemas.microsoft.com/office/drawing/2014/main" val="2627363513"/>
                  </a:ext>
                </a:extLst>
              </a:tr>
              <a:tr h="256002">
                <a:tc>
                  <a:txBody>
                    <a:bodyPr/>
                    <a:lstStyle/>
                    <a:p>
                      <a:pPr fontAlgn="ctr">
                        <a:buNone/>
                      </a:pPr>
                      <a:r>
                        <a:rPr lang="en-CA" sz="1000" b="1">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0.684775</a:t>
                      </a:r>
                    </a:p>
                  </a:txBody>
                  <a:tcPr marL="50015" marR="50015" marT="25008" marB="25008" anchor="ctr">
                    <a:lnL>
                      <a:noFill/>
                    </a:lnL>
                    <a:lnR>
                      <a:noFill/>
                    </a:lnR>
                    <a:lnT>
                      <a:noFill/>
                    </a:lnT>
                    <a:lnB>
                      <a:noFill/>
                    </a:lnB>
                    <a:noFill/>
                  </a:tcPr>
                </a:tc>
                <a:tc>
                  <a:txBody>
                    <a:bodyPr/>
                    <a:lstStyle/>
                    <a:p>
                      <a:pPr algn="r">
                        <a:buNone/>
                      </a:pPr>
                      <a:r>
                        <a:rPr lang="en-CA" sz="1000">
                          <a:effectLst/>
                        </a:rPr>
                        <a:t>0.667640</a:t>
                      </a:r>
                    </a:p>
                  </a:txBody>
                  <a:tcPr marL="50015" marR="50015" marT="25008" marB="25008" anchor="ctr">
                    <a:lnL>
                      <a:noFill/>
                    </a:lnL>
                    <a:lnR>
                      <a:noFill/>
                    </a:lnR>
                    <a:lnT>
                      <a:noFill/>
                    </a:lnT>
                    <a:lnB>
                      <a:noFill/>
                    </a:lnB>
                    <a:noFill/>
                  </a:tcPr>
                </a:tc>
                <a:tc>
                  <a:txBody>
                    <a:bodyPr/>
                    <a:lstStyle/>
                    <a:p>
                      <a:pPr algn="r">
                        <a:buNone/>
                      </a:pPr>
                      <a:r>
                        <a:rPr lang="en-CA" sz="1000">
                          <a:effectLst/>
                        </a:rPr>
                        <a:t>0.705882</a:t>
                      </a:r>
                    </a:p>
                  </a:txBody>
                  <a:tcPr marL="50015" marR="50015" marT="25008" marB="25008" anchor="ctr">
                    <a:lnL>
                      <a:noFill/>
                    </a:lnL>
                    <a:lnR>
                      <a:noFill/>
                    </a:lnR>
                    <a:lnT>
                      <a:noFill/>
                    </a:lnT>
                    <a:lnB>
                      <a:noFill/>
                    </a:lnB>
                    <a:noFill/>
                  </a:tcPr>
                </a:tc>
                <a:tc>
                  <a:txBody>
                    <a:bodyPr/>
                    <a:lstStyle/>
                    <a:p>
                      <a:pPr algn="r">
                        <a:buNone/>
                      </a:pPr>
                      <a:r>
                        <a:rPr lang="en-CA" sz="1000">
                          <a:effectLst/>
                        </a:rPr>
                        <a:t>0.635590</a:t>
                      </a:r>
                    </a:p>
                  </a:txBody>
                  <a:tcPr marL="50015" marR="50015" marT="25008" marB="25008" anchor="ctr">
                    <a:lnL>
                      <a:noFill/>
                    </a:lnL>
                    <a:lnR>
                      <a:noFill/>
                    </a:lnR>
                    <a:lnT>
                      <a:noFill/>
                    </a:lnT>
                    <a:lnB>
                      <a:noFill/>
                    </a:lnB>
                    <a:noFill/>
                  </a:tcPr>
                </a:tc>
                <a:tc>
                  <a:txBody>
                    <a:bodyPr/>
                    <a:lstStyle/>
                    <a:p>
                      <a:pPr algn="r">
                        <a:buNone/>
                      </a:pPr>
                      <a:r>
                        <a:rPr lang="en-CA" sz="1000">
                          <a:effectLst/>
                        </a:rPr>
                        <a:t>0.811321</a:t>
                      </a:r>
                    </a:p>
                  </a:txBody>
                  <a:tcPr marL="50015" marR="50015" marT="25008" marB="25008" anchor="ctr">
                    <a:lnL>
                      <a:noFill/>
                    </a:lnL>
                    <a:lnR>
                      <a:noFill/>
                    </a:lnR>
                    <a:lnT>
                      <a:noFill/>
                    </a:lnT>
                    <a:lnB>
                      <a:noFill/>
                    </a:lnB>
                    <a:noFill/>
                  </a:tcPr>
                </a:tc>
                <a:tc>
                  <a:txBody>
                    <a:bodyPr/>
                    <a:lstStyle/>
                    <a:p>
                      <a:pPr algn="r">
                        <a:buNone/>
                      </a:pPr>
                      <a:r>
                        <a:rPr lang="en-CA" sz="1000">
                          <a:effectLst/>
                        </a:rPr>
                        <a:t>0.333333</a:t>
                      </a:r>
                    </a:p>
                  </a:txBody>
                  <a:tcPr marL="50015" marR="50015" marT="25008" marB="25008" anchor="ctr">
                    <a:lnL>
                      <a:noFill/>
                    </a:lnL>
                    <a:lnR>
                      <a:noFill/>
                    </a:lnR>
                    <a:lnT>
                      <a:noFill/>
                    </a:lnT>
                    <a:lnB>
                      <a:noFill/>
                    </a:lnB>
                    <a:noFill/>
                  </a:tcPr>
                </a:tc>
                <a:extLst>
                  <a:ext uri="{0D108BD9-81ED-4DB2-BD59-A6C34878D82A}">
                    <a16:rowId xmlns:a16="http://schemas.microsoft.com/office/drawing/2014/main" val="240798637"/>
                  </a:ext>
                </a:extLst>
              </a:tr>
              <a:tr h="256002">
                <a:tc>
                  <a:txBody>
                    <a:bodyPr/>
                    <a:lstStyle/>
                    <a:p>
                      <a:pPr fontAlgn="ctr">
                        <a:buNone/>
                      </a:pPr>
                      <a:r>
                        <a:rPr lang="en-CA" sz="1000" b="1">
                          <a:effectLst/>
                        </a:rPr>
                        <a:t>6</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0.684862</a:t>
                      </a:r>
                    </a:p>
                  </a:txBody>
                  <a:tcPr marL="50015" marR="50015" marT="25008" marB="25008" anchor="ctr">
                    <a:lnL>
                      <a:noFill/>
                    </a:lnL>
                    <a:lnR>
                      <a:noFill/>
                    </a:lnR>
                    <a:lnT>
                      <a:noFill/>
                    </a:lnT>
                    <a:lnB>
                      <a:noFill/>
                    </a:lnB>
                    <a:noFill/>
                  </a:tcPr>
                </a:tc>
                <a:tc>
                  <a:txBody>
                    <a:bodyPr/>
                    <a:lstStyle/>
                    <a:p>
                      <a:pPr algn="r">
                        <a:buNone/>
                      </a:pPr>
                      <a:r>
                        <a:rPr lang="en-CA" sz="1000">
                          <a:effectLst/>
                        </a:rPr>
                        <a:t>0.626919</a:t>
                      </a:r>
                    </a:p>
                  </a:txBody>
                  <a:tcPr marL="50015" marR="50015" marT="25008" marB="25008" anchor="ctr">
                    <a:lnL>
                      <a:noFill/>
                    </a:lnL>
                    <a:lnR>
                      <a:noFill/>
                    </a:lnR>
                    <a:lnT>
                      <a:noFill/>
                    </a:lnT>
                    <a:lnB>
                      <a:noFill/>
                    </a:lnB>
                    <a:noFill/>
                  </a:tcPr>
                </a:tc>
                <a:tc>
                  <a:txBody>
                    <a:bodyPr/>
                    <a:lstStyle/>
                    <a:p>
                      <a:pPr algn="r">
                        <a:buNone/>
                      </a:pPr>
                      <a:r>
                        <a:rPr lang="en-CA" sz="1000">
                          <a:effectLst/>
                        </a:rPr>
                        <a:t>0.779412</a:t>
                      </a:r>
                    </a:p>
                  </a:txBody>
                  <a:tcPr marL="50015" marR="50015" marT="25008" marB="25008" anchor="ctr">
                    <a:lnL>
                      <a:noFill/>
                    </a:lnL>
                    <a:lnR>
                      <a:noFill/>
                    </a:lnR>
                    <a:lnT>
                      <a:noFill/>
                    </a:lnT>
                    <a:lnB>
                      <a:noFill/>
                    </a:lnB>
                    <a:noFill/>
                  </a:tcPr>
                </a:tc>
                <a:tc>
                  <a:txBody>
                    <a:bodyPr/>
                    <a:lstStyle/>
                    <a:p>
                      <a:pPr algn="r">
                        <a:buNone/>
                      </a:pPr>
                      <a:r>
                        <a:rPr lang="en-CA" sz="1000">
                          <a:effectLst/>
                        </a:rPr>
                        <a:t>0.755143</a:t>
                      </a:r>
                    </a:p>
                  </a:txBody>
                  <a:tcPr marL="50015" marR="50015" marT="25008" marB="25008" anchor="ctr">
                    <a:lnL>
                      <a:noFill/>
                    </a:lnL>
                    <a:lnR>
                      <a:noFill/>
                    </a:lnR>
                    <a:lnT>
                      <a:noFill/>
                    </a:lnT>
                    <a:lnB>
                      <a:noFill/>
                    </a:lnB>
                    <a:noFill/>
                  </a:tcPr>
                </a:tc>
                <a:tc>
                  <a:txBody>
                    <a:bodyPr/>
                    <a:lstStyle/>
                    <a:p>
                      <a:pPr algn="r">
                        <a:buNone/>
                      </a:pPr>
                      <a:r>
                        <a:rPr lang="en-CA" sz="1000">
                          <a:effectLst/>
                        </a:rPr>
                        <a:t>0.848485</a:t>
                      </a:r>
                    </a:p>
                  </a:txBody>
                  <a:tcPr marL="50015" marR="50015" marT="25008" marB="25008" anchor="ctr">
                    <a:lnL>
                      <a:noFill/>
                    </a:lnL>
                    <a:lnR>
                      <a:noFill/>
                    </a:lnR>
                    <a:lnT>
                      <a:noFill/>
                    </a:lnT>
                    <a:lnB>
                      <a:noFill/>
                    </a:lnB>
                    <a:noFill/>
                  </a:tcPr>
                </a:tc>
                <a:tc>
                  <a:txBody>
                    <a:bodyPr/>
                    <a:lstStyle/>
                    <a:p>
                      <a:pPr algn="r">
                        <a:buNone/>
                      </a:pPr>
                      <a:r>
                        <a:rPr lang="en-CA" sz="1000">
                          <a:effectLst/>
                        </a:rPr>
                        <a:t>0.594595</a:t>
                      </a:r>
                    </a:p>
                  </a:txBody>
                  <a:tcPr marL="50015" marR="50015" marT="25008" marB="25008" anchor="ctr">
                    <a:lnL>
                      <a:noFill/>
                    </a:lnL>
                    <a:lnR>
                      <a:noFill/>
                    </a:lnR>
                    <a:lnT>
                      <a:noFill/>
                    </a:lnT>
                    <a:lnB>
                      <a:noFill/>
                    </a:lnB>
                    <a:noFill/>
                  </a:tcPr>
                </a:tc>
                <a:extLst>
                  <a:ext uri="{0D108BD9-81ED-4DB2-BD59-A6C34878D82A}">
                    <a16:rowId xmlns:a16="http://schemas.microsoft.com/office/drawing/2014/main" val="2847159109"/>
                  </a:ext>
                </a:extLst>
              </a:tr>
              <a:tr h="256002">
                <a:tc>
                  <a:txBody>
                    <a:bodyPr/>
                    <a:lstStyle/>
                    <a:p>
                      <a:pPr fontAlgn="ctr">
                        <a:buNone/>
                      </a:pPr>
                      <a:r>
                        <a:rPr lang="en-CA" sz="1000" b="1">
                          <a:effectLst/>
                        </a:rPr>
                        <a:t>7</a:t>
                      </a:r>
                    </a:p>
                  </a:txBody>
                  <a:tcPr marL="50015" marR="50015" marT="25008" marB="25008" anchor="ctr">
                    <a:lnL>
                      <a:noFill/>
                    </a:lnL>
                    <a:lnR>
                      <a:noFill/>
                    </a:lnR>
                    <a:lnT>
                      <a:noFill/>
                    </a:lnT>
                    <a:lnB>
                      <a:noFill/>
                    </a:lnB>
                    <a:noFill/>
                  </a:tcPr>
                </a:tc>
                <a:tc>
                  <a:txBody>
                    <a:bodyPr/>
                    <a:lstStyle/>
                    <a:p>
                      <a:pPr algn="r">
                        <a:buNone/>
                      </a:pPr>
                      <a:r>
                        <a:rPr lang="en-CA" sz="1000">
                          <a:effectLst/>
                        </a:rPr>
                        <a:t>2</a:t>
                      </a:r>
                    </a:p>
                  </a:txBody>
                  <a:tcPr marL="50015" marR="50015" marT="25008" marB="25008" anchor="ctr">
                    <a:lnL>
                      <a:noFill/>
                    </a:lnL>
                    <a:lnR>
                      <a:noFill/>
                    </a:lnR>
                    <a:lnT>
                      <a:noFill/>
                    </a:lnT>
                    <a:lnB>
                      <a:noFill/>
                    </a:lnB>
                    <a:noFill/>
                  </a:tcPr>
                </a:tc>
                <a:tc>
                  <a:txBody>
                    <a:bodyPr/>
                    <a:lstStyle/>
                    <a:p>
                      <a:pPr algn="r">
                        <a:buNone/>
                      </a:pPr>
                      <a:r>
                        <a:rPr lang="en-CA" sz="1000">
                          <a:effectLst/>
                        </a:rPr>
                        <a:t>0.608624</a:t>
                      </a:r>
                    </a:p>
                  </a:txBody>
                  <a:tcPr marL="50015" marR="50015" marT="25008" marB="25008" anchor="ctr">
                    <a:lnL>
                      <a:noFill/>
                    </a:lnL>
                    <a:lnR>
                      <a:noFill/>
                    </a:lnR>
                    <a:lnT>
                      <a:noFill/>
                    </a:lnT>
                    <a:lnB>
                      <a:noFill/>
                    </a:lnB>
                    <a:noFill/>
                  </a:tcPr>
                </a:tc>
                <a:tc>
                  <a:txBody>
                    <a:bodyPr/>
                    <a:lstStyle/>
                    <a:p>
                      <a:pPr algn="r">
                        <a:buNone/>
                      </a:pPr>
                      <a:r>
                        <a:rPr lang="en-CA" sz="1000">
                          <a:effectLst/>
                        </a:rPr>
                        <a:t>0.591515</a:t>
                      </a:r>
                    </a:p>
                  </a:txBody>
                  <a:tcPr marL="50015" marR="50015" marT="25008" marB="25008" anchor="ctr">
                    <a:lnL>
                      <a:noFill/>
                    </a:lnL>
                    <a:lnR>
                      <a:noFill/>
                    </a:lnR>
                    <a:lnT>
                      <a:noFill/>
                    </a:lnT>
                    <a:lnB>
                      <a:noFill/>
                    </a:lnB>
                    <a:noFill/>
                  </a:tcPr>
                </a:tc>
                <a:tc>
                  <a:txBody>
                    <a:bodyPr/>
                    <a:lstStyle/>
                    <a:p>
                      <a:pPr algn="r">
                        <a:buNone/>
                      </a:pPr>
                      <a:r>
                        <a:rPr lang="en-CA" sz="1000">
                          <a:effectLst/>
                        </a:rPr>
                        <a:t>0.808824</a:t>
                      </a:r>
                    </a:p>
                  </a:txBody>
                  <a:tcPr marL="50015" marR="50015" marT="25008" marB="25008" anchor="ctr">
                    <a:lnL>
                      <a:noFill/>
                    </a:lnL>
                    <a:lnR>
                      <a:noFill/>
                    </a:lnR>
                    <a:lnT>
                      <a:noFill/>
                    </a:lnT>
                    <a:lnB>
                      <a:noFill/>
                    </a:lnB>
                    <a:noFill/>
                  </a:tcPr>
                </a:tc>
                <a:tc>
                  <a:txBody>
                    <a:bodyPr/>
                    <a:lstStyle/>
                    <a:p>
                      <a:pPr algn="r">
                        <a:buNone/>
                      </a:pPr>
                      <a:r>
                        <a:rPr lang="en-CA" sz="1000">
                          <a:effectLst/>
                        </a:rPr>
                        <a:t>0.810779</a:t>
                      </a:r>
                    </a:p>
                  </a:txBody>
                  <a:tcPr marL="50015" marR="50015" marT="25008" marB="25008" anchor="ctr">
                    <a:lnL>
                      <a:noFill/>
                    </a:lnL>
                    <a:lnR>
                      <a:noFill/>
                    </a:lnR>
                    <a:lnT>
                      <a:noFill/>
                    </a:lnT>
                    <a:lnB>
                      <a:noFill/>
                    </a:lnB>
                    <a:noFill/>
                  </a:tcPr>
                </a:tc>
                <a:tc>
                  <a:txBody>
                    <a:bodyPr/>
                    <a:lstStyle/>
                    <a:p>
                      <a:pPr algn="r">
                        <a:buNone/>
                      </a:pPr>
                      <a:r>
                        <a:rPr lang="en-CA" sz="1000">
                          <a:effectLst/>
                        </a:rPr>
                        <a:t>0.843373</a:t>
                      </a:r>
                    </a:p>
                  </a:txBody>
                  <a:tcPr marL="50015" marR="50015" marT="25008" marB="25008" anchor="ctr">
                    <a:lnL>
                      <a:noFill/>
                    </a:lnL>
                    <a:lnR>
                      <a:noFill/>
                    </a:lnR>
                    <a:lnT>
                      <a:noFill/>
                    </a:lnT>
                    <a:lnB>
                      <a:noFill/>
                    </a:lnB>
                    <a:noFill/>
                  </a:tcPr>
                </a:tc>
                <a:tc>
                  <a:txBody>
                    <a:bodyPr/>
                    <a:lstStyle/>
                    <a:p>
                      <a:pPr algn="r">
                        <a:buNone/>
                      </a:pPr>
                      <a:r>
                        <a:rPr lang="en-CA" sz="1000">
                          <a:effectLst/>
                        </a:rPr>
                        <a:t>0.754717</a:t>
                      </a:r>
                    </a:p>
                  </a:txBody>
                  <a:tcPr marL="50015" marR="50015" marT="25008" marB="25008" anchor="ctr">
                    <a:lnL>
                      <a:noFill/>
                    </a:lnL>
                    <a:lnR>
                      <a:noFill/>
                    </a:lnR>
                    <a:lnT>
                      <a:noFill/>
                    </a:lnT>
                    <a:lnB>
                      <a:noFill/>
                    </a:lnB>
                    <a:noFill/>
                  </a:tcPr>
                </a:tc>
                <a:extLst>
                  <a:ext uri="{0D108BD9-81ED-4DB2-BD59-A6C34878D82A}">
                    <a16:rowId xmlns:a16="http://schemas.microsoft.com/office/drawing/2014/main" val="2570125675"/>
                  </a:ext>
                </a:extLst>
              </a:tr>
              <a:tr h="256002">
                <a:tc>
                  <a:txBody>
                    <a:bodyPr/>
                    <a:lstStyle/>
                    <a:p>
                      <a:pPr fontAlgn="ctr">
                        <a:buNone/>
                      </a:pPr>
                      <a:r>
                        <a:rPr lang="en-CA" sz="1000" b="1">
                          <a:effectLst/>
                        </a:rPr>
                        <a:t>8</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0.697393</a:t>
                      </a:r>
                    </a:p>
                  </a:txBody>
                  <a:tcPr marL="50015" marR="50015" marT="25008" marB="25008" anchor="ctr">
                    <a:lnL>
                      <a:noFill/>
                    </a:lnL>
                    <a:lnR>
                      <a:noFill/>
                    </a:lnR>
                    <a:lnT>
                      <a:noFill/>
                    </a:lnT>
                    <a:lnB>
                      <a:noFill/>
                    </a:lnB>
                    <a:noFill/>
                  </a:tcPr>
                </a:tc>
                <a:tc>
                  <a:txBody>
                    <a:bodyPr/>
                    <a:lstStyle/>
                    <a:p>
                      <a:pPr algn="r">
                        <a:buNone/>
                      </a:pPr>
                      <a:r>
                        <a:rPr lang="en-CA" sz="1000">
                          <a:effectLst/>
                        </a:rPr>
                        <a:t>0.700866</a:t>
                      </a:r>
                    </a:p>
                  </a:txBody>
                  <a:tcPr marL="50015" marR="50015" marT="25008" marB="25008" anchor="ctr">
                    <a:lnL>
                      <a:noFill/>
                    </a:lnL>
                    <a:lnR>
                      <a:noFill/>
                    </a:lnR>
                    <a:lnT>
                      <a:noFill/>
                    </a:lnT>
                    <a:lnB>
                      <a:noFill/>
                    </a:lnB>
                    <a:noFill/>
                  </a:tcPr>
                </a:tc>
                <a:tc>
                  <a:txBody>
                    <a:bodyPr/>
                    <a:lstStyle/>
                    <a:p>
                      <a:pPr algn="r">
                        <a:buNone/>
                      </a:pPr>
                      <a:r>
                        <a:rPr lang="en-CA" sz="1000">
                          <a:effectLst/>
                        </a:rPr>
                        <a:t>0.373134</a:t>
                      </a:r>
                    </a:p>
                  </a:txBody>
                  <a:tcPr marL="50015" marR="50015" marT="25008" marB="25008" anchor="ctr">
                    <a:lnL>
                      <a:noFill/>
                    </a:lnL>
                    <a:lnR>
                      <a:noFill/>
                    </a:lnR>
                    <a:lnT>
                      <a:noFill/>
                    </a:lnT>
                    <a:lnB>
                      <a:noFill/>
                    </a:lnB>
                    <a:noFill/>
                  </a:tcPr>
                </a:tc>
                <a:tc>
                  <a:txBody>
                    <a:bodyPr/>
                    <a:lstStyle/>
                    <a:p>
                      <a:pPr algn="r">
                        <a:buNone/>
                      </a:pPr>
                      <a:r>
                        <a:rPr lang="en-CA" sz="1000">
                          <a:effectLst/>
                        </a:rPr>
                        <a:t>0.220217</a:t>
                      </a:r>
                    </a:p>
                  </a:txBody>
                  <a:tcPr marL="50015" marR="50015" marT="25008" marB="25008" anchor="ctr">
                    <a:lnL>
                      <a:noFill/>
                    </a:lnL>
                    <a:lnR>
                      <a:noFill/>
                    </a:lnR>
                    <a:lnT>
                      <a:noFill/>
                    </a:lnT>
                    <a:lnB>
                      <a:noFill/>
                    </a:lnB>
                    <a:noFill/>
                  </a:tcPr>
                </a:tc>
                <a:tc>
                  <a:txBody>
                    <a:bodyPr/>
                    <a:lstStyle/>
                    <a:p>
                      <a:pPr algn="r">
                        <a:buNone/>
                      </a:pPr>
                      <a:r>
                        <a:rPr lang="en-CA" sz="1000">
                          <a:effectLst/>
                        </a:rPr>
                        <a:t>0.045455</a:t>
                      </a:r>
                    </a:p>
                  </a:txBody>
                  <a:tcPr marL="50015" marR="50015" marT="25008" marB="25008" anchor="ctr">
                    <a:lnL>
                      <a:noFill/>
                    </a:lnL>
                    <a:lnR>
                      <a:noFill/>
                    </a:lnR>
                    <a:lnT>
                      <a:noFill/>
                    </a:lnT>
                    <a:lnB>
                      <a:noFill/>
                    </a:lnB>
                    <a:noFill/>
                  </a:tcPr>
                </a:tc>
                <a:tc>
                  <a:txBody>
                    <a:bodyPr/>
                    <a:lstStyle/>
                    <a:p>
                      <a:pPr algn="r">
                        <a:buNone/>
                      </a:pPr>
                      <a:r>
                        <a:rPr lang="en-CA" sz="1000">
                          <a:effectLst/>
                        </a:rPr>
                        <a:t>0.533333</a:t>
                      </a:r>
                    </a:p>
                  </a:txBody>
                  <a:tcPr marL="50015" marR="50015" marT="25008" marB="25008" anchor="ctr">
                    <a:lnL>
                      <a:noFill/>
                    </a:lnL>
                    <a:lnR>
                      <a:noFill/>
                    </a:lnR>
                    <a:lnT>
                      <a:noFill/>
                    </a:lnT>
                    <a:lnB>
                      <a:noFill/>
                    </a:lnB>
                    <a:noFill/>
                  </a:tcPr>
                </a:tc>
                <a:extLst>
                  <a:ext uri="{0D108BD9-81ED-4DB2-BD59-A6C34878D82A}">
                    <a16:rowId xmlns:a16="http://schemas.microsoft.com/office/drawing/2014/main" val="246909673"/>
                  </a:ext>
                </a:extLst>
              </a:tr>
              <a:tr h="256002">
                <a:tc>
                  <a:txBody>
                    <a:bodyPr/>
                    <a:lstStyle/>
                    <a:p>
                      <a:pPr fontAlgn="ctr">
                        <a:buNone/>
                      </a:pPr>
                      <a:r>
                        <a:rPr lang="en-CA" sz="1000" b="1">
                          <a:effectLst/>
                        </a:rPr>
                        <a:t>9</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0.685998</a:t>
                      </a:r>
                    </a:p>
                  </a:txBody>
                  <a:tcPr marL="50015" marR="50015" marT="25008" marB="25008" anchor="ctr">
                    <a:lnL>
                      <a:noFill/>
                    </a:lnL>
                    <a:lnR>
                      <a:noFill/>
                    </a:lnR>
                    <a:lnT>
                      <a:noFill/>
                    </a:lnT>
                    <a:lnB>
                      <a:noFill/>
                    </a:lnB>
                    <a:noFill/>
                  </a:tcPr>
                </a:tc>
                <a:tc>
                  <a:txBody>
                    <a:bodyPr/>
                    <a:lstStyle/>
                    <a:p>
                      <a:pPr algn="r">
                        <a:buNone/>
                      </a:pPr>
                      <a:r>
                        <a:rPr lang="en-CA" sz="1000">
                          <a:effectLst/>
                        </a:rPr>
                        <a:t>0.675704</a:t>
                      </a:r>
                    </a:p>
                  </a:txBody>
                  <a:tcPr marL="50015" marR="50015" marT="25008" marB="25008" anchor="ctr">
                    <a:lnL>
                      <a:noFill/>
                    </a:lnL>
                    <a:lnR>
                      <a:noFill/>
                    </a:lnR>
                    <a:lnT>
                      <a:noFill/>
                    </a:lnT>
                    <a:lnB>
                      <a:noFill/>
                    </a:lnB>
                    <a:noFill/>
                  </a:tcPr>
                </a:tc>
                <a:tc>
                  <a:txBody>
                    <a:bodyPr/>
                    <a:lstStyle/>
                    <a:p>
                      <a:pPr algn="r">
                        <a:buNone/>
                      </a:pPr>
                      <a:r>
                        <a:rPr lang="en-CA" sz="1000">
                          <a:effectLst/>
                        </a:rPr>
                        <a:t>0.701493</a:t>
                      </a:r>
                    </a:p>
                  </a:txBody>
                  <a:tcPr marL="50015" marR="50015" marT="25008" marB="25008" anchor="ctr">
                    <a:lnL>
                      <a:noFill/>
                    </a:lnL>
                    <a:lnR>
                      <a:noFill/>
                    </a:lnR>
                    <a:lnT>
                      <a:noFill/>
                    </a:lnT>
                    <a:lnB>
                      <a:noFill/>
                    </a:lnB>
                    <a:noFill/>
                  </a:tcPr>
                </a:tc>
                <a:tc>
                  <a:txBody>
                    <a:bodyPr/>
                    <a:lstStyle/>
                    <a:p>
                      <a:pPr algn="r">
                        <a:buNone/>
                      </a:pPr>
                      <a:r>
                        <a:rPr lang="en-CA" sz="1000">
                          <a:effectLst/>
                        </a:rPr>
                        <a:t>0.703909</a:t>
                      </a:r>
                    </a:p>
                  </a:txBody>
                  <a:tcPr marL="50015" marR="50015" marT="25008" marB="25008" anchor="ctr">
                    <a:lnL>
                      <a:noFill/>
                    </a:lnL>
                    <a:lnR>
                      <a:noFill/>
                    </a:lnR>
                    <a:lnT>
                      <a:noFill/>
                    </a:lnT>
                    <a:lnB>
                      <a:noFill/>
                    </a:lnB>
                    <a:noFill/>
                  </a:tcPr>
                </a:tc>
                <a:tc>
                  <a:txBody>
                    <a:bodyPr/>
                    <a:lstStyle/>
                    <a:p>
                      <a:pPr algn="r">
                        <a:buNone/>
                      </a:pPr>
                      <a:r>
                        <a:rPr lang="en-CA" sz="1000">
                          <a:effectLst/>
                        </a:rPr>
                        <a:t>0.761905</a:t>
                      </a:r>
                    </a:p>
                  </a:txBody>
                  <a:tcPr marL="50015" marR="50015" marT="25008" marB="25008" anchor="ctr">
                    <a:lnL>
                      <a:noFill/>
                    </a:lnL>
                    <a:lnR>
                      <a:noFill/>
                    </a:lnR>
                    <a:lnT>
                      <a:noFill/>
                    </a:lnT>
                    <a:lnB>
                      <a:noFill/>
                    </a:lnB>
                    <a:noFill/>
                  </a:tcPr>
                </a:tc>
                <a:tc>
                  <a:txBody>
                    <a:bodyPr/>
                    <a:lstStyle/>
                    <a:p>
                      <a:pPr algn="r">
                        <a:buNone/>
                      </a:pPr>
                      <a:r>
                        <a:rPr lang="en-CA" sz="1000">
                          <a:effectLst/>
                        </a:rPr>
                        <a:t>0.600000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1367613999"/>
                  </a:ext>
                </a:extLst>
              </a:tr>
              <a:tr h="256002">
                <a:tc>
                  <a:txBody>
                    <a:bodyPr/>
                    <a:lstStyle/>
                    <a:p>
                      <a:pPr fontAlgn="ctr">
                        <a:buNone/>
                      </a:pPr>
                      <a:r>
                        <a:rPr lang="en-CA" sz="1000" b="1">
                          <a:effectLst/>
                        </a:rPr>
                        <a:t>10</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0.574339</a:t>
                      </a:r>
                    </a:p>
                  </a:txBody>
                  <a:tcPr marL="50015" marR="50015" marT="25008" marB="25008" anchor="ctr">
                    <a:lnL>
                      <a:noFill/>
                    </a:lnL>
                    <a:lnR>
                      <a:noFill/>
                    </a:lnR>
                    <a:lnT>
                      <a:noFill/>
                    </a:lnT>
                    <a:lnB>
                      <a:noFill/>
                    </a:lnB>
                    <a:noFill/>
                  </a:tcPr>
                </a:tc>
                <a:tc>
                  <a:txBody>
                    <a:bodyPr/>
                    <a:lstStyle/>
                    <a:p>
                      <a:pPr algn="r">
                        <a:buNone/>
                      </a:pPr>
                      <a:r>
                        <a:rPr lang="en-CA" sz="1000">
                          <a:effectLst/>
                        </a:rPr>
                        <a:t>0.598587</a:t>
                      </a:r>
                    </a:p>
                  </a:txBody>
                  <a:tcPr marL="50015" marR="50015" marT="25008" marB="25008" anchor="ctr">
                    <a:lnL>
                      <a:noFill/>
                    </a:lnL>
                    <a:lnR>
                      <a:noFill/>
                    </a:lnR>
                    <a:lnT>
                      <a:noFill/>
                    </a:lnT>
                    <a:lnB>
                      <a:noFill/>
                    </a:lnB>
                    <a:noFill/>
                  </a:tcPr>
                </a:tc>
                <a:tc>
                  <a:txBody>
                    <a:bodyPr/>
                    <a:lstStyle/>
                    <a:p>
                      <a:pPr algn="r">
                        <a:buNone/>
                      </a:pPr>
                      <a:r>
                        <a:rPr lang="en-CA" sz="1000">
                          <a:effectLst/>
                        </a:rPr>
                        <a:t>0.835821</a:t>
                      </a:r>
                    </a:p>
                  </a:txBody>
                  <a:tcPr marL="50015" marR="50015" marT="25008" marB="25008" anchor="ctr">
                    <a:lnL>
                      <a:noFill/>
                    </a:lnL>
                    <a:lnR>
                      <a:noFill/>
                    </a:lnR>
                    <a:lnT>
                      <a:noFill/>
                    </a:lnT>
                    <a:lnB>
                      <a:noFill/>
                    </a:lnB>
                    <a:noFill/>
                  </a:tcPr>
                </a:tc>
                <a:tc>
                  <a:txBody>
                    <a:bodyPr/>
                    <a:lstStyle/>
                    <a:p>
                      <a:pPr algn="r">
                        <a:buNone/>
                      </a:pPr>
                      <a:r>
                        <a:rPr lang="en-CA" sz="1000">
                          <a:effectLst/>
                        </a:rPr>
                        <a:t>0.830786</a:t>
                      </a:r>
                    </a:p>
                  </a:txBody>
                  <a:tcPr marL="50015" marR="50015" marT="25008" marB="25008" anchor="ctr">
                    <a:lnL>
                      <a:noFill/>
                    </a:lnL>
                    <a:lnR>
                      <a:noFill/>
                    </a:lnR>
                    <a:lnT>
                      <a:noFill/>
                    </a:lnT>
                    <a:lnB>
                      <a:noFill/>
                    </a:lnB>
                    <a:noFill/>
                  </a:tcPr>
                </a:tc>
                <a:tc>
                  <a:txBody>
                    <a:bodyPr/>
                    <a:lstStyle/>
                    <a:p>
                      <a:pPr algn="r">
                        <a:buNone/>
                      </a:pPr>
                      <a:r>
                        <a:rPr lang="en-CA" sz="1000">
                          <a:effectLst/>
                        </a:rPr>
                        <a:t>0.879121</a:t>
                      </a:r>
                    </a:p>
                  </a:txBody>
                  <a:tcPr marL="50015" marR="50015" marT="25008" marB="25008" anchor="ctr">
                    <a:lnL>
                      <a:noFill/>
                    </a:lnL>
                    <a:lnR>
                      <a:noFill/>
                    </a:lnR>
                    <a:lnT>
                      <a:noFill/>
                    </a:lnT>
                    <a:lnB>
                      <a:noFill/>
                    </a:lnB>
                    <a:noFill/>
                  </a:tcPr>
                </a:tc>
                <a:tc>
                  <a:txBody>
                    <a:bodyPr/>
                    <a:lstStyle/>
                    <a:p>
                      <a:pPr algn="r">
                        <a:buNone/>
                      </a:pPr>
                      <a:r>
                        <a:rPr lang="en-CA" sz="1000">
                          <a:effectLst/>
                        </a:rPr>
                        <a:t>0.744186</a:t>
                      </a:r>
                    </a:p>
                  </a:txBody>
                  <a:tcPr marL="50015" marR="50015" marT="25008" marB="25008" anchor="ctr">
                    <a:lnL>
                      <a:noFill/>
                    </a:lnL>
                    <a:lnR>
                      <a:noFill/>
                    </a:lnR>
                    <a:lnT>
                      <a:noFill/>
                    </a:lnT>
                    <a:lnB>
                      <a:noFill/>
                    </a:lnB>
                    <a:noFill/>
                  </a:tcPr>
                </a:tc>
                <a:extLst>
                  <a:ext uri="{0D108BD9-81ED-4DB2-BD59-A6C34878D82A}">
                    <a16:rowId xmlns:a16="http://schemas.microsoft.com/office/drawing/2014/main" val="3103551499"/>
                  </a:ext>
                </a:extLst>
              </a:tr>
              <a:tr h="256002">
                <a:tc>
                  <a:txBody>
                    <a:bodyPr/>
                    <a:lstStyle/>
                    <a:p>
                      <a:pPr fontAlgn="ctr">
                        <a:buNone/>
                      </a:pPr>
                      <a:r>
                        <a:rPr lang="en-CA" sz="1000" b="1">
                          <a:effectLst/>
                        </a:rPr>
                        <a:t>11</a:t>
                      </a:r>
                    </a:p>
                  </a:txBody>
                  <a:tcPr marL="50015" marR="50015" marT="25008" marB="25008" anchor="ctr">
                    <a:lnL>
                      <a:noFill/>
                    </a:lnL>
                    <a:lnR>
                      <a:noFill/>
                    </a:lnR>
                    <a:lnT>
                      <a:noFill/>
                    </a:lnT>
                    <a:lnB>
                      <a:noFill/>
                    </a:lnB>
                    <a:noFill/>
                  </a:tcPr>
                </a:tc>
                <a:tc>
                  <a:txBody>
                    <a:bodyPr/>
                    <a:lstStyle/>
                    <a:p>
                      <a:pPr algn="r">
                        <a:buNone/>
                      </a:pPr>
                      <a:r>
                        <a:rPr lang="en-CA" sz="1000">
                          <a:effectLst/>
                        </a:rPr>
                        <a:t>3</a:t>
                      </a:r>
                    </a:p>
                  </a:txBody>
                  <a:tcPr marL="50015" marR="50015" marT="25008" marB="25008" anchor="ctr">
                    <a:lnL>
                      <a:noFill/>
                    </a:lnL>
                    <a:lnR>
                      <a:noFill/>
                    </a:lnR>
                    <a:lnT>
                      <a:noFill/>
                    </a:lnT>
                    <a:lnB>
                      <a:noFill/>
                    </a:lnB>
                    <a:noFill/>
                  </a:tcPr>
                </a:tc>
                <a:tc>
                  <a:txBody>
                    <a:bodyPr/>
                    <a:lstStyle/>
                    <a:p>
                      <a:pPr algn="r">
                        <a:buNone/>
                      </a:pPr>
                      <a:r>
                        <a:rPr lang="en-CA" sz="1000">
                          <a:effectLst/>
                        </a:rPr>
                        <a:t>0.425907</a:t>
                      </a:r>
                    </a:p>
                  </a:txBody>
                  <a:tcPr marL="50015" marR="50015" marT="25008" marB="25008" anchor="ctr">
                    <a:lnL>
                      <a:noFill/>
                    </a:lnL>
                    <a:lnR>
                      <a:noFill/>
                    </a:lnR>
                    <a:lnT>
                      <a:noFill/>
                    </a:lnT>
                    <a:lnB>
                      <a:noFill/>
                    </a:lnB>
                    <a:noFill/>
                  </a:tcPr>
                </a:tc>
                <a:tc>
                  <a:txBody>
                    <a:bodyPr/>
                    <a:lstStyle/>
                    <a:p>
                      <a:pPr algn="r">
                        <a:buNone/>
                      </a:pPr>
                      <a:r>
                        <a:rPr lang="en-CA" sz="1000">
                          <a:effectLst/>
                        </a:rPr>
                        <a:t>0.600454</a:t>
                      </a:r>
                    </a:p>
                  </a:txBody>
                  <a:tcPr marL="50015" marR="50015" marT="25008" marB="25008" anchor="ctr">
                    <a:lnL>
                      <a:noFill/>
                    </a:lnL>
                    <a:lnR>
                      <a:noFill/>
                    </a:lnR>
                    <a:lnT>
                      <a:noFill/>
                    </a:lnT>
                    <a:lnB>
                      <a:noFill/>
                    </a:lnB>
                    <a:noFill/>
                  </a:tcPr>
                </a:tc>
                <a:tc>
                  <a:txBody>
                    <a:bodyPr/>
                    <a:lstStyle/>
                    <a:p>
                      <a:pPr algn="r">
                        <a:buNone/>
                      </a:pPr>
                      <a:r>
                        <a:rPr lang="en-CA" sz="1000">
                          <a:effectLst/>
                        </a:rPr>
                        <a:t>0.761194</a:t>
                      </a:r>
                    </a:p>
                  </a:txBody>
                  <a:tcPr marL="50015" marR="50015" marT="25008" marB="25008" anchor="ctr">
                    <a:lnL>
                      <a:noFill/>
                    </a:lnL>
                    <a:lnR>
                      <a:noFill/>
                    </a:lnR>
                    <a:lnT>
                      <a:noFill/>
                    </a:lnT>
                    <a:lnB>
                      <a:noFill/>
                    </a:lnB>
                    <a:noFill/>
                  </a:tcPr>
                </a:tc>
                <a:tc>
                  <a:txBody>
                    <a:bodyPr/>
                    <a:lstStyle/>
                    <a:p>
                      <a:pPr algn="r">
                        <a:buNone/>
                      </a:pPr>
                      <a:r>
                        <a:rPr lang="en-CA" sz="1000">
                          <a:effectLst/>
                        </a:rPr>
                        <a:t>0.763127</a:t>
                      </a:r>
                    </a:p>
                  </a:txBody>
                  <a:tcPr marL="50015" marR="50015" marT="25008" marB="25008" anchor="ctr">
                    <a:lnL>
                      <a:noFill/>
                    </a:lnL>
                    <a:lnR>
                      <a:noFill/>
                    </a:lnR>
                    <a:lnT>
                      <a:noFill/>
                    </a:lnT>
                    <a:lnB>
                      <a:noFill/>
                    </a:lnB>
                    <a:noFill/>
                  </a:tcPr>
                </a:tc>
                <a:tc>
                  <a:txBody>
                    <a:bodyPr/>
                    <a:lstStyle/>
                    <a:p>
                      <a:pPr algn="r">
                        <a:buNone/>
                      </a:pPr>
                      <a:r>
                        <a:rPr lang="en-CA" sz="1000">
                          <a:effectLst/>
                        </a:rPr>
                        <a:t>0.809524</a:t>
                      </a:r>
                    </a:p>
                  </a:txBody>
                  <a:tcPr marL="50015" marR="50015" marT="25008" marB="25008" anchor="ctr">
                    <a:lnL>
                      <a:noFill/>
                    </a:lnL>
                    <a:lnR>
                      <a:noFill/>
                    </a:lnR>
                    <a:lnT>
                      <a:noFill/>
                    </a:lnT>
                    <a:lnB>
                      <a:noFill/>
                    </a:lnB>
                    <a:noFill/>
                  </a:tcPr>
                </a:tc>
                <a:tc>
                  <a:txBody>
                    <a:bodyPr/>
                    <a:lstStyle/>
                    <a:p>
                      <a:pPr algn="r">
                        <a:buNone/>
                      </a:pPr>
                      <a:r>
                        <a:rPr lang="en-CA" sz="1000">
                          <a:effectLst/>
                        </a:rPr>
                        <a:t>0.680000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3960756194"/>
                  </a:ext>
                </a:extLst>
              </a:tr>
              <a:tr h="256002">
                <a:tc>
                  <a:txBody>
                    <a:bodyPr/>
                    <a:lstStyle/>
                    <a:p>
                      <a:pPr fontAlgn="ctr">
                        <a:buNone/>
                      </a:pPr>
                      <a:r>
                        <a:rPr lang="en-CA" sz="1000" b="1">
                          <a:effectLst/>
                        </a:rPr>
                        <a:t>12</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0.696004</a:t>
                      </a:r>
                    </a:p>
                  </a:txBody>
                  <a:tcPr marL="50015" marR="50015" marT="25008" marB="25008" anchor="ctr">
                    <a:lnL>
                      <a:noFill/>
                    </a:lnL>
                    <a:lnR>
                      <a:noFill/>
                    </a:lnR>
                    <a:lnT>
                      <a:noFill/>
                    </a:lnT>
                    <a:lnB>
                      <a:noFill/>
                    </a:lnB>
                    <a:noFill/>
                  </a:tcPr>
                </a:tc>
                <a:tc>
                  <a:txBody>
                    <a:bodyPr/>
                    <a:lstStyle/>
                    <a:p>
                      <a:pPr algn="r">
                        <a:buNone/>
                      </a:pPr>
                      <a:r>
                        <a:rPr lang="en-CA" sz="1000">
                          <a:effectLst/>
                        </a:rPr>
                        <a:t>0.693863</a:t>
                      </a:r>
                    </a:p>
                  </a:txBody>
                  <a:tcPr marL="50015" marR="50015" marT="25008" marB="25008" anchor="ctr">
                    <a:lnL>
                      <a:noFill/>
                    </a:lnL>
                    <a:lnR>
                      <a:noFill/>
                    </a:lnR>
                    <a:lnT>
                      <a:noFill/>
                    </a:lnT>
                    <a:lnB>
                      <a:noFill/>
                    </a:lnB>
                    <a:noFill/>
                  </a:tcPr>
                </a:tc>
                <a:tc>
                  <a:txBody>
                    <a:bodyPr/>
                    <a:lstStyle/>
                    <a:p>
                      <a:pPr algn="r">
                        <a:buNone/>
                      </a:pPr>
                      <a:r>
                        <a:rPr lang="en-CA" sz="1000">
                          <a:effectLst/>
                        </a:rPr>
                        <a:t>0.417910</a:t>
                      </a:r>
                    </a:p>
                  </a:txBody>
                  <a:tcPr marL="50015" marR="50015" marT="25008" marB="25008" anchor="ctr">
                    <a:lnL>
                      <a:noFill/>
                    </a:lnL>
                    <a:lnR>
                      <a:noFill/>
                    </a:lnR>
                    <a:lnT>
                      <a:noFill/>
                    </a:lnT>
                    <a:lnB>
                      <a:noFill/>
                    </a:lnB>
                    <a:noFill/>
                  </a:tcPr>
                </a:tc>
                <a:tc>
                  <a:txBody>
                    <a:bodyPr/>
                    <a:lstStyle/>
                    <a:p>
                      <a:pPr algn="r">
                        <a:buNone/>
                      </a:pPr>
                      <a:r>
                        <a:rPr lang="en-CA" sz="1000">
                          <a:effectLst/>
                        </a:rPr>
                        <a:t>0.306874</a:t>
                      </a:r>
                    </a:p>
                  </a:txBody>
                  <a:tcPr marL="50015" marR="50015" marT="25008" marB="25008" anchor="ctr">
                    <a:lnL>
                      <a:noFill/>
                    </a:lnL>
                    <a:lnR>
                      <a:noFill/>
                    </a:lnR>
                    <a:lnT>
                      <a:noFill/>
                    </a:lnT>
                    <a:lnB>
                      <a:noFill/>
                    </a:lnB>
                    <a:noFill/>
                  </a:tcPr>
                </a:tc>
                <a:tc>
                  <a:txBody>
                    <a:bodyPr/>
                    <a:lstStyle/>
                    <a:p>
                      <a:pPr algn="r">
                        <a:buNone/>
                      </a:pPr>
                      <a:r>
                        <a:rPr lang="en-CA" sz="1000">
                          <a:effectLst/>
                        </a:rPr>
                        <a:t>0.170213</a:t>
                      </a:r>
                    </a:p>
                  </a:txBody>
                  <a:tcPr marL="50015" marR="50015" marT="25008" marB="25008" anchor="ctr">
                    <a:lnL>
                      <a:noFill/>
                    </a:lnL>
                    <a:lnR>
                      <a:noFill/>
                    </a:lnR>
                    <a:lnT>
                      <a:noFill/>
                    </a:lnT>
                    <a:lnB>
                      <a:noFill/>
                    </a:lnB>
                    <a:noFill/>
                  </a:tcPr>
                </a:tc>
                <a:tc>
                  <a:txBody>
                    <a:bodyPr/>
                    <a:lstStyle/>
                    <a:p>
                      <a:pPr algn="r">
                        <a:buNone/>
                      </a:pPr>
                      <a:r>
                        <a:rPr lang="en-CA" sz="1000">
                          <a:effectLst/>
                        </a:rPr>
                        <a:t>0.551724</a:t>
                      </a:r>
                    </a:p>
                  </a:txBody>
                  <a:tcPr marL="50015" marR="50015" marT="25008" marB="25008" anchor="ctr">
                    <a:lnL>
                      <a:noFill/>
                    </a:lnL>
                    <a:lnR>
                      <a:noFill/>
                    </a:lnR>
                    <a:lnT>
                      <a:noFill/>
                    </a:lnT>
                    <a:lnB>
                      <a:noFill/>
                    </a:lnB>
                    <a:noFill/>
                  </a:tcPr>
                </a:tc>
                <a:extLst>
                  <a:ext uri="{0D108BD9-81ED-4DB2-BD59-A6C34878D82A}">
                    <a16:rowId xmlns:a16="http://schemas.microsoft.com/office/drawing/2014/main" val="117977880"/>
                  </a:ext>
                </a:extLst>
              </a:tr>
              <a:tr h="256002">
                <a:tc>
                  <a:txBody>
                    <a:bodyPr/>
                    <a:lstStyle/>
                    <a:p>
                      <a:pPr fontAlgn="ctr">
                        <a:buNone/>
                      </a:pPr>
                      <a:r>
                        <a:rPr lang="en-CA" sz="1000" b="1">
                          <a:effectLst/>
                        </a:rPr>
                        <a:t>13</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0.673409</a:t>
                      </a:r>
                    </a:p>
                  </a:txBody>
                  <a:tcPr marL="50015" marR="50015" marT="25008" marB="25008" anchor="ctr">
                    <a:lnL>
                      <a:noFill/>
                    </a:lnL>
                    <a:lnR>
                      <a:noFill/>
                    </a:lnR>
                    <a:lnT>
                      <a:noFill/>
                    </a:lnT>
                    <a:lnB>
                      <a:noFill/>
                    </a:lnB>
                    <a:noFill/>
                  </a:tcPr>
                </a:tc>
                <a:tc>
                  <a:txBody>
                    <a:bodyPr/>
                    <a:lstStyle/>
                    <a:p>
                      <a:pPr algn="r">
                        <a:buNone/>
                      </a:pPr>
                      <a:r>
                        <a:rPr lang="en-CA" sz="1000">
                          <a:effectLst/>
                        </a:rPr>
                        <a:t>0.624674</a:t>
                      </a:r>
                    </a:p>
                  </a:txBody>
                  <a:tcPr marL="50015" marR="50015" marT="25008" marB="25008" anchor="ctr">
                    <a:lnL>
                      <a:noFill/>
                    </a:lnL>
                    <a:lnR>
                      <a:noFill/>
                    </a:lnR>
                    <a:lnT>
                      <a:noFill/>
                    </a:lnT>
                    <a:lnB>
                      <a:noFill/>
                    </a:lnB>
                    <a:noFill/>
                  </a:tcPr>
                </a:tc>
                <a:tc>
                  <a:txBody>
                    <a:bodyPr/>
                    <a:lstStyle/>
                    <a:p>
                      <a:pPr algn="r">
                        <a:buNone/>
                      </a:pPr>
                      <a:r>
                        <a:rPr lang="en-CA" sz="1000">
                          <a:effectLst/>
                        </a:rPr>
                        <a:t>0.701493</a:t>
                      </a:r>
                    </a:p>
                  </a:txBody>
                  <a:tcPr marL="50015" marR="50015" marT="25008" marB="25008" anchor="ctr">
                    <a:lnL>
                      <a:noFill/>
                    </a:lnL>
                    <a:lnR>
                      <a:noFill/>
                    </a:lnR>
                    <a:lnT>
                      <a:noFill/>
                    </a:lnT>
                    <a:lnB>
                      <a:noFill/>
                    </a:lnB>
                    <a:noFill/>
                  </a:tcPr>
                </a:tc>
                <a:tc>
                  <a:txBody>
                    <a:bodyPr/>
                    <a:lstStyle/>
                    <a:p>
                      <a:pPr algn="r">
                        <a:buNone/>
                      </a:pPr>
                      <a:r>
                        <a:rPr lang="en-CA" sz="1000">
                          <a:effectLst/>
                        </a:rPr>
                        <a:t>0.660931</a:t>
                      </a:r>
                    </a:p>
                  </a:txBody>
                  <a:tcPr marL="50015" marR="50015" marT="25008" marB="25008" anchor="ctr">
                    <a:lnL>
                      <a:noFill/>
                    </a:lnL>
                    <a:lnR>
                      <a:noFill/>
                    </a:lnR>
                    <a:lnT>
                      <a:noFill/>
                    </a:lnT>
                    <a:lnB>
                      <a:noFill/>
                    </a:lnB>
                    <a:noFill/>
                  </a:tcPr>
                </a:tc>
                <a:tc>
                  <a:txBody>
                    <a:bodyPr/>
                    <a:lstStyle/>
                    <a:p>
                      <a:pPr algn="r">
                        <a:buNone/>
                      </a:pPr>
                      <a:r>
                        <a:rPr lang="en-CA" sz="1000">
                          <a:effectLst/>
                        </a:rPr>
                        <a:t>0.800000</a:t>
                      </a:r>
                    </a:p>
                  </a:txBody>
                  <a:tcPr marL="50015" marR="50015" marT="25008" marB="25008" anchor="ctr">
                    <a:lnL>
                      <a:noFill/>
                    </a:lnL>
                    <a:lnR>
                      <a:noFill/>
                    </a:lnR>
                    <a:lnT>
                      <a:noFill/>
                    </a:lnT>
                    <a:lnB>
                      <a:noFill/>
                    </a:lnB>
                    <a:noFill/>
                  </a:tcPr>
                </a:tc>
                <a:tc>
                  <a:txBody>
                    <a:bodyPr/>
                    <a:lstStyle/>
                    <a:p>
                      <a:pPr algn="r">
                        <a:buNone/>
                      </a:pPr>
                      <a:r>
                        <a:rPr lang="en-CA" sz="1000">
                          <a:effectLst/>
                        </a:rPr>
                        <a:t>0.411765</a:t>
                      </a:r>
                    </a:p>
                  </a:txBody>
                  <a:tcPr marL="50015" marR="50015" marT="25008" marB="25008" anchor="ctr">
                    <a:lnL>
                      <a:noFill/>
                    </a:lnL>
                    <a:lnR>
                      <a:noFill/>
                    </a:lnR>
                    <a:lnT>
                      <a:noFill/>
                    </a:lnT>
                    <a:lnB>
                      <a:noFill/>
                    </a:lnB>
                    <a:noFill/>
                  </a:tcPr>
                </a:tc>
                <a:extLst>
                  <a:ext uri="{0D108BD9-81ED-4DB2-BD59-A6C34878D82A}">
                    <a16:rowId xmlns:a16="http://schemas.microsoft.com/office/drawing/2014/main" val="527345187"/>
                  </a:ext>
                </a:extLst>
              </a:tr>
              <a:tr h="256002">
                <a:tc>
                  <a:txBody>
                    <a:bodyPr/>
                    <a:lstStyle/>
                    <a:p>
                      <a:pPr fontAlgn="ctr">
                        <a:buNone/>
                      </a:pPr>
                      <a:r>
                        <a:rPr lang="en-CA" sz="1000" b="1">
                          <a:effectLst/>
                        </a:rPr>
                        <a:t>14</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0.589471</a:t>
                      </a:r>
                    </a:p>
                  </a:txBody>
                  <a:tcPr marL="50015" marR="50015" marT="25008" marB="25008" anchor="ctr">
                    <a:lnL>
                      <a:noFill/>
                    </a:lnL>
                    <a:lnR>
                      <a:noFill/>
                    </a:lnR>
                    <a:lnT>
                      <a:noFill/>
                    </a:lnT>
                    <a:lnB>
                      <a:noFill/>
                    </a:lnB>
                    <a:noFill/>
                  </a:tcPr>
                </a:tc>
                <a:tc>
                  <a:txBody>
                    <a:bodyPr/>
                    <a:lstStyle/>
                    <a:p>
                      <a:pPr algn="r">
                        <a:buNone/>
                      </a:pPr>
                      <a:r>
                        <a:rPr lang="en-CA" sz="1000">
                          <a:effectLst/>
                        </a:rPr>
                        <a:t>0.443287</a:t>
                      </a:r>
                    </a:p>
                  </a:txBody>
                  <a:tcPr marL="50015" marR="50015" marT="25008" marB="25008" anchor="ctr">
                    <a:lnL>
                      <a:noFill/>
                    </a:lnL>
                    <a:lnR>
                      <a:noFill/>
                    </a:lnR>
                    <a:lnT>
                      <a:noFill/>
                    </a:lnT>
                    <a:lnB>
                      <a:noFill/>
                    </a:lnB>
                    <a:noFill/>
                  </a:tcPr>
                </a:tc>
                <a:tc>
                  <a:txBody>
                    <a:bodyPr/>
                    <a:lstStyle/>
                    <a:p>
                      <a:pPr algn="r">
                        <a:buNone/>
                      </a:pPr>
                      <a:r>
                        <a:rPr lang="en-CA" sz="1000">
                          <a:effectLst/>
                        </a:rPr>
                        <a:t>0.776119</a:t>
                      </a:r>
                    </a:p>
                  </a:txBody>
                  <a:tcPr marL="50015" marR="50015" marT="25008" marB="25008" anchor="ctr">
                    <a:lnL>
                      <a:noFill/>
                    </a:lnL>
                    <a:lnR>
                      <a:noFill/>
                    </a:lnR>
                    <a:lnT>
                      <a:noFill/>
                    </a:lnT>
                    <a:lnB>
                      <a:noFill/>
                    </a:lnB>
                    <a:noFill/>
                  </a:tcPr>
                </a:tc>
                <a:tc>
                  <a:txBody>
                    <a:bodyPr/>
                    <a:lstStyle/>
                    <a:p>
                      <a:pPr algn="r">
                        <a:buNone/>
                      </a:pPr>
                      <a:r>
                        <a:rPr lang="en-CA" sz="1000">
                          <a:effectLst/>
                        </a:rPr>
                        <a:t>0.775024</a:t>
                      </a:r>
                    </a:p>
                  </a:txBody>
                  <a:tcPr marL="50015" marR="50015" marT="25008" marB="25008" anchor="ctr">
                    <a:lnL>
                      <a:noFill/>
                    </a:lnL>
                    <a:lnR>
                      <a:noFill/>
                    </a:lnR>
                    <a:lnT>
                      <a:noFill/>
                    </a:lnT>
                    <a:lnB>
                      <a:noFill/>
                    </a:lnB>
                    <a:noFill/>
                  </a:tcPr>
                </a:tc>
                <a:tc>
                  <a:txBody>
                    <a:bodyPr/>
                    <a:lstStyle/>
                    <a:p>
                      <a:pPr algn="r">
                        <a:buNone/>
                      </a:pPr>
                      <a:r>
                        <a:rPr lang="en-CA" sz="1000">
                          <a:effectLst/>
                        </a:rPr>
                        <a:t>0.827586</a:t>
                      </a:r>
                    </a:p>
                  </a:txBody>
                  <a:tcPr marL="50015" marR="50015" marT="25008" marB="25008" anchor="ctr">
                    <a:lnL>
                      <a:noFill/>
                    </a:lnL>
                    <a:lnR>
                      <a:noFill/>
                    </a:lnR>
                    <a:lnT>
                      <a:noFill/>
                    </a:lnT>
                    <a:lnB>
                      <a:noFill/>
                    </a:lnB>
                    <a:noFill/>
                  </a:tcPr>
                </a:tc>
                <a:tc>
                  <a:txBody>
                    <a:bodyPr/>
                    <a:lstStyle/>
                    <a:p>
                      <a:pPr algn="r">
                        <a:buNone/>
                      </a:pPr>
                      <a:r>
                        <a:rPr lang="en-CA" sz="1000">
                          <a:effectLst/>
                        </a:rPr>
                        <a:t>0.680851</a:t>
                      </a:r>
                    </a:p>
                  </a:txBody>
                  <a:tcPr marL="50015" marR="50015" marT="25008" marB="25008" anchor="ctr">
                    <a:lnL>
                      <a:noFill/>
                    </a:lnL>
                    <a:lnR>
                      <a:noFill/>
                    </a:lnR>
                    <a:lnT>
                      <a:noFill/>
                    </a:lnT>
                    <a:lnB>
                      <a:noFill/>
                    </a:lnB>
                    <a:noFill/>
                  </a:tcPr>
                </a:tc>
                <a:extLst>
                  <a:ext uri="{0D108BD9-81ED-4DB2-BD59-A6C34878D82A}">
                    <a16:rowId xmlns:a16="http://schemas.microsoft.com/office/drawing/2014/main" val="489927815"/>
                  </a:ext>
                </a:extLst>
              </a:tr>
              <a:tr h="256002">
                <a:tc>
                  <a:txBody>
                    <a:bodyPr/>
                    <a:lstStyle/>
                    <a:p>
                      <a:pPr fontAlgn="ctr">
                        <a:buNone/>
                      </a:pPr>
                      <a:r>
                        <a:rPr lang="en-CA" sz="1000" b="1">
                          <a:effectLst/>
                        </a:rPr>
                        <a:t>15</a:t>
                      </a:r>
                    </a:p>
                  </a:txBody>
                  <a:tcPr marL="50015" marR="50015" marT="25008" marB="25008" anchor="ctr">
                    <a:lnL>
                      <a:noFill/>
                    </a:lnL>
                    <a:lnR>
                      <a:noFill/>
                    </a:lnR>
                    <a:lnT>
                      <a:noFill/>
                    </a:lnT>
                    <a:lnB>
                      <a:noFill/>
                    </a:lnB>
                    <a:noFill/>
                  </a:tcPr>
                </a:tc>
                <a:tc>
                  <a:txBody>
                    <a:bodyPr/>
                    <a:lstStyle/>
                    <a:p>
                      <a:pPr algn="r">
                        <a:buNone/>
                      </a:pPr>
                      <a:r>
                        <a:rPr lang="en-CA" sz="1000">
                          <a:effectLst/>
                        </a:rPr>
                        <a:t>4</a:t>
                      </a:r>
                    </a:p>
                  </a:txBody>
                  <a:tcPr marL="50015" marR="50015" marT="25008" marB="25008" anchor="ctr">
                    <a:lnL>
                      <a:noFill/>
                    </a:lnL>
                    <a:lnR>
                      <a:noFill/>
                    </a:lnR>
                    <a:lnT>
                      <a:noFill/>
                    </a:lnT>
                    <a:lnB>
                      <a:noFill/>
                    </a:lnB>
                    <a:noFill/>
                  </a:tcPr>
                </a:tc>
                <a:tc>
                  <a:txBody>
                    <a:bodyPr/>
                    <a:lstStyle/>
                    <a:p>
                      <a:pPr algn="r">
                        <a:buNone/>
                      </a:pPr>
                      <a:r>
                        <a:rPr lang="en-CA" sz="1000">
                          <a:effectLst/>
                        </a:rPr>
                        <a:t>0.411673</a:t>
                      </a:r>
                    </a:p>
                  </a:txBody>
                  <a:tcPr marL="50015" marR="50015" marT="25008" marB="25008" anchor="ctr">
                    <a:lnL>
                      <a:noFill/>
                    </a:lnL>
                    <a:lnR>
                      <a:noFill/>
                    </a:lnR>
                    <a:lnT>
                      <a:noFill/>
                    </a:lnT>
                    <a:lnB>
                      <a:noFill/>
                    </a:lnB>
                    <a:noFill/>
                  </a:tcPr>
                </a:tc>
                <a:tc>
                  <a:txBody>
                    <a:bodyPr/>
                    <a:lstStyle/>
                    <a:p>
                      <a:pPr algn="r">
                        <a:buNone/>
                      </a:pPr>
                      <a:r>
                        <a:rPr lang="en-CA" sz="1000">
                          <a:effectLst/>
                        </a:rPr>
                        <a:t>0.394154</a:t>
                      </a:r>
                    </a:p>
                  </a:txBody>
                  <a:tcPr marL="50015" marR="50015" marT="25008" marB="25008" anchor="ctr">
                    <a:lnL>
                      <a:noFill/>
                    </a:lnL>
                    <a:lnR>
                      <a:noFill/>
                    </a:lnR>
                    <a:lnT>
                      <a:noFill/>
                    </a:lnT>
                    <a:lnB>
                      <a:noFill/>
                    </a:lnB>
                    <a:noFill/>
                  </a:tcPr>
                </a:tc>
                <a:tc>
                  <a:txBody>
                    <a:bodyPr/>
                    <a:lstStyle/>
                    <a:p>
                      <a:pPr algn="r">
                        <a:buNone/>
                      </a:pPr>
                      <a:r>
                        <a:rPr lang="en-CA" sz="1000">
                          <a:effectLst/>
                        </a:rPr>
                        <a:t>0.820896</a:t>
                      </a:r>
                    </a:p>
                  </a:txBody>
                  <a:tcPr marL="50015" marR="50015" marT="25008" marB="25008" anchor="ctr">
                    <a:lnL>
                      <a:noFill/>
                    </a:lnL>
                    <a:lnR>
                      <a:noFill/>
                    </a:lnR>
                    <a:lnT>
                      <a:noFill/>
                    </a:lnT>
                    <a:lnB>
                      <a:noFill/>
                    </a:lnB>
                    <a:noFill/>
                  </a:tcPr>
                </a:tc>
                <a:tc>
                  <a:txBody>
                    <a:bodyPr/>
                    <a:lstStyle/>
                    <a:p>
                      <a:pPr algn="r">
                        <a:buNone/>
                      </a:pPr>
                      <a:r>
                        <a:rPr lang="en-CA" sz="1000">
                          <a:effectLst/>
                        </a:rPr>
                        <a:t>0.816735</a:t>
                      </a:r>
                    </a:p>
                  </a:txBody>
                  <a:tcPr marL="50015" marR="50015" marT="25008" marB="25008" anchor="ctr">
                    <a:lnL>
                      <a:noFill/>
                    </a:lnL>
                    <a:lnR>
                      <a:noFill/>
                    </a:lnR>
                    <a:lnT>
                      <a:noFill/>
                    </a:lnT>
                    <a:lnB>
                      <a:noFill/>
                    </a:lnB>
                    <a:noFill/>
                  </a:tcPr>
                </a:tc>
                <a:tc>
                  <a:txBody>
                    <a:bodyPr/>
                    <a:lstStyle/>
                    <a:p>
                      <a:pPr algn="r">
                        <a:buNone/>
                      </a:pPr>
                      <a:r>
                        <a:rPr lang="en-CA" sz="1000">
                          <a:effectLst/>
                        </a:rPr>
                        <a:t>0.866667</a:t>
                      </a:r>
                    </a:p>
                  </a:txBody>
                  <a:tcPr marL="50015" marR="50015" marT="25008" marB="25008" anchor="ctr">
                    <a:lnL>
                      <a:noFill/>
                    </a:lnL>
                    <a:lnR>
                      <a:noFill/>
                    </a:lnR>
                    <a:lnT>
                      <a:noFill/>
                    </a:lnT>
                    <a:lnB>
                      <a:noFill/>
                    </a:lnB>
                    <a:noFill/>
                  </a:tcPr>
                </a:tc>
                <a:tc>
                  <a:txBody>
                    <a:bodyPr/>
                    <a:lstStyle/>
                    <a:p>
                      <a:pPr algn="r">
                        <a:buNone/>
                      </a:pPr>
                      <a:r>
                        <a:rPr lang="en-CA" sz="1000">
                          <a:effectLst/>
                        </a:rPr>
                        <a:t>0.727273</a:t>
                      </a:r>
                    </a:p>
                  </a:txBody>
                  <a:tcPr marL="50015" marR="50015" marT="25008" marB="25008" anchor="ctr">
                    <a:lnL>
                      <a:noFill/>
                    </a:lnL>
                    <a:lnR>
                      <a:noFill/>
                    </a:lnR>
                    <a:lnT>
                      <a:noFill/>
                    </a:lnT>
                    <a:lnB>
                      <a:noFill/>
                    </a:lnB>
                    <a:noFill/>
                  </a:tcPr>
                </a:tc>
                <a:extLst>
                  <a:ext uri="{0D108BD9-81ED-4DB2-BD59-A6C34878D82A}">
                    <a16:rowId xmlns:a16="http://schemas.microsoft.com/office/drawing/2014/main" val="2371051994"/>
                  </a:ext>
                </a:extLst>
              </a:tr>
              <a:tr h="256002">
                <a:tc>
                  <a:txBody>
                    <a:bodyPr/>
                    <a:lstStyle/>
                    <a:p>
                      <a:pPr fontAlgn="ctr">
                        <a:buNone/>
                      </a:pPr>
                      <a:r>
                        <a:rPr lang="en-CA" sz="1000" b="1">
                          <a:effectLst/>
                        </a:rPr>
                        <a:t>16</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0.705958</a:t>
                      </a:r>
                    </a:p>
                  </a:txBody>
                  <a:tcPr marL="50015" marR="50015" marT="25008" marB="25008" anchor="ctr">
                    <a:lnL>
                      <a:noFill/>
                    </a:lnL>
                    <a:lnR>
                      <a:noFill/>
                    </a:lnR>
                    <a:lnT>
                      <a:noFill/>
                    </a:lnT>
                    <a:lnB>
                      <a:noFill/>
                    </a:lnB>
                    <a:noFill/>
                  </a:tcPr>
                </a:tc>
                <a:tc>
                  <a:txBody>
                    <a:bodyPr/>
                    <a:lstStyle/>
                    <a:p>
                      <a:pPr algn="r">
                        <a:buNone/>
                      </a:pPr>
                      <a:r>
                        <a:rPr lang="en-CA" sz="1000">
                          <a:effectLst/>
                        </a:rPr>
                        <a:t>0.705578</a:t>
                      </a:r>
                    </a:p>
                  </a:txBody>
                  <a:tcPr marL="50015" marR="50015" marT="25008" marB="25008" anchor="ctr">
                    <a:lnL>
                      <a:noFill/>
                    </a:lnL>
                    <a:lnR>
                      <a:noFill/>
                    </a:lnR>
                    <a:lnT>
                      <a:noFill/>
                    </a:lnT>
                    <a:lnB>
                      <a:noFill/>
                    </a:lnB>
                    <a:noFill/>
                  </a:tcPr>
                </a:tc>
                <a:tc>
                  <a:txBody>
                    <a:bodyPr/>
                    <a:lstStyle/>
                    <a:p>
                      <a:pPr algn="r">
                        <a:buNone/>
                      </a:pPr>
                      <a:r>
                        <a:rPr lang="en-CA" sz="1000">
                          <a:effectLst/>
                        </a:rPr>
                        <a:t>0.373134</a:t>
                      </a:r>
                    </a:p>
                  </a:txBody>
                  <a:tcPr marL="50015" marR="50015" marT="25008" marB="25008" anchor="ctr">
                    <a:lnL>
                      <a:noFill/>
                    </a:lnL>
                    <a:lnR>
                      <a:noFill/>
                    </a:lnR>
                    <a:lnT>
                      <a:noFill/>
                    </a:lnT>
                    <a:lnB>
                      <a:noFill/>
                    </a:lnB>
                    <a:noFill/>
                  </a:tcPr>
                </a:tc>
                <a:tc>
                  <a:txBody>
                    <a:bodyPr/>
                    <a:lstStyle/>
                    <a:p>
                      <a:pPr algn="r">
                        <a:buNone/>
                      </a:pPr>
                      <a:r>
                        <a:rPr lang="en-CA" sz="1000">
                          <a:effectLst/>
                        </a:rPr>
                        <a:t>0.202790</a:t>
                      </a:r>
                    </a:p>
                  </a:txBody>
                  <a:tcPr marL="50015" marR="50015" marT="25008" marB="25008" anchor="ctr">
                    <a:lnL>
                      <a:noFill/>
                    </a:lnL>
                    <a:lnR>
                      <a:noFill/>
                    </a:lnR>
                    <a:lnT>
                      <a:noFill/>
                    </a:lnT>
                    <a:lnB>
                      <a:noFill/>
                    </a:lnB>
                    <a:noFill/>
                  </a:tcPr>
                </a:tc>
                <a:tc>
                  <a:txBody>
                    <a:bodyPr/>
                    <a:lstStyle/>
                    <a:p>
                      <a:pPr algn="r">
                        <a:buNone/>
                      </a:pPr>
                      <a:r>
                        <a:rPr lang="en-CA" sz="1000">
                          <a:effectLst/>
                        </a:rPr>
                        <a:t>0.000000</a:t>
                      </a:r>
                    </a:p>
                  </a:txBody>
                  <a:tcPr marL="50015" marR="50015" marT="25008" marB="25008" anchor="ctr">
                    <a:lnL>
                      <a:noFill/>
                    </a:lnL>
                    <a:lnR>
                      <a:noFill/>
                    </a:lnR>
                    <a:lnT>
                      <a:noFill/>
                    </a:lnT>
                    <a:lnB>
                      <a:noFill/>
                    </a:lnB>
                    <a:noFill/>
                  </a:tcPr>
                </a:tc>
                <a:tc>
                  <a:txBody>
                    <a:bodyPr/>
                    <a:lstStyle/>
                    <a:p>
                      <a:pPr algn="r">
                        <a:buNone/>
                      </a:pPr>
                      <a:r>
                        <a:rPr lang="en-CA" sz="1000">
                          <a:effectLst/>
                        </a:rPr>
                        <a:t>0.543478</a:t>
                      </a:r>
                    </a:p>
                  </a:txBody>
                  <a:tcPr marL="50015" marR="50015" marT="25008" marB="25008" anchor="ctr">
                    <a:lnL>
                      <a:noFill/>
                    </a:lnL>
                    <a:lnR>
                      <a:noFill/>
                    </a:lnR>
                    <a:lnT>
                      <a:noFill/>
                    </a:lnT>
                    <a:lnB>
                      <a:noFill/>
                    </a:lnB>
                    <a:noFill/>
                  </a:tcPr>
                </a:tc>
                <a:extLst>
                  <a:ext uri="{0D108BD9-81ED-4DB2-BD59-A6C34878D82A}">
                    <a16:rowId xmlns:a16="http://schemas.microsoft.com/office/drawing/2014/main" val="2476261272"/>
                  </a:ext>
                </a:extLst>
              </a:tr>
              <a:tr h="256002">
                <a:tc>
                  <a:txBody>
                    <a:bodyPr/>
                    <a:lstStyle/>
                    <a:p>
                      <a:pPr fontAlgn="ctr">
                        <a:buNone/>
                      </a:pPr>
                      <a:r>
                        <a:rPr lang="en-CA" sz="1000" b="1">
                          <a:effectLst/>
                        </a:rPr>
                        <a:t>17</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0.702980</a:t>
                      </a:r>
                    </a:p>
                  </a:txBody>
                  <a:tcPr marL="50015" marR="50015" marT="25008" marB="25008" anchor="ctr">
                    <a:lnL>
                      <a:noFill/>
                    </a:lnL>
                    <a:lnR>
                      <a:noFill/>
                    </a:lnR>
                    <a:lnT>
                      <a:noFill/>
                    </a:lnT>
                    <a:lnB>
                      <a:noFill/>
                    </a:lnB>
                    <a:noFill/>
                  </a:tcPr>
                </a:tc>
                <a:tc>
                  <a:txBody>
                    <a:bodyPr/>
                    <a:lstStyle/>
                    <a:p>
                      <a:pPr algn="r">
                        <a:buNone/>
                      </a:pPr>
                      <a:r>
                        <a:rPr lang="en-CA" sz="1000">
                          <a:effectLst/>
                        </a:rPr>
                        <a:t>0.683265</a:t>
                      </a:r>
                    </a:p>
                  </a:txBody>
                  <a:tcPr marL="50015" marR="50015" marT="25008" marB="25008" anchor="ctr">
                    <a:lnL>
                      <a:noFill/>
                    </a:lnL>
                    <a:lnR>
                      <a:noFill/>
                    </a:lnR>
                    <a:lnT>
                      <a:noFill/>
                    </a:lnT>
                    <a:lnB>
                      <a:noFill/>
                    </a:lnB>
                    <a:noFill/>
                  </a:tcPr>
                </a:tc>
                <a:tc>
                  <a:txBody>
                    <a:bodyPr/>
                    <a:lstStyle/>
                    <a:p>
                      <a:pPr algn="r">
                        <a:buNone/>
                      </a:pPr>
                      <a:r>
                        <a:rPr lang="en-CA" sz="1000">
                          <a:effectLst/>
                        </a:rPr>
                        <a:t>0.582090</a:t>
                      </a:r>
                    </a:p>
                  </a:txBody>
                  <a:tcPr marL="50015" marR="50015" marT="25008" marB="25008" anchor="ctr">
                    <a:lnL>
                      <a:noFill/>
                    </a:lnL>
                    <a:lnR>
                      <a:noFill/>
                    </a:lnR>
                    <a:lnT>
                      <a:noFill/>
                    </a:lnT>
                    <a:lnB>
                      <a:noFill/>
                    </a:lnB>
                    <a:noFill/>
                  </a:tcPr>
                </a:tc>
                <a:tc>
                  <a:txBody>
                    <a:bodyPr/>
                    <a:lstStyle/>
                    <a:p>
                      <a:pPr algn="r">
                        <a:buNone/>
                      </a:pPr>
                      <a:r>
                        <a:rPr lang="en-CA" sz="1000">
                          <a:effectLst/>
                        </a:rPr>
                        <a:t>0.580413</a:t>
                      </a:r>
                    </a:p>
                  </a:txBody>
                  <a:tcPr marL="50015" marR="50015" marT="25008" marB="25008" anchor="ctr">
                    <a:lnL>
                      <a:noFill/>
                    </a:lnL>
                    <a:lnR>
                      <a:noFill/>
                    </a:lnR>
                    <a:lnT>
                      <a:noFill/>
                    </a:lnT>
                    <a:lnB>
                      <a:noFill/>
                    </a:lnB>
                    <a:noFill/>
                  </a:tcPr>
                </a:tc>
                <a:tc>
                  <a:txBody>
                    <a:bodyPr/>
                    <a:lstStyle/>
                    <a:p>
                      <a:pPr algn="r">
                        <a:buNone/>
                      </a:pPr>
                      <a:r>
                        <a:rPr lang="en-CA" sz="1000">
                          <a:effectLst/>
                        </a:rPr>
                        <a:t>0.575758</a:t>
                      </a:r>
                    </a:p>
                  </a:txBody>
                  <a:tcPr marL="50015" marR="50015" marT="25008" marB="25008" anchor="ctr">
                    <a:lnL>
                      <a:noFill/>
                    </a:lnL>
                    <a:lnR>
                      <a:noFill/>
                    </a:lnR>
                    <a:lnT>
                      <a:noFill/>
                    </a:lnT>
                    <a:lnB>
                      <a:noFill/>
                    </a:lnB>
                    <a:noFill/>
                  </a:tcPr>
                </a:tc>
                <a:tc>
                  <a:txBody>
                    <a:bodyPr/>
                    <a:lstStyle/>
                    <a:p>
                      <a:pPr algn="r">
                        <a:buNone/>
                      </a:pPr>
                      <a:r>
                        <a:rPr lang="en-CA" sz="1000">
                          <a:effectLst/>
                        </a:rPr>
                        <a:t>0.588235</a:t>
                      </a:r>
                    </a:p>
                  </a:txBody>
                  <a:tcPr marL="50015" marR="50015" marT="25008" marB="25008" anchor="ctr">
                    <a:lnL>
                      <a:noFill/>
                    </a:lnL>
                    <a:lnR>
                      <a:noFill/>
                    </a:lnR>
                    <a:lnT>
                      <a:noFill/>
                    </a:lnT>
                    <a:lnB>
                      <a:noFill/>
                    </a:lnB>
                    <a:noFill/>
                  </a:tcPr>
                </a:tc>
                <a:extLst>
                  <a:ext uri="{0D108BD9-81ED-4DB2-BD59-A6C34878D82A}">
                    <a16:rowId xmlns:a16="http://schemas.microsoft.com/office/drawing/2014/main" val="4240772845"/>
                  </a:ext>
                </a:extLst>
              </a:tr>
              <a:tr h="256002">
                <a:tc>
                  <a:txBody>
                    <a:bodyPr/>
                    <a:lstStyle/>
                    <a:p>
                      <a:pPr fontAlgn="ctr">
                        <a:buNone/>
                      </a:pPr>
                      <a:r>
                        <a:rPr lang="en-CA" sz="1000" b="1">
                          <a:effectLst/>
                        </a:rPr>
                        <a:t>18</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0.640220</a:t>
                      </a:r>
                    </a:p>
                  </a:txBody>
                  <a:tcPr marL="50015" marR="50015" marT="25008" marB="25008" anchor="ctr">
                    <a:lnL>
                      <a:noFill/>
                    </a:lnL>
                    <a:lnR>
                      <a:noFill/>
                    </a:lnR>
                    <a:lnT>
                      <a:noFill/>
                    </a:lnT>
                    <a:lnB>
                      <a:noFill/>
                    </a:lnB>
                    <a:noFill/>
                  </a:tcPr>
                </a:tc>
                <a:tc>
                  <a:txBody>
                    <a:bodyPr/>
                    <a:lstStyle/>
                    <a:p>
                      <a:pPr algn="r">
                        <a:buNone/>
                      </a:pPr>
                      <a:r>
                        <a:rPr lang="en-CA" sz="1000">
                          <a:effectLst/>
                        </a:rPr>
                        <a:t>0.578193</a:t>
                      </a:r>
                    </a:p>
                  </a:txBody>
                  <a:tcPr marL="50015" marR="50015" marT="25008" marB="25008" anchor="ctr">
                    <a:lnL>
                      <a:noFill/>
                    </a:lnL>
                    <a:lnR>
                      <a:noFill/>
                    </a:lnR>
                    <a:lnT>
                      <a:noFill/>
                    </a:lnT>
                    <a:lnB>
                      <a:noFill/>
                    </a:lnB>
                    <a:noFill/>
                  </a:tcPr>
                </a:tc>
                <a:tc>
                  <a:txBody>
                    <a:bodyPr/>
                    <a:lstStyle/>
                    <a:p>
                      <a:pPr algn="r">
                        <a:buNone/>
                      </a:pPr>
                      <a:r>
                        <a:rPr lang="en-CA" sz="1000">
                          <a:effectLst/>
                        </a:rPr>
                        <a:t>0.641791</a:t>
                      </a:r>
                    </a:p>
                  </a:txBody>
                  <a:tcPr marL="50015" marR="50015" marT="25008" marB="25008" anchor="ctr">
                    <a:lnL>
                      <a:noFill/>
                    </a:lnL>
                    <a:lnR>
                      <a:noFill/>
                    </a:lnR>
                    <a:lnT>
                      <a:noFill/>
                    </a:lnT>
                    <a:lnB>
                      <a:noFill/>
                    </a:lnB>
                    <a:noFill/>
                  </a:tcPr>
                </a:tc>
                <a:tc>
                  <a:txBody>
                    <a:bodyPr/>
                    <a:lstStyle/>
                    <a:p>
                      <a:pPr algn="r">
                        <a:buNone/>
                      </a:pPr>
                      <a:r>
                        <a:rPr lang="en-CA" sz="1000">
                          <a:effectLst/>
                        </a:rPr>
                        <a:t>0.556831</a:t>
                      </a:r>
                    </a:p>
                  </a:txBody>
                  <a:tcPr marL="50015" marR="50015" marT="25008" marB="25008" anchor="ctr">
                    <a:lnL>
                      <a:noFill/>
                    </a:lnL>
                    <a:lnR>
                      <a:noFill/>
                    </a:lnR>
                    <a:lnT>
                      <a:noFill/>
                    </a:lnT>
                    <a:lnB>
                      <a:noFill/>
                    </a:lnB>
                    <a:noFill/>
                  </a:tcPr>
                </a:tc>
                <a:tc>
                  <a:txBody>
                    <a:bodyPr/>
                    <a:lstStyle/>
                    <a:p>
                      <a:pPr algn="r">
                        <a:buNone/>
                      </a:pPr>
                      <a:r>
                        <a:rPr lang="en-CA" sz="1000">
                          <a:effectLst/>
                        </a:rPr>
                        <a:t>0.769231</a:t>
                      </a:r>
                    </a:p>
                  </a:txBody>
                  <a:tcPr marL="50015" marR="50015" marT="25008" marB="25008" anchor="ctr">
                    <a:lnL>
                      <a:noFill/>
                    </a:lnL>
                    <a:lnR>
                      <a:noFill/>
                    </a:lnR>
                    <a:lnT>
                      <a:noFill/>
                    </a:lnT>
                    <a:lnB>
                      <a:noFill/>
                    </a:lnB>
                    <a:noFill/>
                  </a:tcPr>
                </a:tc>
                <a:tc>
                  <a:txBody>
                    <a:bodyPr/>
                    <a:lstStyle/>
                    <a:p>
                      <a:pPr algn="r">
                        <a:buNone/>
                      </a:pPr>
                      <a:r>
                        <a:rPr lang="en-CA" sz="1000">
                          <a:effectLst/>
                        </a:rPr>
                        <a:t>0.200000</a:t>
                      </a:r>
                    </a:p>
                  </a:txBody>
                  <a:tcPr marL="50015" marR="50015" marT="25008" marB="25008" anchor="ctr">
                    <a:lnL>
                      <a:noFill/>
                    </a:lnL>
                    <a:lnR>
                      <a:noFill/>
                    </a:lnR>
                    <a:lnT>
                      <a:noFill/>
                    </a:lnT>
                    <a:lnB>
                      <a:noFill/>
                    </a:lnB>
                    <a:noFill/>
                  </a:tcPr>
                </a:tc>
                <a:extLst>
                  <a:ext uri="{0D108BD9-81ED-4DB2-BD59-A6C34878D82A}">
                    <a16:rowId xmlns:a16="http://schemas.microsoft.com/office/drawing/2014/main" val="106005288"/>
                  </a:ext>
                </a:extLst>
              </a:tr>
              <a:tr h="256002">
                <a:tc>
                  <a:txBody>
                    <a:bodyPr/>
                    <a:lstStyle/>
                    <a:p>
                      <a:pPr fontAlgn="ctr">
                        <a:buNone/>
                      </a:pPr>
                      <a:r>
                        <a:rPr lang="en-CA" sz="1000" b="1">
                          <a:effectLst/>
                        </a:rPr>
                        <a:t>19</a:t>
                      </a:r>
                    </a:p>
                  </a:txBody>
                  <a:tcPr marL="50015" marR="50015" marT="25008" marB="25008" anchor="ctr">
                    <a:lnL>
                      <a:noFill/>
                    </a:lnL>
                    <a:lnR>
                      <a:noFill/>
                    </a:lnR>
                    <a:lnT>
                      <a:noFill/>
                    </a:lnT>
                    <a:lnB>
                      <a:noFill/>
                    </a:lnB>
                    <a:noFill/>
                  </a:tcPr>
                </a:tc>
                <a:tc>
                  <a:txBody>
                    <a:bodyPr/>
                    <a:lstStyle/>
                    <a:p>
                      <a:pPr algn="r">
                        <a:buNone/>
                      </a:pPr>
                      <a:r>
                        <a:rPr lang="en-CA" sz="1000">
                          <a:effectLst/>
                        </a:rPr>
                        <a:t>5</a:t>
                      </a:r>
                    </a:p>
                  </a:txBody>
                  <a:tcPr marL="50015" marR="50015" marT="25008" marB="25008" anchor="ctr">
                    <a:lnL>
                      <a:noFill/>
                    </a:lnL>
                    <a:lnR>
                      <a:noFill/>
                    </a:lnR>
                    <a:lnT>
                      <a:noFill/>
                    </a:lnT>
                    <a:lnB>
                      <a:noFill/>
                    </a:lnB>
                    <a:noFill/>
                  </a:tcPr>
                </a:tc>
                <a:tc>
                  <a:txBody>
                    <a:bodyPr/>
                    <a:lstStyle/>
                    <a:p>
                      <a:pPr algn="r">
                        <a:buNone/>
                      </a:pPr>
                      <a:r>
                        <a:rPr lang="en-CA" sz="1000">
                          <a:effectLst/>
                        </a:rPr>
                        <a:t>0.558276</a:t>
                      </a:r>
                    </a:p>
                  </a:txBody>
                  <a:tcPr marL="50015" marR="50015" marT="25008" marB="25008" anchor="ctr">
                    <a:lnL>
                      <a:noFill/>
                    </a:lnL>
                    <a:lnR>
                      <a:noFill/>
                    </a:lnR>
                    <a:lnT>
                      <a:noFill/>
                    </a:lnT>
                    <a:lnB>
                      <a:noFill/>
                    </a:lnB>
                    <a:noFill/>
                  </a:tcPr>
                </a:tc>
                <a:tc>
                  <a:txBody>
                    <a:bodyPr/>
                    <a:lstStyle/>
                    <a:p>
                      <a:pPr algn="r">
                        <a:buNone/>
                      </a:pPr>
                      <a:r>
                        <a:rPr lang="en-CA" sz="1000">
                          <a:effectLst/>
                        </a:rPr>
                        <a:t>0.522041</a:t>
                      </a:r>
                    </a:p>
                  </a:txBody>
                  <a:tcPr marL="50015" marR="50015" marT="25008" marB="25008" anchor="ctr">
                    <a:lnL>
                      <a:noFill/>
                    </a:lnL>
                    <a:lnR>
                      <a:noFill/>
                    </a:lnR>
                    <a:lnT>
                      <a:noFill/>
                    </a:lnT>
                    <a:lnB>
                      <a:noFill/>
                    </a:lnB>
                    <a:noFill/>
                  </a:tcPr>
                </a:tc>
                <a:tc>
                  <a:txBody>
                    <a:bodyPr/>
                    <a:lstStyle/>
                    <a:p>
                      <a:pPr algn="r">
                        <a:buNone/>
                      </a:pPr>
                      <a:r>
                        <a:rPr lang="en-CA" sz="1000">
                          <a:effectLst/>
                        </a:rPr>
                        <a:t>0.776119</a:t>
                      </a:r>
                    </a:p>
                  </a:txBody>
                  <a:tcPr marL="50015" marR="50015" marT="25008" marB="25008" anchor="ctr">
                    <a:lnL>
                      <a:noFill/>
                    </a:lnL>
                    <a:lnR>
                      <a:noFill/>
                    </a:lnR>
                    <a:lnT>
                      <a:noFill/>
                    </a:lnT>
                    <a:lnB>
                      <a:noFill/>
                    </a:lnB>
                    <a:noFill/>
                  </a:tcPr>
                </a:tc>
                <a:tc>
                  <a:txBody>
                    <a:bodyPr/>
                    <a:lstStyle/>
                    <a:p>
                      <a:pPr algn="r">
                        <a:buNone/>
                      </a:pPr>
                      <a:r>
                        <a:rPr lang="en-CA" sz="1000">
                          <a:effectLst/>
                        </a:rPr>
                        <a:t>0.776966</a:t>
                      </a:r>
                    </a:p>
                  </a:txBody>
                  <a:tcPr marL="50015" marR="50015" marT="25008" marB="25008" anchor="ctr">
                    <a:lnL>
                      <a:noFill/>
                    </a:lnL>
                    <a:lnR>
                      <a:noFill/>
                    </a:lnR>
                    <a:lnT>
                      <a:noFill/>
                    </a:lnT>
                    <a:lnB>
                      <a:noFill/>
                    </a:lnB>
                    <a:noFill/>
                  </a:tcPr>
                </a:tc>
                <a:tc>
                  <a:txBody>
                    <a:bodyPr/>
                    <a:lstStyle/>
                    <a:p>
                      <a:pPr algn="r">
                        <a:buNone/>
                      </a:pPr>
                      <a:r>
                        <a:rPr lang="en-CA" sz="1000" dirty="0">
                          <a:effectLst/>
                        </a:rPr>
                        <a:t>0.819277</a:t>
                      </a:r>
                    </a:p>
                  </a:txBody>
                  <a:tcPr marL="50015" marR="50015" marT="25008" marB="25008" anchor="ctr">
                    <a:lnL>
                      <a:noFill/>
                    </a:lnL>
                    <a:lnR>
                      <a:noFill/>
                    </a:lnR>
                    <a:lnT>
                      <a:noFill/>
                    </a:lnT>
                    <a:lnB>
                      <a:noFill/>
                    </a:lnB>
                    <a:noFill/>
                  </a:tcPr>
                </a:tc>
                <a:tc>
                  <a:txBody>
                    <a:bodyPr/>
                    <a:lstStyle/>
                    <a:p>
                      <a:pPr algn="r">
                        <a:buNone/>
                      </a:pPr>
                      <a:r>
                        <a:rPr lang="en-CA" sz="1000" dirty="0">
                          <a:effectLst/>
                        </a:rPr>
                        <a:t>0.705882</a:t>
                      </a:r>
                    </a:p>
                  </a:txBody>
                  <a:tcPr marL="50015" marR="50015" marT="25008" marB="25008" anchor="ctr">
                    <a:lnL>
                      <a:noFill/>
                    </a:lnL>
                    <a:lnR>
                      <a:noFill/>
                    </a:lnR>
                    <a:lnT>
                      <a:noFill/>
                    </a:lnT>
                    <a:lnB>
                      <a:noFill/>
                    </a:lnB>
                    <a:noFill/>
                  </a:tcPr>
                </a:tc>
                <a:extLst>
                  <a:ext uri="{0D108BD9-81ED-4DB2-BD59-A6C34878D82A}">
                    <a16:rowId xmlns:a16="http://schemas.microsoft.com/office/drawing/2014/main" val="774467202"/>
                  </a:ext>
                </a:extLst>
              </a:tr>
            </a:tbl>
          </a:graphicData>
        </a:graphic>
      </p:graphicFrame>
      <p:sp>
        <p:nvSpPr>
          <p:cNvPr id="5" name="TextBox 4">
            <a:extLst>
              <a:ext uri="{FF2B5EF4-FFF2-40B4-BE49-F238E27FC236}">
                <a16:creationId xmlns:a16="http://schemas.microsoft.com/office/drawing/2014/main" id="{030E466B-E42B-230E-F9A1-7C05566336FD}"/>
              </a:ext>
            </a:extLst>
          </p:cNvPr>
          <p:cNvSpPr txBox="1"/>
          <p:nvPr/>
        </p:nvSpPr>
        <p:spPr>
          <a:xfrm>
            <a:off x="175080" y="94390"/>
            <a:ext cx="6065081" cy="461665"/>
          </a:xfrm>
          <a:prstGeom prst="rect">
            <a:avLst/>
          </a:prstGeom>
          <a:noFill/>
        </p:spPr>
        <p:txBody>
          <a:bodyPr wrap="square" rtlCol="0">
            <a:spAutoFit/>
          </a:bodyPr>
          <a:lstStyle/>
          <a:p>
            <a:r>
              <a:rPr lang="en-US" sz="2400" b="1" u="sng" dirty="0"/>
              <a:t>Binary Classifier (Perceived RD Intensity</a:t>
            </a:r>
            <a:r>
              <a:rPr lang="en-US" dirty="0"/>
              <a:t>)</a:t>
            </a:r>
          </a:p>
        </p:txBody>
      </p:sp>
      <p:sp>
        <p:nvSpPr>
          <p:cNvPr id="6" name="TextBox 5">
            <a:extLst>
              <a:ext uri="{FF2B5EF4-FFF2-40B4-BE49-F238E27FC236}">
                <a16:creationId xmlns:a16="http://schemas.microsoft.com/office/drawing/2014/main" id="{9788217B-4E00-AA40-94D5-EC2D54215938}"/>
              </a:ext>
            </a:extLst>
          </p:cNvPr>
          <p:cNvSpPr txBox="1"/>
          <p:nvPr/>
        </p:nvSpPr>
        <p:spPr>
          <a:xfrm>
            <a:off x="8737257" y="94389"/>
            <a:ext cx="2545492" cy="461665"/>
          </a:xfrm>
          <a:prstGeom prst="rect">
            <a:avLst/>
          </a:prstGeom>
          <a:noFill/>
        </p:spPr>
        <p:txBody>
          <a:bodyPr wrap="square" rtlCol="0">
            <a:spAutoFit/>
          </a:bodyPr>
          <a:lstStyle/>
          <a:p>
            <a:r>
              <a:rPr lang="en-US" sz="2400" b="1" dirty="0">
                <a:solidFill>
                  <a:schemeClr val="accent2">
                    <a:lumMod val="50000"/>
                  </a:schemeClr>
                </a:solidFill>
              </a:rPr>
              <a:t>Phase 3</a:t>
            </a:r>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2A569B9D-CAD0-19F4-D374-A7A58F9D6541}"/>
                  </a:ext>
                </a:extLst>
              </p14:cNvPr>
              <p14:cNvContentPartPr/>
              <p14:nvPr/>
            </p14:nvContentPartPr>
            <p14:xfrm>
              <a:off x="6617374" y="4139621"/>
              <a:ext cx="488520" cy="360"/>
            </p14:xfrm>
          </p:contentPart>
        </mc:Choice>
        <mc:Fallback xmlns="">
          <p:pic>
            <p:nvPicPr>
              <p:cNvPr id="7" name="Ink 6">
                <a:extLst>
                  <a:ext uri="{FF2B5EF4-FFF2-40B4-BE49-F238E27FC236}">
                    <a16:creationId xmlns:a16="http://schemas.microsoft.com/office/drawing/2014/main" id="{2A569B9D-CAD0-19F4-D374-A7A58F9D6541}"/>
                  </a:ext>
                </a:extLst>
              </p:cNvPr>
              <p:cNvPicPr/>
              <p:nvPr/>
            </p:nvPicPr>
            <p:blipFill>
              <a:blip r:embed="rId3"/>
              <a:stretch>
                <a:fillRect/>
              </a:stretch>
            </p:blipFill>
            <p:spPr>
              <a:xfrm>
                <a:off x="6563734" y="4031621"/>
                <a:ext cx="5961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561BF716-6D39-5523-A301-53928C8882AF}"/>
                  </a:ext>
                </a:extLst>
              </p14:cNvPr>
              <p14:cNvContentPartPr/>
              <p14:nvPr/>
            </p14:nvContentPartPr>
            <p14:xfrm>
              <a:off x="7687294" y="4133501"/>
              <a:ext cx="517320" cy="360"/>
            </p14:xfrm>
          </p:contentPart>
        </mc:Choice>
        <mc:Fallback xmlns="">
          <p:pic>
            <p:nvPicPr>
              <p:cNvPr id="8" name="Ink 7">
                <a:extLst>
                  <a:ext uri="{FF2B5EF4-FFF2-40B4-BE49-F238E27FC236}">
                    <a16:creationId xmlns:a16="http://schemas.microsoft.com/office/drawing/2014/main" id="{561BF716-6D39-5523-A301-53928C8882AF}"/>
                  </a:ext>
                </a:extLst>
              </p:cNvPr>
              <p:cNvPicPr/>
              <p:nvPr/>
            </p:nvPicPr>
            <p:blipFill>
              <a:blip r:embed="rId5"/>
              <a:stretch>
                <a:fillRect/>
              </a:stretch>
            </p:blipFill>
            <p:spPr>
              <a:xfrm>
                <a:off x="7633294" y="4025861"/>
                <a:ext cx="6249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DB2E9CFD-A58A-6313-18FF-3B9CEEB26C1D}"/>
                  </a:ext>
                </a:extLst>
              </p14:cNvPr>
              <p14:cNvContentPartPr/>
              <p14:nvPr/>
            </p14:nvContentPartPr>
            <p14:xfrm>
              <a:off x="6576694" y="3371021"/>
              <a:ext cx="535320" cy="360"/>
            </p14:xfrm>
          </p:contentPart>
        </mc:Choice>
        <mc:Fallback xmlns="">
          <p:pic>
            <p:nvPicPr>
              <p:cNvPr id="9" name="Ink 8">
                <a:extLst>
                  <a:ext uri="{FF2B5EF4-FFF2-40B4-BE49-F238E27FC236}">
                    <a16:creationId xmlns:a16="http://schemas.microsoft.com/office/drawing/2014/main" id="{DB2E9CFD-A58A-6313-18FF-3B9CEEB26C1D}"/>
                  </a:ext>
                </a:extLst>
              </p:cNvPr>
              <p:cNvPicPr/>
              <p:nvPr/>
            </p:nvPicPr>
            <p:blipFill>
              <a:blip r:embed="rId7"/>
              <a:stretch>
                <a:fillRect/>
              </a:stretch>
            </p:blipFill>
            <p:spPr>
              <a:xfrm>
                <a:off x="6523054" y="3263381"/>
                <a:ext cx="6429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A38EEF1F-8B3C-6DFE-1B8A-705490E5D845}"/>
                  </a:ext>
                </a:extLst>
              </p14:cNvPr>
              <p14:cNvContentPartPr/>
              <p14:nvPr/>
            </p14:nvContentPartPr>
            <p14:xfrm>
              <a:off x="7682254" y="3370661"/>
              <a:ext cx="579600" cy="360"/>
            </p14:xfrm>
          </p:contentPart>
        </mc:Choice>
        <mc:Fallback xmlns="">
          <p:pic>
            <p:nvPicPr>
              <p:cNvPr id="10" name="Ink 9">
                <a:extLst>
                  <a:ext uri="{FF2B5EF4-FFF2-40B4-BE49-F238E27FC236}">
                    <a16:creationId xmlns:a16="http://schemas.microsoft.com/office/drawing/2014/main" id="{A38EEF1F-8B3C-6DFE-1B8A-705490E5D845}"/>
                  </a:ext>
                </a:extLst>
              </p:cNvPr>
              <p:cNvPicPr/>
              <p:nvPr/>
            </p:nvPicPr>
            <p:blipFill>
              <a:blip r:embed="rId9"/>
              <a:stretch>
                <a:fillRect/>
              </a:stretch>
            </p:blipFill>
            <p:spPr>
              <a:xfrm>
                <a:off x="7628614" y="3263021"/>
                <a:ext cx="6872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C9BA3960-4BCF-4D37-7989-D172C09D6B2B}"/>
                  </a:ext>
                </a:extLst>
              </p14:cNvPr>
              <p14:cNvContentPartPr/>
              <p14:nvPr/>
            </p14:nvContentPartPr>
            <p14:xfrm>
              <a:off x="6527374" y="3111821"/>
              <a:ext cx="564120" cy="360"/>
            </p14:xfrm>
          </p:contentPart>
        </mc:Choice>
        <mc:Fallback xmlns="">
          <p:pic>
            <p:nvPicPr>
              <p:cNvPr id="12" name="Ink 11">
                <a:extLst>
                  <a:ext uri="{FF2B5EF4-FFF2-40B4-BE49-F238E27FC236}">
                    <a16:creationId xmlns:a16="http://schemas.microsoft.com/office/drawing/2014/main" id="{C9BA3960-4BCF-4D37-7989-D172C09D6B2B}"/>
                  </a:ext>
                </a:extLst>
              </p:cNvPr>
              <p:cNvPicPr/>
              <p:nvPr/>
            </p:nvPicPr>
            <p:blipFill>
              <a:blip r:embed="rId11"/>
              <a:stretch>
                <a:fillRect/>
              </a:stretch>
            </p:blipFill>
            <p:spPr>
              <a:xfrm>
                <a:off x="6473374" y="3004181"/>
                <a:ext cx="6717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FA0DFA96-C22C-73AB-B9AC-B7E8A14A33D6}"/>
                  </a:ext>
                </a:extLst>
              </p14:cNvPr>
              <p14:cNvContentPartPr/>
              <p14:nvPr/>
            </p14:nvContentPartPr>
            <p14:xfrm>
              <a:off x="7657414" y="3122621"/>
              <a:ext cx="553320" cy="360"/>
            </p14:xfrm>
          </p:contentPart>
        </mc:Choice>
        <mc:Fallback xmlns="">
          <p:pic>
            <p:nvPicPr>
              <p:cNvPr id="13" name="Ink 12">
                <a:extLst>
                  <a:ext uri="{FF2B5EF4-FFF2-40B4-BE49-F238E27FC236}">
                    <a16:creationId xmlns:a16="http://schemas.microsoft.com/office/drawing/2014/main" id="{FA0DFA96-C22C-73AB-B9AC-B7E8A14A33D6}"/>
                  </a:ext>
                </a:extLst>
              </p:cNvPr>
              <p:cNvPicPr/>
              <p:nvPr/>
            </p:nvPicPr>
            <p:blipFill>
              <a:blip r:embed="rId13"/>
              <a:stretch>
                <a:fillRect/>
              </a:stretch>
            </p:blipFill>
            <p:spPr>
              <a:xfrm>
                <a:off x="7603774" y="3014621"/>
                <a:ext cx="6609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F53B217C-AEA8-FF02-BB66-6BA518612321}"/>
                  </a:ext>
                </a:extLst>
              </p14:cNvPr>
              <p14:cNvContentPartPr/>
              <p14:nvPr/>
            </p14:nvContentPartPr>
            <p14:xfrm>
              <a:off x="6615214" y="6465581"/>
              <a:ext cx="495000" cy="5040"/>
            </p14:xfrm>
          </p:contentPart>
        </mc:Choice>
        <mc:Fallback xmlns="">
          <p:pic>
            <p:nvPicPr>
              <p:cNvPr id="14" name="Ink 13">
                <a:extLst>
                  <a:ext uri="{FF2B5EF4-FFF2-40B4-BE49-F238E27FC236}">
                    <a16:creationId xmlns:a16="http://schemas.microsoft.com/office/drawing/2014/main" id="{F53B217C-AEA8-FF02-BB66-6BA518612321}"/>
                  </a:ext>
                </a:extLst>
              </p:cNvPr>
              <p:cNvPicPr/>
              <p:nvPr/>
            </p:nvPicPr>
            <p:blipFill>
              <a:blip r:embed="rId15"/>
              <a:stretch>
                <a:fillRect/>
              </a:stretch>
            </p:blipFill>
            <p:spPr>
              <a:xfrm>
                <a:off x="6561214" y="6357941"/>
                <a:ext cx="60264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192986CD-EE7F-692A-2ABA-713275D7E937}"/>
                  </a:ext>
                </a:extLst>
              </p14:cNvPr>
              <p14:cNvContentPartPr/>
              <p14:nvPr/>
            </p14:nvContentPartPr>
            <p14:xfrm>
              <a:off x="7718254" y="6464141"/>
              <a:ext cx="460080" cy="10440"/>
            </p14:xfrm>
          </p:contentPart>
        </mc:Choice>
        <mc:Fallback xmlns="">
          <p:pic>
            <p:nvPicPr>
              <p:cNvPr id="15" name="Ink 14">
                <a:extLst>
                  <a:ext uri="{FF2B5EF4-FFF2-40B4-BE49-F238E27FC236}">
                    <a16:creationId xmlns:a16="http://schemas.microsoft.com/office/drawing/2014/main" id="{192986CD-EE7F-692A-2ABA-713275D7E937}"/>
                  </a:ext>
                </a:extLst>
              </p:cNvPr>
              <p:cNvPicPr/>
              <p:nvPr/>
            </p:nvPicPr>
            <p:blipFill>
              <a:blip r:embed="rId17"/>
              <a:stretch>
                <a:fillRect/>
              </a:stretch>
            </p:blipFill>
            <p:spPr>
              <a:xfrm>
                <a:off x="7664254" y="6356141"/>
                <a:ext cx="56772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Ink 15">
                <a:extLst>
                  <a:ext uri="{FF2B5EF4-FFF2-40B4-BE49-F238E27FC236}">
                    <a16:creationId xmlns:a16="http://schemas.microsoft.com/office/drawing/2014/main" id="{3BB55701-6DBE-D181-7D22-5743856FC22B}"/>
                  </a:ext>
                </a:extLst>
              </p14:cNvPr>
              <p14:cNvContentPartPr/>
              <p14:nvPr/>
            </p14:nvContentPartPr>
            <p14:xfrm>
              <a:off x="6599734" y="5192261"/>
              <a:ext cx="513720" cy="360"/>
            </p14:xfrm>
          </p:contentPart>
        </mc:Choice>
        <mc:Fallback xmlns="">
          <p:pic>
            <p:nvPicPr>
              <p:cNvPr id="16" name="Ink 15">
                <a:extLst>
                  <a:ext uri="{FF2B5EF4-FFF2-40B4-BE49-F238E27FC236}">
                    <a16:creationId xmlns:a16="http://schemas.microsoft.com/office/drawing/2014/main" id="{3BB55701-6DBE-D181-7D22-5743856FC22B}"/>
                  </a:ext>
                </a:extLst>
              </p:cNvPr>
              <p:cNvPicPr/>
              <p:nvPr/>
            </p:nvPicPr>
            <p:blipFill>
              <a:blip r:embed="rId19"/>
              <a:stretch>
                <a:fillRect/>
              </a:stretch>
            </p:blipFill>
            <p:spPr>
              <a:xfrm>
                <a:off x="6546094" y="5084621"/>
                <a:ext cx="6213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Ink 16">
                <a:extLst>
                  <a:ext uri="{FF2B5EF4-FFF2-40B4-BE49-F238E27FC236}">
                    <a16:creationId xmlns:a16="http://schemas.microsoft.com/office/drawing/2014/main" id="{D4D0F4F2-91F1-5398-C81E-EB4E45D307E6}"/>
                  </a:ext>
                </a:extLst>
              </p14:cNvPr>
              <p14:cNvContentPartPr/>
              <p14:nvPr/>
            </p14:nvContentPartPr>
            <p14:xfrm>
              <a:off x="7655974" y="5182181"/>
              <a:ext cx="536400" cy="6840"/>
            </p14:xfrm>
          </p:contentPart>
        </mc:Choice>
        <mc:Fallback xmlns="">
          <p:pic>
            <p:nvPicPr>
              <p:cNvPr id="17" name="Ink 16">
                <a:extLst>
                  <a:ext uri="{FF2B5EF4-FFF2-40B4-BE49-F238E27FC236}">
                    <a16:creationId xmlns:a16="http://schemas.microsoft.com/office/drawing/2014/main" id="{D4D0F4F2-91F1-5398-C81E-EB4E45D307E6}"/>
                  </a:ext>
                </a:extLst>
              </p:cNvPr>
              <p:cNvPicPr/>
              <p:nvPr/>
            </p:nvPicPr>
            <p:blipFill>
              <a:blip r:embed="rId21"/>
              <a:stretch>
                <a:fillRect/>
              </a:stretch>
            </p:blipFill>
            <p:spPr>
              <a:xfrm>
                <a:off x="7601974" y="5074181"/>
                <a:ext cx="64404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8" name="Ink 17">
                <a:extLst>
                  <a:ext uri="{FF2B5EF4-FFF2-40B4-BE49-F238E27FC236}">
                    <a16:creationId xmlns:a16="http://schemas.microsoft.com/office/drawing/2014/main" id="{1910AE48-7036-FF83-0BC8-A0B4195F53D9}"/>
                  </a:ext>
                </a:extLst>
              </p14:cNvPr>
              <p14:cNvContentPartPr/>
              <p14:nvPr/>
            </p14:nvContentPartPr>
            <p14:xfrm>
              <a:off x="6589294" y="5441021"/>
              <a:ext cx="528120" cy="360"/>
            </p14:xfrm>
          </p:contentPart>
        </mc:Choice>
        <mc:Fallback xmlns="">
          <p:pic>
            <p:nvPicPr>
              <p:cNvPr id="18" name="Ink 17">
                <a:extLst>
                  <a:ext uri="{FF2B5EF4-FFF2-40B4-BE49-F238E27FC236}">
                    <a16:creationId xmlns:a16="http://schemas.microsoft.com/office/drawing/2014/main" id="{1910AE48-7036-FF83-0BC8-A0B4195F53D9}"/>
                  </a:ext>
                </a:extLst>
              </p:cNvPr>
              <p:cNvPicPr/>
              <p:nvPr/>
            </p:nvPicPr>
            <p:blipFill>
              <a:blip r:embed="rId23"/>
              <a:stretch>
                <a:fillRect/>
              </a:stretch>
            </p:blipFill>
            <p:spPr>
              <a:xfrm>
                <a:off x="6535294" y="5333381"/>
                <a:ext cx="6357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9" name="Ink 18">
                <a:extLst>
                  <a:ext uri="{FF2B5EF4-FFF2-40B4-BE49-F238E27FC236}">
                    <a16:creationId xmlns:a16="http://schemas.microsoft.com/office/drawing/2014/main" id="{BB6AD467-5A8C-1A49-ED66-0C67909AB1B8}"/>
                  </a:ext>
                </a:extLst>
              </p14:cNvPr>
              <p14:cNvContentPartPr/>
              <p14:nvPr/>
            </p14:nvContentPartPr>
            <p14:xfrm>
              <a:off x="7688374" y="5440301"/>
              <a:ext cx="507240" cy="9720"/>
            </p14:xfrm>
          </p:contentPart>
        </mc:Choice>
        <mc:Fallback xmlns="">
          <p:pic>
            <p:nvPicPr>
              <p:cNvPr id="19" name="Ink 18">
                <a:extLst>
                  <a:ext uri="{FF2B5EF4-FFF2-40B4-BE49-F238E27FC236}">
                    <a16:creationId xmlns:a16="http://schemas.microsoft.com/office/drawing/2014/main" id="{BB6AD467-5A8C-1A49-ED66-0C67909AB1B8}"/>
                  </a:ext>
                </a:extLst>
              </p:cNvPr>
              <p:cNvPicPr/>
              <p:nvPr/>
            </p:nvPicPr>
            <p:blipFill>
              <a:blip r:embed="rId25"/>
              <a:stretch>
                <a:fillRect/>
              </a:stretch>
            </p:blipFill>
            <p:spPr>
              <a:xfrm>
                <a:off x="7634734" y="5332301"/>
                <a:ext cx="61488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0" name="Ink 19">
                <a:extLst>
                  <a:ext uri="{FF2B5EF4-FFF2-40B4-BE49-F238E27FC236}">
                    <a16:creationId xmlns:a16="http://schemas.microsoft.com/office/drawing/2014/main" id="{1342F1A5-0A92-6A67-8AC8-E669EA619B04}"/>
                  </a:ext>
                </a:extLst>
              </p14:cNvPr>
              <p14:cNvContentPartPr/>
              <p14:nvPr/>
            </p14:nvContentPartPr>
            <p14:xfrm>
              <a:off x="9877894" y="1583261"/>
              <a:ext cx="471240" cy="360"/>
            </p14:xfrm>
          </p:contentPart>
        </mc:Choice>
        <mc:Fallback xmlns="">
          <p:pic>
            <p:nvPicPr>
              <p:cNvPr id="20" name="Ink 19">
                <a:extLst>
                  <a:ext uri="{FF2B5EF4-FFF2-40B4-BE49-F238E27FC236}">
                    <a16:creationId xmlns:a16="http://schemas.microsoft.com/office/drawing/2014/main" id="{1342F1A5-0A92-6A67-8AC8-E669EA619B04}"/>
                  </a:ext>
                </a:extLst>
              </p:cNvPr>
              <p:cNvPicPr/>
              <p:nvPr/>
            </p:nvPicPr>
            <p:blipFill>
              <a:blip r:embed="rId27"/>
              <a:stretch>
                <a:fillRect/>
              </a:stretch>
            </p:blipFill>
            <p:spPr>
              <a:xfrm>
                <a:off x="9823894" y="1475621"/>
                <a:ext cx="5788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2" name="Ink 21">
                <a:extLst>
                  <a:ext uri="{FF2B5EF4-FFF2-40B4-BE49-F238E27FC236}">
                    <a16:creationId xmlns:a16="http://schemas.microsoft.com/office/drawing/2014/main" id="{21B0A7F8-A3B1-FF2C-34A5-65857C47FEBC}"/>
                  </a:ext>
                </a:extLst>
              </p14:cNvPr>
              <p14:cNvContentPartPr/>
              <p14:nvPr/>
            </p14:nvContentPartPr>
            <p14:xfrm>
              <a:off x="8799694" y="1856141"/>
              <a:ext cx="513720" cy="360"/>
            </p14:xfrm>
          </p:contentPart>
        </mc:Choice>
        <mc:Fallback xmlns="">
          <p:pic>
            <p:nvPicPr>
              <p:cNvPr id="22" name="Ink 21">
                <a:extLst>
                  <a:ext uri="{FF2B5EF4-FFF2-40B4-BE49-F238E27FC236}">
                    <a16:creationId xmlns:a16="http://schemas.microsoft.com/office/drawing/2014/main" id="{21B0A7F8-A3B1-FF2C-34A5-65857C47FEBC}"/>
                  </a:ext>
                </a:extLst>
              </p:cNvPr>
              <p:cNvPicPr/>
              <p:nvPr/>
            </p:nvPicPr>
            <p:blipFill>
              <a:blip r:embed="rId29"/>
              <a:stretch>
                <a:fillRect/>
              </a:stretch>
            </p:blipFill>
            <p:spPr>
              <a:xfrm>
                <a:off x="8745694" y="1748141"/>
                <a:ext cx="6213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3" name="Ink 22">
                <a:extLst>
                  <a:ext uri="{FF2B5EF4-FFF2-40B4-BE49-F238E27FC236}">
                    <a16:creationId xmlns:a16="http://schemas.microsoft.com/office/drawing/2014/main" id="{DF94A152-6400-8628-8F9B-A3CC0E938ABB}"/>
                  </a:ext>
                </a:extLst>
              </p14:cNvPr>
              <p14:cNvContentPartPr/>
              <p14:nvPr/>
            </p14:nvContentPartPr>
            <p14:xfrm>
              <a:off x="7698814" y="1810421"/>
              <a:ext cx="484560" cy="360"/>
            </p14:xfrm>
          </p:contentPart>
        </mc:Choice>
        <mc:Fallback xmlns="">
          <p:pic>
            <p:nvPicPr>
              <p:cNvPr id="23" name="Ink 22">
                <a:extLst>
                  <a:ext uri="{FF2B5EF4-FFF2-40B4-BE49-F238E27FC236}">
                    <a16:creationId xmlns:a16="http://schemas.microsoft.com/office/drawing/2014/main" id="{DF94A152-6400-8628-8F9B-A3CC0E938ABB}"/>
                  </a:ext>
                </a:extLst>
              </p:cNvPr>
              <p:cNvPicPr/>
              <p:nvPr/>
            </p:nvPicPr>
            <p:blipFill>
              <a:blip r:embed="rId31"/>
              <a:stretch>
                <a:fillRect/>
              </a:stretch>
            </p:blipFill>
            <p:spPr>
              <a:xfrm>
                <a:off x="7645174" y="1702421"/>
                <a:ext cx="592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4" name="Ink 23">
                <a:extLst>
                  <a:ext uri="{FF2B5EF4-FFF2-40B4-BE49-F238E27FC236}">
                    <a16:creationId xmlns:a16="http://schemas.microsoft.com/office/drawing/2014/main" id="{070DD5EA-4EF2-34B1-7433-5291E5E23819}"/>
                  </a:ext>
                </a:extLst>
              </p14:cNvPr>
              <p14:cNvContentPartPr/>
              <p14:nvPr/>
            </p14:nvContentPartPr>
            <p14:xfrm>
              <a:off x="6628174" y="1806821"/>
              <a:ext cx="486000" cy="35640"/>
            </p14:xfrm>
          </p:contentPart>
        </mc:Choice>
        <mc:Fallback xmlns="">
          <p:pic>
            <p:nvPicPr>
              <p:cNvPr id="24" name="Ink 23">
                <a:extLst>
                  <a:ext uri="{FF2B5EF4-FFF2-40B4-BE49-F238E27FC236}">
                    <a16:creationId xmlns:a16="http://schemas.microsoft.com/office/drawing/2014/main" id="{070DD5EA-4EF2-34B1-7433-5291E5E23819}"/>
                  </a:ext>
                </a:extLst>
              </p:cNvPr>
              <p:cNvPicPr/>
              <p:nvPr/>
            </p:nvPicPr>
            <p:blipFill>
              <a:blip r:embed="rId33"/>
              <a:stretch>
                <a:fillRect/>
              </a:stretch>
            </p:blipFill>
            <p:spPr>
              <a:xfrm>
                <a:off x="6574174" y="1698821"/>
                <a:ext cx="59364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5" name="Ink 24">
                <a:extLst>
                  <a:ext uri="{FF2B5EF4-FFF2-40B4-BE49-F238E27FC236}">
                    <a16:creationId xmlns:a16="http://schemas.microsoft.com/office/drawing/2014/main" id="{6FE5D9C3-4953-C319-77D8-47B14783D143}"/>
                  </a:ext>
                </a:extLst>
              </p14:cNvPr>
              <p14:cNvContentPartPr/>
              <p14:nvPr/>
            </p14:nvContentPartPr>
            <p14:xfrm>
              <a:off x="8743174" y="2584061"/>
              <a:ext cx="500400" cy="13320"/>
            </p14:xfrm>
          </p:contentPart>
        </mc:Choice>
        <mc:Fallback xmlns="">
          <p:pic>
            <p:nvPicPr>
              <p:cNvPr id="25" name="Ink 24">
                <a:extLst>
                  <a:ext uri="{FF2B5EF4-FFF2-40B4-BE49-F238E27FC236}">
                    <a16:creationId xmlns:a16="http://schemas.microsoft.com/office/drawing/2014/main" id="{6FE5D9C3-4953-C319-77D8-47B14783D143}"/>
                  </a:ext>
                </a:extLst>
              </p:cNvPr>
              <p:cNvPicPr/>
              <p:nvPr/>
            </p:nvPicPr>
            <p:blipFill>
              <a:blip r:embed="rId35"/>
              <a:stretch>
                <a:fillRect/>
              </a:stretch>
            </p:blipFill>
            <p:spPr>
              <a:xfrm>
                <a:off x="8689534" y="2476061"/>
                <a:ext cx="60804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6" name="Ink 25">
                <a:extLst>
                  <a:ext uri="{FF2B5EF4-FFF2-40B4-BE49-F238E27FC236}">
                    <a16:creationId xmlns:a16="http://schemas.microsoft.com/office/drawing/2014/main" id="{C9C9AF7B-1260-1182-A23E-33284A0B1CC7}"/>
                  </a:ext>
                </a:extLst>
              </p14:cNvPr>
              <p14:cNvContentPartPr/>
              <p14:nvPr/>
            </p14:nvContentPartPr>
            <p14:xfrm>
              <a:off x="6588214" y="2570381"/>
              <a:ext cx="556560" cy="21960"/>
            </p14:xfrm>
          </p:contentPart>
        </mc:Choice>
        <mc:Fallback xmlns="">
          <p:pic>
            <p:nvPicPr>
              <p:cNvPr id="26" name="Ink 25">
                <a:extLst>
                  <a:ext uri="{FF2B5EF4-FFF2-40B4-BE49-F238E27FC236}">
                    <a16:creationId xmlns:a16="http://schemas.microsoft.com/office/drawing/2014/main" id="{C9C9AF7B-1260-1182-A23E-33284A0B1CC7}"/>
                  </a:ext>
                </a:extLst>
              </p:cNvPr>
              <p:cNvPicPr/>
              <p:nvPr/>
            </p:nvPicPr>
            <p:blipFill>
              <a:blip r:embed="rId37"/>
              <a:stretch>
                <a:fillRect/>
              </a:stretch>
            </p:blipFill>
            <p:spPr>
              <a:xfrm>
                <a:off x="6534214" y="2462381"/>
                <a:ext cx="66420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7" name="Ink 26">
                <a:extLst>
                  <a:ext uri="{FF2B5EF4-FFF2-40B4-BE49-F238E27FC236}">
                    <a16:creationId xmlns:a16="http://schemas.microsoft.com/office/drawing/2014/main" id="{F96862A3-AF8D-92F4-984F-6E8122A0CCAB}"/>
                  </a:ext>
                </a:extLst>
              </p14:cNvPr>
              <p14:cNvContentPartPr/>
              <p14:nvPr/>
            </p14:nvContentPartPr>
            <p14:xfrm>
              <a:off x="7689814" y="2595221"/>
              <a:ext cx="487080" cy="3600"/>
            </p14:xfrm>
          </p:contentPart>
        </mc:Choice>
        <mc:Fallback xmlns="">
          <p:pic>
            <p:nvPicPr>
              <p:cNvPr id="27" name="Ink 26">
                <a:extLst>
                  <a:ext uri="{FF2B5EF4-FFF2-40B4-BE49-F238E27FC236}">
                    <a16:creationId xmlns:a16="http://schemas.microsoft.com/office/drawing/2014/main" id="{F96862A3-AF8D-92F4-984F-6E8122A0CCAB}"/>
                  </a:ext>
                </a:extLst>
              </p:cNvPr>
              <p:cNvPicPr/>
              <p:nvPr/>
            </p:nvPicPr>
            <p:blipFill>
              <a:blip r:embed="rId39"/>
              <a:stretch>
                <a:fillRect/>
              </a:stretch>
            </p:blipFill>
            <p:spPr>
              <a:xfrm>
                <a:off x="7636174" y="2487221"/>
                <a:ext cx="59472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1" name="Ink 30">
                <a:extLst>
                  <a:ext uri="{FF2B5EF4-FFF2-40B4-BE49-F238E27FC236}">
                    <a16:creationId xmlns:a16="http://schemas.microsoft.com/office/drawing/2014/main" id="{D270B741-4B58-AC51-ED2A-510DA09E724A}"/>
                  </a:ext>
                </a:extLst>
              </p14:cNvPr>
              <p14:cNvContentPartPr/>
              <p14:nvPr/>
            </p14:nvContentPartPr>
            <p14:xfrm>
              <a:off x="6539974" y="5677541"/>
              <a:ext cx="601920" cy="360"/>
            </p14:xfrm>
          </p:contentPart>
        </mc:Choice>
        <mc:Fallback xmlns="">
          <p:pic>
            <p:nvPicPr>
              <p:cNvPr id="31" name="Ink 30">
                <a:extLst>
                  <a:ext uri="{FF2B5EF4-FFF2-40B4-BE49-F238E27FC236}">
                    <a16:creationId xmlns:a16="http://schemas.microsoft.com/office/drawing/2014/main" id="{D270B741-4B58-AC51-ED2A-510DA09E724A}"/>
                  </a:ext>
                </a:extLst>
              </p:cNvPr>
              <p:cNvPicPr/>
              <p:nvPr/>
            </p:nvPicPr>
            <p:blipFill>
              <a:blip r:embed="rId41"/>
              <a:stretch>
                <a:fillRect/>
              </a:stretch>
            </p:blipFill>
            <p:spPr>
              <a:xfrm>
                <a:off x="6485974" y="5569901"/>
                <a:ext cx="7095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2" name="Ink 31">
                <a:extLst>
                  <a:ext uri="{FF2B5EF4-FFF2-40B4-BE49-F238E27FC236}">
                    <a16:creationId xmlns:a16="http://schemas.microsoft.com/office/drawing/2014/main" id="{6906FC33-3ACD-A676-AF8A-832FEF463FA1}"/>
                  </a:ext>
                </a:extLst>
              </p14:cNvPr>
              <p14:cNvContentPartPr/>
              <p14:nvPr/>
            </p14:nvContentPartPr>
            <p14:xfrm>
              <a:off x="7627174" y="5672501"/>
              <a:ext cx="568080" cy="16920"/>
            </p14:xfrm>
          </p:contentPart>
        </mc:Choice>
        <mc:Fallback xmlns="">
          <p:pic>
            <p:nvPicPr>
              <p:cNvPr id="32" name="Ink 31">
                <a:extLst>
                  <a:ext uri="{FF2B5EF4-FFF2-40B4-BE49-F238E27FC236}">
                    <a16:creationId xmlns:a16="http://schemas.microsoft.com/office/drawing/2014/main" id="{6906FC33-3ACD-A676-AF8A-832FEF463FA1}"/>
                  </a:ext>
                </a:extLst>
              </p:cNvPr>
              <p:cNvPicPr/>
              <p:nvPr/>
            </p:nvPicPr>
            <p:blipFill>
              <a:blip r:embed="rId43"/>
              <a:stretch>
                <a:fillRect/>
              </a:stretch>
            </p:blipFill>
            <p:spPr>
              <a:xfrm>
                <a:off x="7573534" y="5564861"/>
                <a:ext cx="67572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3" name="Ink 32">
                <a:extLst>
                  <a:ext uri="{FF2B5EF4-FFF2-40B4-BE49-F238E27FC236}">
                    <a16:creationId xmlns:a16="http://schemas.microsoft.com/office/drawing/2014/main" id="{51D1F54C-F436-D58E-664E-7F3F086ED165}"/>
                  </a:ext>
                </a:extLst>
              </p14:cNvPr>
              <p14:cNvContentPartPr/>
              <p14:nvPr/>
            </p14:nvContentPartPr>
            <p14:xfrm>
              <a:off x="8764054" y="5681861"/>
              <a:ext cx="667800" cy="32040"/>
            </p14:xfrm>
          </p:contentPart>
        </mc:Choice>
        <mc:Fallback xmlns="">
          <p:pic>
            <p:nvPicPr>
              <p:cNvPr id="33" name="Ink 32">
                <a:extLst>
                  <a:ext uri="{FF2B5EF4-FFF2-40B4-BE49-F238E27FC236}">
                    <a16:creationId xmlns:a16="http://schemas.microsoft.com/office/drawing/2014/main" id="{51D1F54C-F436-D58E-664E-7F3F086ED165}"/>
                  </a:ext>
                </a:extLst>
              </p:cNvPr>
              <p:cNvPicPr/>
              <p:nvPr/>
            </p:nvPicPr>
            <p:blipFill>
              <a:blip r:embed="rId45"/>
              <a:stretch>
                <a:fillRect/>
              </a:stretch>
            </p:blipFill>
            <p:spPr>
              <a:xfrm>
                <a:off x="8710414" y="5574221"/>
                <a:ext cx="77544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5" name="Ink 34">
                <a:extLst>
                  <a:ext uri="{FF2B5EF4-FFF2-40B4-BE49-F238E27FC236}">
                    <a16:creationId xmlns:a16="http://schemas.microsoft.com/office/drawing/2014/main" id="{815E43A0-275D-08F1-965F-7015563767B1}"/>
                  </a:ext>
                </a:extLst>
              </p14:cNvPr>
              <p14:cNvContentPartPr/>
              <p14:nvPr/>
            </p14:nvContentPartPr>
            <p14:xfrm>
              <a:off x="6603694" y="3637781"/>
              <a:ext cx="519120" cy="16560"/>
            </p14:xfrm>
          </p:contentPart>
        </mc:Choice>
        <mc:Fallback xmlns="">
          <p:pic>
            <p:nvPicPr>
              <p:cNvPr id="35" name="Ink 34">
                <a:extLst>
                  <a:ext uri="{FF2B5EF4-FFF2-40B4-BE49-F238E27FC236}">
                    <a16:creationId xmlns:a16="http://schemas.microsoft.com/office/drawing/2014/main" id="{815E43A0-275D-08F1-965F-7015563767B1}"/>
                  </a:ext>
                </a:extLst>
              </p:cNvPr>
              <p:cNvPicPr/>
              <p:nvPr/>
            </p:nvPicPr>
            <p:blipFill>
              <a:blip r:embed="rId47"/>
              <a:stretch>
                <a:fillRect/>
              </a:stretch>
            </p:blipFill>
            <p:spPr>
              <a:xfrm>
                <a:off x="6550054" y="3529781"/>
                <a:ext cx="62676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6" name="Ink 35">
                <a:extLst>
                  <a:ext uri="{FF2B5EF4-FFF2-40B4-BE49-F238E27FC236}">
                    <a16:creationId xmlns:a16="http://schemas.microsoft.com/office/drawing/2014/main" id="{C1A6BDC9-AB4B-C8C1-7AAF-5CA1C793BE9F}"/>
                  </a:ext>
                </a:extLst>
              </p14:cNvPr>
              <p14:cNvContentPartPr/>
              <p14:nvPr/>
            </p14:nvContentPartPr>
            <p14:xfrm>
              <a:off x="7700254" y="3615101"/>
              <a:ext cx="568440" cy="7920"/>
            </p14:xfrm>
          </p:contentPart>
        </mc:Choice>
        <mc:Fallback xmlns="">
          <p:pic>
            <p:nvPicPr>
              <p:cNvPr id="36" name="Ink 35">
                <a:extLst>
                  <a:ext uri="{FF2B5EF4-FFF2-40B4-BE49-F238E27FC236}">
                    <a16:creationId xmlns:a16="http://schemas.microsoft.com/office/drawing/2014/main" id="{C1A6BDC9-AB4B-C8C1-7AAF-5CA1C793BE9F}"/>
                  </a:ext>
                </a:extLst>
              </p:cNvPr>
              <p:cNvPicPr/>
              <p:nvPr/>
            </p:nvPicPr>
            <p:blipFill>
              <a:blip r:embed="rId49"/>
              <a:stretch>
                <a:fillRect/>
              </a:stretch>
            </p:blipFill>
            <p:spPr>
              <a:xfrm>
                <a:off x="7646614" y="3507461"/>
                <a:ext cx="676080" cy="223560"/>
              </a:xfrm>
              <a:prstGeom prst="rect">
                <a:avLst/>
              </a:prstGeom>
            </p:spPr>
          </p:pic>
        </mc:Fallback>
      </mc:AlternateContent>
      <p:sp>
        <p:nvSpPr>
          <p:cNvPr id="39" name="TextBox 38">
            <a:extLst>
              <a:ext uri="{FF2B5EF4-FFF2-40B4-BE49-F238E27FC236}">
                <a16:creationId xmlns:a16="http://schemas.microsoft.com/office/drawing/2014/main" id="{F6D96D56-0190-3D77-6D11-93F5E75F5A13}"/>
              </a:ext>
            </a:extLst>
          </p:cNvPr>
          <p:cNvSpPr txBox="1"/>
          <p:nvPr/>
        </p:nvSpPr>
        <p:spPr>
          <a:xfrm>
            <a:off x="6453214" y="333635"/>
            <a:ext cx="1927654" cy="369332"/>
          </a:xfrm>
          <a:prstGeom prst="rect">
            <a:avLst/>
          </a:prstGeom>
          <a:noFill/>
        </p:spPr>
        <p:txBody>
          <a:bodyPr wrap="square" rtlCol="0">
            <a:spAutoFit/>
          </a:bodyPr>
          <a:lstStyle/>
          <a:p>
            <a:r>
              <a:rPr lang="en-US" dirty="0"/>
              <a:t>4 collapsed folds </a:t>
            </a:r>
          </a:p>
        </p:txBody>
      </p:sp>
      <p:sp>
        <p:nvSpPr>
          <p:cNvPr id="2" name="Slide Number Placeholder 1">
            <a:extLst>
              <a:ext uri="{FF2B5EF4-FFF2-40B4-BE49-F238E27FC236}">
                <a16:creationId xmlns:a16="http://schemas.microsoft.com/office/drawing/2014/main" id="{6DAAD62E-9F2B-3252-28CC-2F26DE3778DD}"/>
              </a:ext>
            </a:extLst>
          </p:cNvPr>
          <p:cNvSpPr>
            <a:spLocks noGrp="1"/>
          </p:cNvSpPr>
          <p:nvPr>
            <p:ph type="sldNum" sz="quarter" idx="12"/>
          </p:nvPr>
        </p:nvSpPr>
        <p:spPr/>
        <p:txBody>
          <a:bodyPr/>
          <a:lstStyle/>
          <a:p>
            <a:fld id="{0CB925E2-E8C9-4143-BCD5-4CDDC2142BEC}" type="slidenum">
              <a:rPr lang="en-US" smtClean="0"/>
              <a:t>25</a:t>
            </a:fld>
            <a:endParaRPr lang="en-US"/>
          </a:p>
        </p:txBody>
      </p:sp>
    </p:spTree>
    <p:extLst>
      <p:ext uri="{BB962C8B-B14F-4D97-AF65-F5344CB8AC3E}">
        <p14:creationId xmlns:p14="http://schemas.microsoft.com/office/powerpoint/2010/main" val="40312479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47E01-0CCC-8E1F-05E7-6D191D8F4AA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FEFE25D-A39E-7A93-026F-AD0493136522}"/>
              </a:ext>
            </a:extLst>
          </p:cNvPr>
          <p:cNvSpPr txBox="1"/>
          <p:nvPr/>
        </p:nvSpPr>
        <p:spPr>
          <a:xfrm>
            <a:off x="175080" y="94390"/>
            <a:ext cx="6065081" cy="461665"/>
          </a:xfrm>
          <a:prstGeom prst="rect">
            <a:avLst/>
          </a:prstGeom>
          <a:noFill/>
        </p:spPr>
        <p:txBody>
          <a:bodyPr wrap="square" rtlCol="0">
            <a:spAutoFit/>
          </a:bodyPr>
          <a:lstStyle/>
          <a:p>
            <a:r>
              <a:rPr lang="en-US" sz="2400" b="1" u="sng" dirty="0"/>
              <a:t>Binary Classifier (Perceived RD Intensity</a:t>
            </a:r>
            <a:r>
              <a:rPr lang="en-US" dirty="0"/>
              <a:t>)</a:t>
            </a:r>
          </a:p>
        </p:txBody>
      </p:sp>
      <p:sp>
        <p:nvSpPr>
          <p:cNvPr id="6" name="TextBox 5">
            <a:extLst>
              <a:ext uri="{FF2B5EF4-FFF2-40B4-BE49-F238E27FC236}">
                <a16:creationId xmlns:a16="http://schemas.microsoft.com/office/drawing/2014/main" id="{7C0E138C-C268-B7F3-CB8F-2ADCD1FEF45D}"/>
              </a:ext>
            </a:extLst>
          </p:cNvPr>
          <p:cNvSpPr txBox="1"/>
          <p:nvPr/>
        </p:nvSpPr>
        <p:spPr>
          <a:xfrm>
            <a:off x="8737257" y="94389"/>
            <a:ext cx="2545492" cy="461665"/>
          </a:xfrm>
          <a:prstGeom prst="rect">
            <a:avLst/>
          </a:prstGeom>
          <a:noFill/>
        </p:spPr>
        <p:txBody>
          <a:bodyPr wrap="square" rtlCol="0">
            <a:spAutoFit/>
          </a:bodyPr>
          <a:lstStyle/>
          <a:p>
            <a:r>
              <a:rPr lang="en-US" sz="2400" b="1" dirty="0">
                <a:solidFill>
                  <a:schemeClr val="accent2">
                    <a:lumMod val="50000"/>
                  </a:schemeClr>
                </a:solidFill>
              </a:rPr>
              <a:t>Phase 3b</a:t>
            </a:r>
          </a:p>
        </p:txBody>
      </p:sp>
      <p:sp>
        <p:nvSpPr>
          <p:cNvPr id="2" name="Slide Number Placeholder 1">
            <a:extLst>
              <a:ext uri="{FF2B5EF4-FFF2-40B4-BE49-F238E27FC236}">
                <a16:creationId xmlns:a16="http://schemas.microsoft.com/office/drawing/2014/main" id="{5AC5D168-97F4-5DD9-8EF0-6B49355AB527}"/>
              </a:ext>
            </a:extLst>
          </p:cNvPr>
          <p:cNvSpPr>
            <a:spLocks noGrp="1"/>
          </p:cNvSpPr>
          <p:nvPr>
            <p:ph type="sldNum" sz="quarter" idx="12"/>
          </p:nvPr>
        </p:nvSpPr>
        <p:spPr>
          <a:xfrm>
            <a:off x="9318171" y="6398486"/>
            <a:ext cx="2743200" cy="365125"/>
          </a:xfrm>
        </p:spPr>
        <p:txBody>
          <a:bodyPr/>
          <a:lstStyle/>
          <a:p>
            <a:fld id="{0CB925E2-E8C9-4143-BCD5-4CDDC2142BEC}" type="slidenum">
              <a:rPr lang="en-US" smtClean="0"/>
              <a:t>26</a:t>
            </a:fld>
            <a:endParaRPr lang="en-US"/>
          </a:p>
        </p:txBody>
      </p:sp>
      <p:pic>
        <p:nvPicPr>
          <p:cNvPr id="3" name="Picture 2">
            <a:extLst>
              <a:ext uri="{FF2B5EF4-FFF2-40B4-BE49-F238E27FC236}">
                <a16:creationId xmlns:a16="http://schemas.microsoft.com/office/drawing/2014/main" id="{8B0BECFD-A368-359C-3842-DA6507FE4344}"/>
              </a:ext>
            </a:extLst>
          </p:cNvPr>
          <p:cNvPicPr>
            <a:picLocks noChangeAspect="1"/>
          </p:cNvPicPr>
          <p:nvPr/>
        </p:nvPicPr>
        <p:blipFill>
          <a:blip r:embed="rId2"/>
          <a:stretch>
            <a:fillRect/>
          </a:stretch>
        </p:blipFill>
        <p:spPr>
          <a:xfrm>
            <a:off x="425124" y="592818"/>
            <a:ext cx="5670876" cy="6128657"/>
          </a:xfrm>
          <a:prstGeom prst="rect">
            <a:avLst/>
          </a:prstGeom>
        </p:spPr>
      </p:pic>
      <p:pic>
        <p:nvPicPr>
          <p:cNvPr id="11" name="Picture 10">
            <a:extLst>
              <a:ext uri="{FF2B5EF4-FFF2-40B4-BE49-F238E27FC236}">
                <a16:creationId xmlns:a16="http://schemas.microsoft.com/office/drawing/2014/main" id="{6401AF8A-2FF4-1360-B881-F1EC5BEEA880}"/>
              </a:ext>
            </a:extLst>
          </p:cNvPr>
          <p:cNvPicPr>
            <a:picLocks noChangeAspect="1"/>
          </p:cNvPicPr>
          <p:nvPr/>
        </p:nvPicPr>
        <p:blipFill>
          <a:blip r:embed="rId3"/>
          <a:stretch>
            <a:fillRect/>
          </a:stretch>
        </p:blipFill>
        <p:spPr>
          <a:xfrm>
            <a:off x="6240161" y="859972"/>
            <a:ext cx="5767116" cy="5861504"/>
          </a:xfrm>
          <a:prstGeom prst="rect">
            <a:avLst/>
          </a:prstGeom>
        </p:spPr>
      </p:pic>
      <mc:AlternateContent xmlns:mc="http://schemas.openxmlformats.org/markup-compatibility/2006">
        <mc:Choice xmlns:p14="http://schemas.microsoft.com/office/powerpoint/2010/main" Requires="p14">
          <p:contentPart p14:bwMode="auto" r:id="rId4">
            <p14:nvContentPartPr>
              <p14:cNvPr id="21" name="Ink 20">
                <a:extLst>
                  <a:ext uri="{FF2B5EF4-FFF2-40B4-BE49-F238E27FC236}">
                    <a16:creationId xmlns:a16="http://schemas.microsoft.com/office/drawing/2014/main" id="{BA0073D5-3632-166C-6F20-FE41E13838FE}"/>
                  </a:ext>
                </a:extLst>
              </p14:cNvPr>
              <p14:cNvContentPartPr/>
              <p14:nvPr/>
            </p14:nvContentPartPr>
            <p14:xfrm>
              <a:off x="4073160" y="1982691"/>
              <a:ext cx="1944720" cy="24840"/>
            </p14:xfrm>
          </p:contentPart>
        </mc:Choice>
        <mc:Fallback>
          <p:pic>
            <p:nvPicPr>
              <p:cNvPr id="21" name="Ink 20">
                <a:extLst>
                  <a:ext uri="{FF2B5EF4-FFF2-40B4-BE49-F238E27FC236}">
                    <a16:creationId xmlns:a16="http://schemas.microsoft.com/office/drawing/2014/main" id="{BA0073D5-3632-166C-6F20-FE41E13838FE}"/>
                  </a:ext>
                </a:extLst>
              </p:cNvPr>
              <p:cNvPicPr/>
              <p:nvPr/>
            </p:nvPicPr>
            <p:blipFill>
              <a:blip r:embed="rId5"/>
              <a:stretch>
                <a:fillRect/>
              </a:stretch>
            </p:blipFill>
            <p:spPr>
              <a:xfrm>
                <a:off x="4019160" y="1874691"/>
                <a:ext cx="205236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8" name="Ink 27">
                <a:extLst>
                  <a:ext uri="{FF2B5EF4-FFF2-40B4-BE49-F238E27FC236}">
                    <a16:creationId xmlns:a16="http://schemas.microsoft.com/office/drawing/2014/main" id="{BA956141-C2B2-7184-F80E-DCE6E5F2A245}"/>
                  </a:ext>
                </a:extLst>
              </p14:cNvPr>
              <p14:cNvContentPartPr/>
              <p14:nvPr/>
            </p14:nvContentPartPr>
            <p14:xfrm>
              <a:off x="4071360" y="3150531"/>
              <a:ext cx="1939320" cy="47520"/>
            </p14:xfrm>
          </p:contentPart>
        </mc:Choice>
        <mc:Fallback>
          <p:pic>
            <p:nvPicPr>
              <p:cNvPr id="28" name="Ink 27">
                <a:extLst>
                  <a:ext uri="{FF2B5EF4-FFF2-40B4-BE49-F238E27FC236}">
                    <a16:creationId xmlns:a16="http://schemas.microsoft.com/office/drawing/2014/main" id="{BA956141-C2B2-7184-F80E-DCE6E5F2A245}"/>
                  </a:ext>
                </a:extLst>
              </p:cNvPr>
              <p:cNvPicPr/>
              <p:nvPr/>
            </p:nvPicPr>
            <p:blipFill>
              <a:blip r:embed="rId7"/>
              <a:stretch>
                <a:fillRect/>
              </a:stretch>
            </p:blipFill>
            <p:spPr>
              <a:xfrm>
                <a:off x="4017720" y="3042531"/>
                <a:ext cx="204696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9" name="Ink 28">
                <a:extLst>
                  <a:ext uri="{FF2B5EF4-FFF2-40B4-BE49-F238E27FC236}">
                    <a16:creationId xmlns:a16="http://schemas.microsoft.com/office/drawing/2014/main" id="{9CC9A728-15F4-8C45-5D30-32ED448A5488}"/>
                  </a:ext>
                </a:extLst>
              </p14:cNvPr>
              <p14:cNvContentPartPr/>
              <p14:nvPr/>
            </p14:nvContentPartPr>
            <p14:xfrm>
              <a:off x="4051560" y="4296771"/>
              <a:ext cx="1896480" cy="36360"/>
            </p14:xfrm>
          </p:contentPart>
        </mc:Choice>
        <mc:Fallback>
          <p:pic>
            <p:nvPicPr>
              <p:cNvPr id="29" name="Ink 28">
                <a:extLst>
                  <a:ext uri="{FF2B5EF4-FFF2-40B4-BE49-F238E27FC236}">
                    <a16:creationId xmlns:a16="http://schemas.microsoft.com/office/drawing/2014/main" id="{9CC9A728-15F4-8C45-5D30-32ED448A5488}"/>
                  </a:ext>
                </a:extLst>
              </p:cNvPr>
              <p:cNvPicPr/>
              <p:nvPr/>
            </p:nvPicPr>
            <p:blipFill>
              <a:blip r:embed="rId9"/>
              <a:stretch>
                <a:fillRect/>
              </a:stretch>
            </p:blipFill>
            <p:spPr>
              <a:xfrm>
                <a:off x="3997920" y="4188771"/>
                <a:ext cx="200412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0" name="Ink 29">
                <a:extLst>
                  <a:ext uri="{FF2B5EF4-FFF2-40B4-BE49-F238E27FC236}">
                    <a16:creationId xmlns:a16="http://schemas.microsoft.com/office/drawing/2014/main" id="{E962DAA5-99A6-35CD-4C1C-418DA38D808D}"/>
                  </a:ext>
                </a:extLst>
              </p14:cNvPr>
              <p14:cNvContentPartPr/>
              <p14:nvPr/>
            </p14:nvContentPartPr>
            <p14:xfrm>
              <a:off x="4024200" y="5446971"/>
              <a:ext cx="1899720" cy="25920"/>
            </p14:xfrm>
          </p:contentPart>
        </mc:Choice>
        <mc:Fallback>
          <p:pic>
            <p:nvPicPr>
              <p:cNvPr id="30" name="Ink 29">
                <a:extLst>
                  <a:ext uri="{FF2B5EF4-FFF2-40B4-BE49-F238E27FC236}">
                    <a16:creationId xmlns:a16="http://schemas.microsoft.com/office/drawing/2014/main" id="{E962DAA5-99A6-35CD-4C1C-418DA38D808D}"/>
                  </a:ext>
                </a:extLst>
              </p:cNvPr>
              <p:cNvPicPr/>
              <p:nvPr/>
            </p:nvPicPr>
            <p:blipFill>
              <a:blip r:embed="rId11"/>
              <a:stretch>
                <a:fillRect/>
              </a:stretch>
            </p:blipFill>
            <p:spPr>
              <a:xfrm>
                <a:off x="3970200" y="5339331"/>
                <a:ext cx="2007360" cy="2415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4" name="Ink 33">
                <a:extLst>
                  <a:ext uri="{FF2B5EF4-FFF2-40B4-BE49-F238E27FC236}">
                    <a16:creationId xmlns:a16="http://schemas.microsoft.com/office/drawing/2014/main" id="{12ADA963-3A4A-1AC6-9A2F-0D0530D538A4}"/>
                  </a:ext>
                </a:extLst>
              </p14:cNvPr>
              <p14:cNvContentPartPr/>
              <p14:nvPr/>
            </p14:nvContentPartPr>
            <p14:xfrm>
              <a:off x="4046160" y="6643611"/>
              <a:ext cx="1837440" cy="38880"/>
            </p14:xfrm>
          </p:contentPart>
        </mc:Choice>
        <mc:Fallback>
          <p:pic>
            <p:nvPicPr>
              <p:cNvPr id="34" name="Ink 33">
                <a:extLst>
                  <a:ext uri="{FF2B5EF4-FFF2-40B4-BE49-F238E27FC236}">
                    <a16:creationId xmlns:a16="http://schemas.microsoft.com/office/drawing/2014/main" id="{12ADA963-3A4A-1AC6-9A2F-0D0530D538A4}"/>
                  </a:ext>
                </a:extLst>
              </p:cNvPr>
              <p:cNvPicPr/>
              <p:nvPr/>
            </p:nvPicPr>
            <p:blipFill>
              <a:blip r:embed="rId13"/>
              <a:stretch>
                <a:fillRect/>
              </a:stretch>
            </p:blipFill>
            <p:spPr>
              <a:xfrm>
                <a:off x="3992520" y="6535971"/>
                <a:ext cx="194508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37" name="Ink 36">
                <a:extLst>
                  <a:ext uri="{FF2B5EF4-FFF2-40B4-BE49-F238E27FC236}">
                    <a16:creationId xmlns:a16="http://schemas.microsoft.com/office/drawing/2014/main" id="{3FEF0348-6D21-18CE-B7DE-9A3A736DCCD7}"/>
                  </a:ext>
                </a:extLst>
              </p14:cNvPr>
              <p14:cNvContentPartPr/>
              <p14:nvPr/>
            </p14:nvContentPartPr>
            <p14:xfrm>
              <a:off x="9956640" y="1951731"/>
              <a:ext cx="2011320" cy="58680"/>
            </p14:xfrm>
          </p:contentPart>
        </mc:Choice>
        <mc:Fallback>
          <p:pic>
            <p:nvPicPr>
              <p:cNvPr id="37" name="Ink 36">
                <a:extLst>
                  <a:ext uri="{FF2B5EF4-FFF2-40B4-BE49-F238E27FC236}">
                    <a16:creationId xmlns:a16="http://schemas.microsoft.com/office/drawing/2014/main" id="{3FEF0348-6D21-18CE-B7DE-9A3A736DCCD7}"/>
                  </a:ext>
                </a:extLst>
              </p:cNvPr>
              <p:cNvPicPr/>
              <p:nvPr/>
            </p:nvPicPr>
            <p:blipFill>
              <a:blip r:embed="rId15"/>
              <a:stretch>
                <a:fillRect/>
              </a:stretch>
            </p:blipFill>
            <p:spPr>
              <a:xfrm>
                <a:off x="9903000" y="1843731"/>
                <a:ext cx="2118960" cy="2743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38" name="Ink 37">
                <a:extLst>
                  <a:ext uri="{FF2B5EF4-FFF2-40B4-BE49-F238E27FC236}">
                    <a16:creationId xmlns:a16="http://schemas.microsoft.com/office/drawing/2014/main" id="{2900130C-7A7E-F2AA-3A7B-DB7D1DEA8D05}"/>
                  </a:ext>
                </a:extLst>
              </p14:cNvPr>
              <p14:cNvContentPartPr/>
              <p14:nvPr/>
            </p14:nvContentPartPr>
            <p14:xfrm>
              <a:off x="9994800" y="3101571"/>
              <a:ext cx="1931760" cy="4320"/>
            </p14:xfrm>
          </p:contentPart>
        </mc:Choice>
        <mc:Fallback>
          <p:pic>
            <p:nvPicPr>
              <p:cNvPr id="38" name="Ink 37">
                <a:extLst>
                  <a:ext uri="{FF2B5EF4-FFF2-40B4-BE49-F238E27FC236}">
                    <a16:creationId xmlns:a16="http://schemas.microsoft.com/office/drawing/2014/main" id="{2900130C-7A7E-F2AA-3A7B-DB7D1DEA8D05}"/>
                  </a:ext>
                </a:extLst>
              </p:cNvPr>
              <p:cNvPicPr/>
              <p:nvPr/>
            </p:nvPicPr>
            <p:blipFill>
              <a:blip r:embed="rId17"/>
              <a:stretch>
                <a:fillRect/>
              </a:stretch>
            </p:blipFill>
            <p:spPr>
              <a:xfrm>
                <a:off x="9941160" y="2993571"/>
                <a:ext cx="203940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40" name="Ink 39">
                <a:extLst>
                  <a:ext uri="{FF2B5EF4-FFF2-40B4-BE49-F238E27FC236}">
                    <a16:creationId xmlns:a16="http://schemas.microsoft.com/office/drawing/2014/main" id="{1CFD3F9B-FADC-D7D0-4362-528D26BBDBF9}"/>
                  </a:ext>
                </a:extLst>
              </p14:cNvPr>
              <p14:cNvContentPartPr/>
              <p14:nvPr/>
            </p14:nvContentPartPr>
            <p14:xfrm>
              <a:off x="9967800" y="4284531"/>
              <a:ext cx="2049120" cy="59040"/>
            </p14:xfrm>
          </p:contentPart>
        </mc:Choice>
        <mc:Fallback>
          <p:pic>
            <p:nvPicPr>
              <p:cNvPr id="40" name="Ink 39">
                <a:extLst>
                  <a:ext uri="{FF2B5EF4-FFF2-40B4-BE49-F238E27FC236}">
                    <a16:creationId xmlns:a16="http://schemas.microsoft.com/office/drawing/2014/main" id="{1CFD3F9B-FADC-D7D0-4362-528D26BBDBF9}"/>
                  </a:ext>
                </a:extLst>
              </p:cNvPr>
              <p:cNvPicPr/>
              <p:nvPr/>
            </p:nvPicPr>
            <p:blipFill>
              <a:blip r:embed="rId19"/>
              <a:stretch>
                <a:fillRect/>
              </a:stretch>
            </p:blipFill>
            <p:spPr>
              <a:xfrm>
                <a:off x="9913800" y="4176531"/>
                <a:ext cx="215676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41" name="Ink 40">
                <a:extLst>
                  <a:ext uri="{FF2B5EF4-FFF2-40B4-BE49-F238E27FC236}">
                    <a16:creationId xmlns:a16="http://schemas.microsoft.com/office/drawing/2014/main" id="{960FA383-04CF-ADDC-E7E5-2FAC6AF96D9C}"/>
                  </a:ext>
                </a:extLst>
              </p14:cNvPr>
              <p14:cNvContentPartPr/>
              <p14:nvPr/>
            </p14:nvContentPartPr>
            <p14:xfrm>
              <a:off x="9939720" y="5440491"/>
              <a:ext cx="1955520" cy="35280"/>
            </p14:xfrm>
          </p:contentPart>
        </mc:Choice>
        <mc:Fallback>
          <p:pic>
            <p:nvPicPr>
              <p:cNvPr id="41" name="Ink 40">
                <a:extLst>
                  <a:ext uri="{FF2B5EF4-FFF2-40B4-BE49-F238E27FC236}">
                    <a16:creationId xmlns:a16="http://schemas.microsoft.com/office/drawing/2014/main" id="{960FA383-04CF-ADDC-E7E5-2FAC6AF96D9C}"/>
                  </a:ext>
                </a:extLst>
              </p:cNvPr>
              <p:cNvPicPr/>
              <p:nvPr/>
            </p:nvPicPr>
            <p:blipFill>
              <a:blip r:embed="rId21"/>
              <a:stretch>
                <a:fillRect/>
              </a:stretch>
            </p:blipFill>
            <p:spPr>
              <a:xfrm>
                <a:off x="9885720" y="5332851"/>
                <a:ext cx="2063160" cy="2509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42" name="Ink 41">
                <a:extLst>
                  <a:ext uri="{FF2B5EF4-FFF2-40B4-BE49-F238E27FC236}">
                    <a16:creationId xmlns:a16="http://schemas.microsoft.com/office/drawing/2014/main" id="{042F90D9-CF0A-BADA-D6C5-055935DA09ED}"/>
                  </a:ext>
                </a:extLst>
              </p14:cNvPr>
              <p14:cNvContentPartPr/>
              <p14:nvPr/>
            </p14:nvContentPartPr>
            <p14:xfrm>
              <a:off x="9990120" y="6618411"/>
              <a:ext cx="1902960" cy="22320"/>
            </p14:xfrm>
          </p:contentPart>
        </mc:Choice>
        <mc:Fallback>
          <p:pic>
            <p:nvPicPr>
              <p:cNvPr id="42" name="Ink 41">
                <a:extLst>
                  <a:ext uri="{FF2B5EF4-FFF2-40B4-BE49-F238E27FC236}">
                    <a16:creationId xmlns:a16="http://schemas.microsoft.com/office/drawing/2014/main" id="{042F90D9-CF0A-BADA-D6C5-055935DA09ED}"/>
                  </a:ext>
                </a:extLst>
              </p:cNvPr>
              <p:cNvPicPr/>
              <p:nvPr/>
            </p:nvPicPr>
            <p:blipFill>
              <a:blip r:embed="rId23"/>
              <a:stretch>
                <a:fillRect/>
              </a:stretch>
            </p:blipFill>
            <p:spPr>
              <a:xfrm>
                <a:off x="9936120" y="6510411"/>
                <a:ext cx="2010600" cy="237960"/>
              </a:xfrm>
              <a:prstGeom prst="rect">
                <a:avLst/>
              </a:prstGeom>
            </p:spPr>
          </p:pic>
        </mc:Fallback>
      </mc:AlternateContent>
    </p:spTree>
    <p:extLst>
      <p:ext uri="{BB962C8B-B14F-4D97-AF65-F5344CB8AC3E}">
        <p14:creationId xmlns:p14="http://schemas.microsoft.com/office/powerpoint/2010/main" val="33679185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77C61-6F3B-A2FA-B0E4-769322F9BDB8}"/>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8CFD639A-28B5-3F64-6C04-A86FC5ED3FAE}"/>
              </a:ext>
            </a:extLst>
          </p:cNvPr>
          <p:cNvSpPr txBox="1"/>
          <p:nvPr/>
        </p:nvSpPr>
        <p:spPr>
          <a:xfrm>
            <a:off x="175080" y="94390"/>
            <a:ext cx="6065081" cy="461665"/>
          </a:xfrm>
          <a:prstGeom prst="rect">
            <a:avLst/>
          </a:prstGeom>
          <a:noFill/>
        </p:spPr>
        <p:txBody>
          <a:bodyPr wrap="square" rtlCol="0">
            <a:spAutoFit/>
          </a:bodyPr>
          <a:lstStyle/>
          <a:p>
            <a:r>
              <a:rPr lang="en-US" sz="2400" b="1" u="sng" dirty="0"/>
              <a:t>Binary Classifier (Perceived RD</a:t>
            </a:r>
            <a:r>
              <a:rPr lang="en-US" dirty="0"/>
              <a:t>)</a:t>
            </a:r>
          </a:p>
        </p:txBody>
      </p:sp>
      <p:sp>
        <p:nvSpPr>
          <p:cNvPr id="2" name="TextBox 1">
            <a:extLst>
              <a:ext uri="{FF2B5EF4-FFF2-40B4-BE49-F238E27FC236}">
                <a16:creationId xmlns:a16="http://schemas.microsoft.com/office/drawing/2014/main" id="{B5C84E06-5312-90E2-D477-DBFC8A064796}"/>
              </a:ext>
            </a:extLst>
          </p:cNvPr>
          <p:cNvSpPr txBox="1"/>
          <p:nvPr/>
        </p:nvSpPr>
        <p:spPr>
          <a:xfrm>
            <a:off x="8737257" y="94389"/>
            <a:ext cx="2545492" cy="461665"/>
          </a:xfrm>
          <a:prstGeom prst="rect">
            <a:avLst/>
          </a:prstGeom>
          <a:noFill/>
        </p:spPr>
        <p:txBody>
          <a:bodyPr wrap="square" rtlCol="0">
            <a:spAutoFit/>
          </a:bodyPr>
          <a:lstStyle/>
          <a:p>
            <a:r>
              <a:rPr lang="en-US" sz="2400" b="1" dirty="0">
                <a:solidFill>
                  <a:schemeClr val="accent5">
                    <a:lumMod val="60000"/>
                    <a:lumOff val="40000"/>
                  </a:schemeClr>
                </a:solidFill>
              </a:rPr>
              <a:t>Phase 4</a:t>
            </a:r>
          </a:p>
        </p:txBody>
      </p:sp>
      <p:sp>
        <p:nvSpPr>
          <p:cNvPr id="3" name="TextBox 2">
            <a:extLst>
              <a:ext uri="{FF2B5EF4-FFF2-40B4-BE49-F238E27FC236}">
                <a16:creationId xmlns:a16="http://schemas.microsoft.com/office/drawing/2014/main" id="{54BAC945-8C73-D03F-50EA-C300BB782D8B}"/>
              </a:ext>
            </a:extLst>
          </p:cNvPr>
          <p:cNvSpPr txBox="1"/>
          <p:nvPr/>
        </p:nvSpPr>
        <p:spPr>
          <a:xfrm>
            <a:off x="10900717" y="186723"/>
            <a:ext cx="1223319" cy="369332"/>
          </a:xfrm>
          <a:prstGeom prst="rect">
            <a:avLst/>
          </a:prstGeom>
          <a:noFill/>
        </p:spPr>
        <p:txBody>
          <a:bodyPr wrap="square" rtlCol="0">
            <a:spAutoFit/>
          </a:bodyPr>
          <a:lstStyle/>
          <a:p>
            <a:r>
              <a:rPr lang="en-US" dirty="0"/>
              <a:t>V24. xlsx</a:t>
            </a:r>
          </a:p>
        </p:txBody>
      </p:sp>
      <p:sp>
        <p:nvSpPr>
          <p:cNvPr id="5" name="TextBox 4">
            <a:extLst>
              <a:ext uri="{FF2B5EF4-FFF2-40B4-BE49-F238E27FC236}">
                <a16:creationId xmlns:a16="http://schemas.microsoft.com/office/drawing/2014/main" id="{62A0DFDA-3277-13CD-0B59-F79C3F759FE8}"/>
              </a:ext>
            </a:extLst>
          </p:cNvPr>
          <p:cNvSpPr txBox="1"/>
          <p:nvPr/>
        </p:nvSpPr>
        <p:spPr>
          <a:xfrm>
            <a:off x="667266" y="4506846"/>
            <a:ext cx="4411362" cy="1200329"/>
          </a:xfrm>
          <a:prstGeom prst="rect">
            <a:avLst/>
          </a:prstGeom>
          <a:noFill/>
        </p:spPr>
        <p:txBody>
          <a:bodyPr wrap="square" rtlCol="0">
            <a:spAutoFit/>
          </a:bodyPr>
          <a:lstStyle/>
          <a:p>
            <a:r>
              <a:rPr lang="en-US" dirty="0" err="1"/>
              <a:t>RoBERTA</a:t>
            </a:r>
            <a:r>
              <a:rPr lang="en-US" dirty="0"/>
              <a:t>, Google </a:t>
            </a:r>
            <a:r>
              <a:rPr lang="en-US" dirty="0" err="1"/>
              <a:t>Colab</a:t>
            </a:r>
            <a:endParaRPr lang="en-US" dirty="0"/>
          </a:p>
          <a:p>
            <a:r>
              <a:rPr lang="en-US" dirty="0"/>
              <a:t>Stratified K Fold</a:t>
            </a:r>
          </a:p>
          <a:p>
            <a:r>
              <a:rPr lang="en-US" dirty="0"/>
              <a:t>No Class Weight Loss</a:t>
            </a:r>
          </a:p>
          <a:p>
            <a:r>
              <a:rPr lang="en-US" dirty="0"/>
              <a:t>No Weighted Sampling</a:t>
            </a:r>
          </a:p>
        </p:txBody>
      </p:sp>
      <p:pic>
        <p:nvPicPr>
          <p:cNvPr id="6" name="Picture 5">
            <a:extLst>
              <a:ext uri="{FF2B5EF4-FFF2-40B4-BE49-F238E27FC236}">
                <a16:creationId xmlns:a16="http://schemas.microsoft.com/office/drawing/2014/main" id="{BE67E7E7-2CE1-C866-6BAE-ACA9FFE37A01}"/>
              </a:ext>
            </a:extLst>
          </p:cNvPr>
          <p:cNvPicPr>
            <a:picLocks noChangeAspect="1"/>
          </p:cNvPicPr>
          <p:nvPr/>
        </p:nvPicPr>
        <p:blipFill>
          <a:blip r:embed="rId3"/>
          <a:stretch>
            <a:fillRect/>
          </a:stretch>
        </p:blipFill>
        <p:spPr>
          <a:xfrm>
            <a:off x="113642" y="2252976"/>
            <a:ext cx="11964716" cy="1045655"/>
          </a:xfrm>
          <a:prstGeom prst="rect">
            <a:avLst/>
          </a:prstGeom>
        </p:spPr>
      </p:pic>
      <p:sp>
        <p:nvSpPr>
          <p:cNvPr id="13" name="TextBox 12">
            <a:extLst>
              <a:ext uri="{FF2B5EF4-FFF2-40B4-BE49-F238E27FC236}">
                <a16:creationId xmlns:a16="http://schemas.microsoft.com/office/drawing/2014/main" id="{77D29223-0FDD-D621-4D84-6BC905321A45}"/>
              </a:ext>
            </a:extLst>
          </p:cNvPr>
          <p:cNvSpPr txBox="1"/>
          <p:nvPr/>
        </p:nvSpPr>
        <p:spPr>
          <a:xfrm>
            <a:off x="5333810" y="4014183"/>
            <a:ext cx="6098058" cy="646331"/>
          </a:xfrm>
          <a:prstGeom prst="rect">
            <a:avLst/>
          </a:prstGeom>
          <a:noFill/>
        </p:spPr>
        <p:txBody>
          <a:bodyPr wrap="square">
            <a:spAutoFit/>
          </a:bodyPr>
          <a:lstStyle/>
          <a:p>
            <a:pPr>
              <a:buNone/>
            </a:pPr>
            <a:r>
              <a:rPr lang="en-CA" sz="1800" dirty="0">
                <a:solidFill>
                  <a:srgbClr val="000000"/>
                </a:solidFill>
                <a:effectLst/>
                <a:latin typeface="-webkit-standard"/>
                <a:ea typeface="Times New Roman" panose="02020603050405020304" pitchFamily="18" charset="0"/>
              </a:rPr>
              <a:t>Model is learning the task </a:t>
            </a:r>
            <a:r>
              <a:rPr lang="en-CA" dirty="0">
                <a:solidFill>
                  <a:srgbClr val="000000"/>
                </a:solidFill>
                <a:latin typeface="-webkit-standard"/>
                <a:ea typeface="Times New Roman" panose="02020603050405020304" pitchFamily="18" charset="0"/>
              </a:rPr>
              <a:t>better</a:t>
            </a:r>
            <a:r>
              <a:rPr lang="en-CA" sz="1800" dirty="0">
                <a:solidFill>
                  <a:srgbClr val="000000"/>
                </a:solidFill>
                <a:effectLst/>
                <a:latin typeface="-webkit-standard"/>
                <a:ea typeface="Times New Roman" panose="02020603050405020304" pitchFamily="18" charset="0"/>
              </a:rPr>
              <a:t>, but occasionally fails depending on split.</a:t>
            </a:r>
            <a:endParaRPr lang="en-CA" sz="1600"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F0E3304F-53E8-CC09-EA05-C0DACE15D0CB}"/>
                  </a:ext>
                </a:extLst>
              </p14:cNvPr>
              <p14:cNvContentPartPr/>
              <p14:nvPr/>
            </p14:nvContentPartPr>
            <p14:xfrm>
              <a:off x="3849334" y="2829221"/>
              <a:ext cx="573480" cy="13320"/>
            </p14:xfrm>
          </p:contentPart>
        </mc:Choice>
        <mc:Fallback xmlns="">
          <p:pic>
            <p:nvPicPr>
              <p:cNvPr id="4" name="Ink 3">
                <a:extLst>
                  <a:ext uri="{FF2B5EF4-FFF2-40B4-BE49-F238E27FC236}">
                    <a16:creationId xmlns:a16="http://schemas.microsoft.com/office/drawing/2014/main" id="{F0E3304F-53E8-CC09-EA05-C0DACE15D0CB}"/>
                  </a:ext>
                </a:extLst>
              </p:cNvPr>
              <p:cNvPicPr/>
              <p:nvPr/>
            </p:nvPicPr>
            <p:blipFill>
              <a:blip r:embed="rId5"/>
              <a:stretch>
                <a:fillRect/>
              </a:stretch>
            </p:blipFill>
            <p:spPr>
              <a:xfrm>
                <a:off x="3795334" y="2721221"/>
                <a:ext cx="68112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ACC70E8C-C199-48B9-6170-A2FF787864F2}"/>
                  </a:ext>
                </a:extLst>
              </p14:cNvPr>
              <p14:cNvContentPartPr/>
              <p14:nvPr/>
            </p14:nvContentPartPr>
            <p14:xfrm>
              <a:off x="6056494" y="2827061"/>
              <a:ext cx="603720" cy="15480"/>
            </p14:xfrm>
          </p:contentPart>
        </mc:Choice>
        <mc:Fallback xmlns="">
          <p:pic>
            <p:nvPicPr>
              <p:cNvPr id="7" name="Ink 6">
                <a:extLst>
                  <a:ext uri="{FF2B5EF4-FFF2-40B4-BE49-F238E27FC236}">
                    <a16:creationId xmlns:a16="http://schemas.microsoft.com/office/drawing/2014/main" id="{ACC70E8C-C199-48B9-6170-A2FF787864F2}"/>
                  </a:ext>
                </a:extLst>
              </p:cNvPr>
              <p:cNvPicPr/>
              <p:nvPr/>
            </p:nvPicPr>
            <p:blipFill>
              <a:blip r:embed="rId7"/>
              <a:stretch>
                <a:fillRect/>
              </a:stretch>
            </p:blipFill>
            <p:spPr>
              <a:xfrm>
                <a:off x="6002854" y="2719061"/>
                <a:ext cx="71136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53FF0FF5-9596-07DB-7374-AE4D5CEDE571}"/>
                  </a:ext>
                </a:extLst>
              </p14:cNvPr>
              <p14:cNvContentPartPr/>
              <p14:nvPr/>
            </p14:nvContentPartPr>
            <p14:xfrm>
              <a:off x="8310094" y="2768741"/>
              <a:ext cx="652680" cy="8640"/>
            </p14:xfrm>
          </p:contentPart>
        </mc:Choice>
        <mc:Fallback xmlns="">
          <p:pic>
            <p:nvPicPr>
              <p:cNvPr id="8" name="Ink 7">
                <a:extLst>
                  <a:ext uri="{FF2B5EF4-FFF2-40B4-BE49-F238E27FC236}">
                    <a16:creationId xmlns:a16="http://schemas.microsoft.com/office/drawing/2014/main" id="{53FF0FF5-9596-07DB-7374-AE4D5CEDE571}"/>
                  </a:ext>
                </a:extLst>
              </p:cNvPr>
              <p:cNvPicPr/>
              <p:nvPr/>
            </p:nvPicPr>
            <p:blipFill>
              <a:blip r:embed="rId9"/>
              <a:stretch>
                <a:fillRect/>
              </a:stretch>
            </p:blipFill>
            <p:spPr>
              <a:xfrm>
                <a:off x="8256094" y="2661101"/>
                <a:ext cx="76032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6BEF681B-DBF0-9EAF-F9F8-E5AE1DBCADDB}"/>
                  </a:ext>
                </a:extLst>
              </p14:cNvPr>
              <p14:cNvContentPartPr/>
              <p14:nvPr/>
            </p14:nvContentPartPr>
            <p14:xfrm>
              <a:off x="9906694" y="2803661"/>
              <a:ext cx="587520" cy="2880"/>
            </p14:xfrm>
          </p:contentPart>
        </mc:Choice>
        <mc:Fallback xmlns="">
          <p:pic>
            <p:nvPicPr>
              <p:cNvPr id="9" name="Ink 8">
                <a:extLst>
                  <a:ext uri="{FF2B5EF4-FFF2-40B4-BE49-F238E27FC236}">
                    <a16:creationId xmlns:a16="http://schemas.microsoft.com/office/drawing/2014/main" id="{6BEF681B-DBF0-9EAF-F9F8-E5AE1DBCADDB}"/>
                  </a:ext>
                </a:extLst>
              </p:cNvPr>
              <p:cNvPicPr/>
              <p:nvPr/>
            </p:nvPicPr>
            <p:blipFill>
              <a:blip r:embed="rId11"/>
              <a:stretch>
                <a:fillRect/>
              </a:stretch>
            </p:blipFill>
            <p:spPr>
              <a:xfrm>
                <a:off x="9852694" y="2696021"/>
                <a:ext cx="695160" cy="218520"/>
              </a:xfrm>
              <a:prstGeom prst="rect">
                <a:avLst/>
              </a:prstGeom>
            </p:spPr>
          </p:pic>
        </mc:Fallback>
      </mc:AlternateContent>
      <p:sp>
        <p:nvSpPr>
          <p:cNvPr id="11" name="Slide Number Placeholder 10">
            <a:extLst>
              <a:ext uri="{FF2B5EF4-FFF2-40B4-BE49-F238E27FC236}">
                <a16:creationId xmlns:a16="http://schemas.microsoft.com/office/drawing/2014/main" id="{F23FABD0-0C76-3F9B-BD5A-348C454E5747}"/>
              </a:ext>
            </a:extLst>
          </p:cNvPr>
          <p:cNvSpPr>
            <a:spLocks noGrp="1"/>
          </p:cNvSpPr>
          <p:nvPr>
            <p:ph type="sldNum" sz="quarter" idx="12"/>
          </p:nvPr>
        </p:nvSpPr>
        <p:spPr/>
        <p:txBody>
          <a:bodyPr/>
          <a:lstStyle/>
          <a:p>
            <a:fld id="{0CB925E2-E8C9-4143-BCD5-4CDDC2142BEC}" type="slidenum">
              <a:rPr lang="en-US" smtClean="0"/>
              <a:t>27</a:t>
            </a:fld>
            <a:endParaRPr lang="en-US"/>
          </a:p>
        </p:txBody>
      </p:sp>
    </p:spTree>
    <p:extLst>
      <p:ext uri="{BB962C8B-B14F-4D97-AF65-F5344CB8AC3E}">
        <p14:creationId xmlns:p14="http://schemas.microsoft.com/office/powerpoint/2010/main" val="19892922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291D9-A67C-40F4-EA02-DFDC52BCC16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C7666F2-200A-662B-56FA-513EEC951D64}"/>
              </a:ext>
            </a:extLst>
          </p:cNvPr>
          <p:cNvSpPr txBox="1"/>
          <p:nvPr/>
        </p:nvSpPr>
        <p:spPr>
          <a:xfrm>
            <a:off x="175080" y="94390"/>
            <a:ext cx="6065081" cy="461665"/>
          </a:xfrm>
          <a:prstGeom prst="rect">
            <a:avLst/>
          </a:prstGeom>
          <a:noFill/>
        </p:spPr>
        <p:txBody>
          <a:bodyPr wrap="square" rtlCol="0">
            <a:spAutoFit/>
          </a:bodyPr>
          <a:lstStyle/>
          <a:p>
            <a:r>
              <a:rPr lang="en-US" sz="2400" b="1" u="sng" dirty="0"/>
              <a:t>Binary Classifier (Perceived RD</a:t>
            </a:r>
            <a:r>
              <a:rPr lang="en-US" dirty="0"/>
              <a:t>)</a:t>
            </a:r>
          </a:p>
        </p:txBody>
      </p:sp>
      <p:sp>
        <p:nvSpPr>
          <p:cNvPr id="6" name="TextBox 5">
            <a:extLst>
              <a:ext uri="{FF2B5EF4-FFF2-40B4-BE49-F238E27FC236}">
                <a16:creationId xmlns:a16="http://schemas.microsoft.com/office/drawing/2014/main" id="{C1E169A9-96F8-CF64-ECF8-B153C385E4A7}"/>
              </a:ext>
            </a:extLst>
          </p:cNvPr>
          <p:cNvSpPr txBox="1"/>
          <p:nvPr/>
        </p:nvSpPr>
        <p:spPr>
          <a:xfrm>
            <a:off x="8737257" y="94389"/>
            <a:ext cx="2545492" cy="461665"/>
          </a:xfrm>
          <a:prstGeom prst="rect">
            <a:avLst/>
          </a:prstGeom>
          <a:noFill/>
        </p:spPr>
        <p:txBody>
          <a:bodyPr wrap="square" rtlCol="0">
            <a:spAutoFit/>
          </a:bodyPr>
          <a:lstStyle/>
          <a:p>
            <a:r>
              <a:rPr lang="en-US" sz="2400" b="1" dirty="0">
                <a:solidFill>
                  <a:schemeClr val="accent5">
                    <a:lumMod val="60000"/>
                    <a:lumOff val="40000"/>
                  </a:schemeClr>
                </a:solidFill>
              </a:rPr>
              <a:t>Phase 4</a:t>
            </a:r>
          </a:p>
        </p:txBody>
      </p:sp>
      <p:graphicFrame>
        <p:nvGraphicFramePr>
          <p:cNvPr id="28" name="Table 27">
            <a:extLst>
              <a:ext uri="{FF2B5EF4-FFF2-40B4-BE49-F238E27FC236}">
                <a16:creationId xmlns:a16="http://schemas.microsoft.com/office/drawing/2014/main" id="{A1C02894-54C5-4E17-4AE9-090E630CAA88}"/>
              </a:ext>
            </a:extLst>
          </p:cNvPr>
          <p:cNvGraphicFramePr>
            <a:graphicFrameLocks noGrp="1"/>
          </p:cNvGraphicFramePr>
          <p:nvPr>
            <p:extLst>
              <p:ext uri="{D42A27DB-BD31-4B8C-83A1-F6EECF244321}">
                <p14:modId xmlns:p14="http://schemas.microsoft.com/office/powerpoint/2010/main" val="2779063933"/>
              </p:ext>
            </p:extLst>
          </p:nvPr>
        </p:nvGraphicFramePr>
        <p:xfrm>
          <a:off x="1844011" y="1459697"/>
          <a:ext cx="7522408" cy="5027600"/>
        </p:xfrm>
        <a:graphic>
          <a:graphicData uri="http://schemas.openxmlformats.org/drawingml/2006/table">
            <a:tbl>
              <a:tblPr/>
              <a:tblGrid>
                <a:gridCol w="940301">
                  <a:extLst>
                    <a:ext uri="{9D8B030D-6E8A-4147-A177-3AD203B41FA5}">
                      <a16:colId xmlns:a16="http://schemas.microsoft.com/office/drawing/2014/main" val="1407524082"/>
                    </a:ext>
                  </a:extLst>
                </a:gridCol>
                <a:gridCol w="940301">
                  <a:extLst>
                    <a:ext uri="{9D8B030D-6E8A-4147-A177-3AD203B41FA5}">
                      <a16:colId xmlns:a16="http://schemas.microsoft.com/office/drawing/2014/main" val="2515558216"/>
                    </a:ext>
                  </a:extLst>
                </a:gridCol>
                <a:gridCol w="940301">
                  <a:extLst>
                    <a:ext uri="{9D8B030D-6E8A-4147-A177-3AD203B41FA5}">
                      <a16:colId xmlns:a16="http://schemas.microsoft.com/office/drawing/2014/main" val="857185121"/>
                    </a:ext>
                  </a:extLst>
                </a:gridCol>
                <a:gridCol w="940301">
                  <a:extLst>
                    <a:ext uri="{9D8B030D-6E8A-4147-A177-3AD203B41FA5}">
                      <a16:colId xmlns:a16="http://schemas.microsoft.com/office/drawing/2014/main" val="1422200758"/>
                    </a:ext>
                  </a:extLst>
                </a:gridCol>
                <a:gridCol w="940301">
                  <a:extLst>
                    <a:ext uri="{9D8B030D-6E8A-4147-A177-3AD203B41FA5}">
                      <a16:colId xmlns:a16="http://schemas.microsoft.com/office/drawing/2014/main" val="2104254384"/>
                    </a:ext>
                  </a:extLst>
                </a:gridCol>
                <a:gridCol w="940301">
                  <a:extLst>
                    <a:ext uri="{9D8B030D-6E8A-4147-A177-3AD203B41FA5}">
                      <a16:colId xmlns:a16="http://schemas.microsoft.com/office/drawing/2014/main" val="3078413864"/>
                    </a:ext>
                  </a:extLst>
                </a:gridCol>
                <a:gridCol w="940301">
                  <a:extLst>
                    <a:ext uri="{9D8B030D-6E8A-4147-A177-3AD203B41FA5}">
                      <a16:colId xmlns:a16="http://schemas.microsoft.com/office/drawing/2014/main" val="197160508"/>
                    </a:ext>
                  </a:extLst>
                </a:gridCol>
                <a:gridCol w="940301">
                  <a:extLst>
                    <a:ext uri="{9D8B030D-6E8A-4147-A177-3AD203B41FA5}">
                      <a16:colId xmlns:a16="http://schemas.microsoft.com/office/drawing/2014/main" val="2281125935"/>
                    </a:ext>
                  </a:extLst>
                </a:gridCol>
              </a:tblGrid>
              <a:tr h="251380">
                <a:tc>
                  <a:txBody>
                    <a:bodyPr/>
                    <a:lstStyle/>
                    <a:p>
                      <a:pPr fontAlgn="ctr">
                        <a:buNone/>
                      </a:pPr>
                      <a:r>
                        <a:rPr lang="en-CA" sz="1100" b="1">
                          <a:effectLst/>
                        </a:rPr>
                        <a:t>0</a:t>
                      </a:r>
                    </a:p>
                  </a:txBody>
                  <a:tcPr marL="54392" marR="54392" marT="27196" marB="27196" anchor="ctr">
                    <a:lnL>
                      <a:noFill/>
                    </a:lnL>
                    <a:lnR>
                      <a:noFill/>
                    </a:lnR>
                    <a:lnT>
                      <a:noFill/>
                    </a:lnT>
                    <a:lnB>
                      <a:noFill/>
                    </a:lnB>
                    <a:noFill/>
                  </a:tcPr>
                </a:tc>
                <a:tc>
                  <a:txBody>
                    <a:bodyPr/>
                    <a:lstStyle/>
                    <a:p>
                      <a:pPr algn="r">
                        <a:buNone/>
                      </a:pPr>
                      <a:r>
                        <a:rPr lang="en-CA" sz="1100">
                          <a:effectLst/>
                        </a:rPr>
                        <a:t>1</a:t>
                      </a:r>
                    </a:p>
                  </a:txBody>
                  <a:tcPr marL="54392" marR="54392" marT="27196" marB="27196" anchor="ctr">
                    <a:lnL>
                      <a:noFill/>
                    </a:lnL>
                    <a:lnR>
                      <a:noFill/>
                    </a:lnR>
                    <a:lnT>
                      <a:noFill/>
                    </a:lnT>
                    <a:lnB>
                      <a:noFill/>
                    </a:lnB>
                    <a:noFill/>
                  </a:tcPr>
                </a:tc>
                <a:tc>
                  <a:txBody>
                    <a:bodyPr/>
                    <a:lstStyle/>
                    <a:p>
                      <a:pPr algn="r">
                        <a:buNone/>
                      </a:pPr>
                      <a:r>
                        <a:rPr lang="en-CA" sz="1100">
                          <a:effectLst/>
                        </a:rPr>
                        <a:t>0.696145</a:t>
                      </a:r>
                    </a:p>
                  </a:txBody>
                  <a:tcPr marL="54392" marR="54392" marT="27196" marB="27196" anchor="ctr">
                    <a:lnL>
                      <a:noFill/>
                    </a:lnL>
                    <a:lnR>
                      <a:noFill/>
                    </a:lnR>
                    <a:lnT>
                      <a:noFill/>
                    </a:lnT>
                    <a:lnB>
                      <a:noFill/>
                    </a:lnB>
                    <a:noFill/>
                  </a:tcPr>
                </a:tc>
                <a:tc>
                  <a:txBody>
                    <a:bodyPr/>
                    <a:lstStyle/>
                    <a:p>
                      <a:pPr algn="r">
                        <a:buNone/>
                      </a:pPr>
                      <a:r>
                        <a:rPr lang="en-CA" sz="1100">
                          <a:effectLst/>
                        </a:rPr>
                        <a:t>0.662679</a:t>
                      </a:r>
                    </a:p>
                  </a:txBody>
                  <a:tcPr marL="54392" marR="54392" marT="27196" marB="27196" anchor="ctr">
                    <a:lnL>
                      <a:noFill/>
                    </a:lnL>
                    <a:lnR>
                      <a:noFill/>
                    </a:lnR>
                    <a:lnT>
                      <a:noFill/>
                    </a:lnT>
                    <a:lnB>
                      <a:noFill/>
                    </a:lnB>
                    <a:noFill/>
                  </a:tcPr>
                </a:tc>
                <a:tc>
                  <a:txBody>
                    <a:bodyPr/>
                    <a:lstStyle/>
                    <a:p>
                      <a:pPr algn="r">
                        <a:buNone/>
                      </a:pPr>
                      <a:r>
                        <a:rPr lang="en-CA" sz="1100">
                          <a:effectLst/>
                        </a:rPr>
                        <a:t>0.589147</a:t>
                      </a:r>
                    </a:p>
                  </a:txBody>
                  <a:tcPr marL="54392" marR="54392" marT="27196" marB="27196" anchor="ctr">
                    <a:lnL>
                      <a:noFill/>
                    </a:lnL>
                    <a:lnR>
                      <a:noFill/>
                    </a:lnR>
                    <a:lnT>
                      <a:noFill/>
                    </a:lnT>
                    <a:lnB>
                      <a:noFill/>
                    </a:lnB>
                    <a:noFill/>
                  </a:tcPr>
                </a:tc>
                <a:tc>
                  <a:txBody>
                    <a:bodyPr/>
                    <a:lstStyle/>
                    <a:p>
                      <a:pPr algn="r">
                        <a:buNone/>
                      </a:pPr>
                      <a:r>
                        <a:rPr lang="en-CA" sz="1100">
                          <a:effectLst/>
                        </a:rPr>
                        <a:t>0.509940</a:t>
                      </a:r>
                    </a:p>
                  </a:txBody>
                  <a:tcPr marL="54392" marR="54392" marT="27196" marB="27196" anchor="ctr">
                    <a:lnL>
                      <a:noFill/>
                    </a:lnL>
                    <a:lnR>
                      <a:noFill/>
                    </a:lnR>
                    <a:lnT>
                      <a:noFill/>
                    </a:lnT>
                    <a:lnB>
                      <a:noFill/>
                    </a:lnB>
                    <a:noFill/>
                  </a:tcPr>
                </a:tc>
                <a:tc>
                  <a:txBody>
                    <a:bodyPr/>
                    <a:lstStyle/>
                    <a:p>
                      <a:pPr algn="r">
                        <a:buNone/>
                      </a:pPr>
                      <a:r>
                        <a:rPr lang="en-CA" sz="1100">
                          <a:effectLst/>
                        </a:rPr>
                        <a:t>0.293333</a:t>
                      </a:r>
                    </a:p>
                  </a:txBody>
                  <a:tcPr marL="54392" marR="54392" marT="27196" marB="27196" anchor="ctr">
                    <a:lnL>
                      <a:noFill/>
                    </a:lnL>
                    <a:lnR>
                      <a:noFill/>
                    </a:lnR>
                    <a:lnT>
                      <a:noFill/>
                    </a:lnT>
                    <a:lnB>
                      <a:noFill/>
                    </a:lnB>
                    <a:noFill/>
                  </a:tcPr>
                </a:tc>
                <a:tc>
                  <a:txBody>
                    <a:bodyPr/>
                    <a:lstStyle/>
                    <a:p>
                      <a:pPr algn="r">
                        <a:buNone/>
                      </a:pPr>
                      <a:r>
                        <a:rPr lang="en-CA" sz="1100">
                          <a:effectLst/>
                        </a:rPr>
                        <a:t>0.710383</a:t>
                      </a:r>
                    </a:p>
                  </a:txBody>
                  <a:tcPr marL="54392" marR="54392" marT="27196" marB="27196" anchor="ctr">
                    <a:lnL>
                      <a:noFill/>
                    </a:lnL>
                    <a:lnR>
                      <a:noFill/>
                    </a:lnR>
                    <a:lnT>
                      <a:noFill/>
                    </a:lnT>
                    <a:lnB>
                      <a:noFill/>
                    </a:lnB>
                    <a:noFill/>
                  </a:tcPr>
                </a:tc>
                <a:extLst>
                  <a:ext uri="{0D108BD9-81ED-4DB2-BD59-A6C34878D82A}">
                    <a16:rowId xmlns:a16="http://schemas.microsoft.com/office/drawing/2014/main" val="3581423775"/>
                  </a:ext>
                </a:extLst>
              </a:tr>
              <a:tr h="251380">
                <a:tc>
                  <a:txBody>
                    <a:bodyPr/>
                    <a:lstStyle/>
                    <a:p>
                      <a:pPr fontAlgn="ctr">
                        <a:buNone/>
                      </a:pPr>
                      <a:r>
                        <a:rPr lang="en-CA" sz="1100" b="1">
                          <a:effectLst/>
                        </a:rPr>
                        <a:t>1</a:t>
                      </a:r>
                    </a:p>
                  </a:txBody>
                  <a:tcPr marL="54392" marR="54392" marT="27196" marB="27196" anchor="ctr">
                    <a:lnL>
                      <a:noFill/>
                    </a:lnL>
                    <a:lnR>
                      <a:noFill/>
                    </a:lnR>
                    <a:lnT>
                      <a:noFill/>
                    </a:lnT>
                    <a:lnB>
                      <a:noFill/>
                    </a:lnB>
                    <a:noFill/>
                  </a:tcPr>
                </a:tc>
                <a:tc>
                  <a:txBody>
                    <a:bodyPr/>
                    <a:lstStyle/>
                    <a:p>
                      <a:pPr algn="r">
                        <a:buNone/>
                      </a:pPr>
                      <a:r>
                        <a:rPr lang="en-CA" sz="1100">
                          <a:effectLst/>
                        </a:rPr>
                        <a:t>1</a:t>
                      </a:r>
                    </a:p>
                  </a:txBody>
                  <a:tcPr marL="54392" marR="54392" marT="27196" marB="27196" anchor="ctr">
                    <a:lnL>
                      <a:noFill/>
                    </a:lnL>
                    <a:lnR>
                      <a:noFill/>
                    </a:lnR>
                    <a:lnT>
                      <a:noFill/>
                    </a:lnT>
                    <a:lnB>
                      <a:noFill/>
                    </a:lnB>
                    <a:noFill/>
                  </a:tcPr>
                </a:tc>
                <a:tc>
                  <a:txBody>
                    <a:bodyPr/>
                    <a:lstStyle/>
                    <a:p>
                      <a:pPr algn="r">
                        <a:buNone/>
                      </a:pPr>
                      <a:r>
                        <a:rPr lang="en-CA" sz="1100">
                          <a:effectLst/>
                        </a:rPr>
                        <a:t>0.551947</a:t>
                      </a:r>
                    </a:p>
                  </a:txBody>
                  <a:tcPr marL="54392" marR="54392" marT="27196" marB="27196" anchor="ctr">
                    <a:lnL>
                      <a:noFill/>
                    </a:lnL>
                    <a:lnR>
                      <a:noFill/>
                    </a:lnR>
                    <a:lnT>
                      <a:noFill/>
                    </a:lnT>
                    <a:lnB>
                      <a:noFill/>
                    </a:lnB>
                    <a:noFill/>
                  </a:tcPr>
                </a:tc>
                <a:tc>
                  <a:txBody>
                    <a:bodyPr/>
                    <a:lstStyle/>
                    <a:p>
                      <a:pPr algn="r">
                        <a:buNone/>
                      </a:pPr>
                      <a:r>
                        <a:rPr lang="en-CA" sz="1100">
                          <a:effectLst/>
                        </a:rPr>
                        <a:t>0.472867</a:t>
                      </a:r>
                    </a:p>
                  </a:txBody>
                  <a:tcPr marL="54392" marR="54392" marT="27196" marB="27196" anchor="ctr">
                    <a:lnL>
                      <a:noFill/>
                    </a:lnL>
                    <a:lnR>
                      <a:noFill/>
                    </a:lnR>
                    <a:lnT>
                      <a:noFill/>
                    </a:lnT>
                    <a:lnB>
                      <a:noFill/>
                    </a:lnB>
                    <a:noFill/>
                  </a:tcPr>
                </a:tc>
                <a:tc>
                  <a:txBody>
                    <a:bodyPr/>
                    <a:lstStyle/>
                    <a:p>
                      <a:pPr algn="r">
                        <a:buNone/>
                      </a:pPr>
                      <a:r>
                        <a:rPr lang="en-CA" sz="1100">
                          <a:effectLst/>
                        </a:rPr>
                        <a:t>0.775194</a:t>
                      </a:r>
                    </a:p>
                  </a:txBody>
                  <a:tcPr marL="54392" marR="54392" marT="27196" marB="27196" anchor="ctr">
                    <a:lnL>
                      <a:noFill/>
                    </a:lnL>
                    <a:lnR>
                      <a:noFill/>
                    </a:lnR>
                    <a:lnT>
                      <a:noFill/>
                    </a:lnT>
                    <a:lnB>
                      <a:noFill/>
                    </a:lnB>
                    <a:noFill/>
                  </a:tcPr>
                </a:tc>
                <a:tc>
                  <a:txBody>
                    <a:bodyPr/>
                    <a:lstStyle/>
                    <a:p>
                      <a:pPr algn="r">
                        <a:buNone/>
                      </a:pPr>
                      <a:r>
                        <a:rPr lang="en-CA" sz="1100">
                          <a:effectLst/>
                        </a:rPr>
                        <a:t>0.769990</a:t>
                      </a:r>
                    </a:p>
                  </a:txBody>
                  <a:tcPr marL="54392" marR="54392" marT="27196" marB="27196" anchor="ctr">
                    <a:lnL>
                      <a:noFill/>
                    </a:lnL>
                    <a:lnR>
                      <a:noFill/>
                    </a:lnR>
                    <a:lnT>
                      <a:noFill/>
                    </a:lnT>
                    <a:lnB>
                      <a:noFill/>
                    </a:lnB>
                    <a:noFill/>
                  </a:tcPr>
                </a:tc>
                <a:tc>
                  <a:txBody>
                    <a:bodyPr/>
                    <a:lstStyle/>
                    <a:p>
                      <a:pPr algn="r">
                        <a:buNone/>
                      </a:pPr>
                      <a:r>
                        <a:rPr lang="en-CA" sz="1100">
                          <a:effectLst/>
                        </a:rPr>
                        <a:t>0.728972</a:t>
                      </a:r>
                    </a:p>
                  </a:txBody>
                  <a:tcPr marL="54392" marR="54392" marT="27196" marB="27196" anchor="ctr">
                    <a:lnL>
                      <a:noFill/>
                    </a:lnL>
                    <a:lnR>
                      <a:noFill/>
                    </a:lnR>
                    <a:lnT>
                      <a:noFill/>
                    </a:lnT>
                    <a:lnB>
                      <a:noFill/>
                    </a:lnB>
                    <a:noFill/>
                  </a:tcPr>
                </a:tc>
                <a:tc>
                  <a:txBody>
                    <a:bodyPr/>
                    <a:lstStyle/>
                    <a:p>
                      <a:pPr algn="r">
                        <a:buNone/>
                      </a:pPr>
                      <a:r>
                        <a:rPr lang="en-CA" sz="1100">
                          <a:effectLst/>
                        </a:rPr>
                        <a:t>0.807947</a:t>
                      </a:r>
                    </a:p>
                  </a:txBody>
                  <a:tcPr marL="54392" marR="54392" marT="27196" marB="27196" anchor="ctr">
                    <a:lnL>
                      <a:noFill/>
                    </a:lnL>
                    <a:lnR>
                      <a:noFill/>
                    </a:lnR>
                    <a:lnT>
                      <a:noFill/>
                    </a:lnT>
                    <a:lnB>
                      <a:noFill/>
                    </a:lnB>
                    <a:noFill/>
                  </a:tcPr>
                </a:tc>
                <a:extLst>
                  <a:ext uri="{0D108BD9-81ED-4DB2-BD59-A6C34878D82A}">
                    <a16:rowId xmlns:a16="http://schemas.microsoft.com/office/drawing/2014/main" val="1090183610"/>
                  </a:ext>
                </a:extLst>
              </a:tr>
              <a:tr h="251380">
                <a:tc>
                  <a:txBody>
                    <a:bodyPr/>
                    <a:lstStyle/>
                    <a:p>
                      <a:pPr fontAlgn="ctr">
                        <a:buNone/>
                      </a:pPr>
                      <a:r>
                        <a:rPr lang="en-CA" sz="1100" b="1">
                          <a:effectLst/>
                        </a:rPr>
                        <a:t>2</a:t>
                      </a:r>
                    </a:p>
                  </a:txBody>
                  <a:tcPr marL="54392" marR="54392" marT="27196" marB="27196" anchor="ctr">
                    <a:lnL>
                      <a:noFill/>
                    </a:lnL>
                    <a:lnR>
                      <a:noFill/>
                    </a:lnR>
                    <a:lnT>
                      <a:noFill/>
                    </a:lnT>
                    <a:lnB>
                      <a:noFill/>
                    </a:lnB>
                    <a:noFill/>
                  </a:tcPr>
                </a:tc>
                <a:tc>
                  <a:txBody>
                    <a:bodyPr/>
                    <a:lstStyle/>
                    <a:p>
                      <a:pPr algn="r">
                        <a:buNone/>
                      </a:pPr>
                      <a:r>
                        <a:rPr lang="en-CA" sz="1100">
                          <a:effectLst/>
                        </a:rPr>
                        <a:t>1</a:t>
                      </a:r>
                    </a:p>
                  </a:txBody>
                  <a:tcPr marL="54392" marR="54392" marT="27196" marB="27196" anchor="ctr">
                    <a:lnL>
                      <a:noFill/>
                    </a:lnL>
                    <a:lnR>
                      <a:noFill/>
                    </a:lnR>
                    <a:lnT>
                      <a:noFill/>
                    </a:lnT>
                    <a:lnB>
                      <a:noFill/>
                    </a:lnB>
                    <a:noFill/>
                  </a:tcPr>
                </a:tc>
                <a:tc>
                  <a:txBody>
                    <a:bodyPr/>
                    <a:lstStyle/>
                    <a:p>
                      <a:pPr algn="r">
                        <a:buNone/>
                      </a:pPr>
                      <a:r>
                        <a:rPr lang="en-CA" sz="1100">
                          <a:effectLst/>
                        </a:rPr>
                        <a:t>0.355285</a:t>
                      </a:r>
                    </a:p>
                  </a:txBody>
                  <a:tcPr marL="54392" marR="54392" marT="27196" marB="27196" anchor="ctr">
                    <a:lnL>
                      <a:noFill/>
                    </a:lnL>
                    <a:lnR>
                      <a:noFill/>
                    </a:lnR>
                    <a:lnT>
                      <a:noFill/>
                    </a:lnT>
                    <a:lnB>
                      <a:noFill/>
                    </a:lnB>
                    <a:noFill/>
                  </a:tcPr>
                </a:tc>
                <a:tc>
                  <a:txBody>
                    <a:bodyPr/>
                    <a:lstStyle/>
                    <a:p>
                      <a:pPr algn="r">
                        <a:buNone/>
                      </a:pPr>
                      <a:r>
                        <a:rPr lang="en-CA" sz="1100">
                          <a:effectLst/>
                        </a:rPr>
                        <a:t>0.553457</a:t>
                      </a:r>
                    </a:p>
                  </a:txBody>
                  <a:tcPr marL="54392" marR="54392" marT="27196" marB="27196" anchor="ctr">
                    <a:lnL>
                      <a:noFill/>
                    </a:lnL>
                    <a:lnR>
                      <a:noFill/>
                    </a:lnR>
                    <a:lnT>
                      <a:noFill/>
                    </a:lnT>
                    <a:lnB>
                      <a:noFill/>
                    </a:lnB>
                    <a:noFill/>
                  </a:tcPr>
                </a:tc>
                <a:tc>
                  <a:txBody>
                    <a:bodyPr/>
                    <a:lstStyle/>
                    <a:p>
                      <a:pPr algn="r">
                        <a:buNone/>
                      </a:pPr>
                      <a:r>
                        <a:rPr lang="en-CA" sz="1100">
                          <a:effectLst/>
                        </a:rPr>
                        <a:t>0.759690</a:t>
                      </a:r>
                    </a:p>
                  </a:txBody>
                  <a:tcPr marL="54392" marR="54392" marT="27196" marB="27196" anchor="ctr">
                    <a:lnL>
                      <a:noFill/>
                    </a:lnL>
                    <a:lnR>
                      <a:noFill/>
                    </a:lnR>
                    <a:lnT>
                      <a:noFill/>
                    </a:lnT>
                    <a:lnB>
                      <a:noFill/>
                    </a:lnB>
                    <a:noFill/>
                  </a:tcPr>
                </a:tc>
                <a:tc>
                  <a:txBody>
                    <a:bodyPr/>
                    <a:lstStyle/>
                    <a:p>
                      <a:pPr algn="r">
                        <a:buNone/>
                      </a:pPr>
                      <a:r>
                        <a:rPr lang="en-CA" sz="1100">
                          <a:effectLst/>
                        </a:rPr>
                        <a:t>0.759170</a:t>
                      </a:r>
                    </a:p>
                  </a:txBody>
                  <a:tcPr marL="54392" marR="54392" marT="27196" marB="27196" anchor="ctr">
                    <a:lnL>
                      <a:noFill/>
                    </a:lnL>
                    <a:lnR>
                      <a:noFill/>
                    </a:lnR>
                    <a:lnT>
                      <a:noFill/>
                    </a:lnT>
                    <a:lnB>
                      <a:noFill/>
                    </a:lnB>
                    <a:noFill/>
                  </a:tcPr>
                </a:tc>
                <a:tc>
                  <a:txBody>
                    <a:bodyPr/>
                    <a:lstStyle/>
                    <a:p>
                      <a:pPr algn="r">
                        <a:buNone/>
                      </a:pPr>
                      <a:r>
                        <a:rPr lang="en-CA" sz="1100">
                          <a:effectLst/>
                        </a:rPr>
                        <a:t>0.766917</a:t>
                      </a:r>
                    </a:p>
                  </a:txBody>
                  <a:tcPr marL="54392" marR="54392" marT="27196" marB="27196" anchor="ctr">
                    <a:lnL>
                      <a:noFill/>
                    </a:lnL>
                    <a:lnR>
                      <a:noFill/>
                    </a:lnR>
                    <a:lnT>
                      <a:noFill/>
                    </a:lnT>
                    <a:lnB>
                      <a:noFill/>
                    </a:lnB>
                    <a:noFill/>
                  </a:tcPr>
                </a:tc>
                <a:tc>
                  <a:txBody>
                    <a:bodyPr/>
                    <a:lstStyle/>
                    <a:p>
                      <a:pPr algn="r">
                        <a:buNone/>
                      </a:pPr>
                      <a:r>
                        <a:rPr lang="en-CA" sz="1100">
                          <a:effectLst/>
                        </a:rPr>
                        <a:t>0.752000</a:t>
                      </a:r>
                    </a:p>
                  </a:txBody>
                  <a:tcPr marL="54392" marR="54392" marT="27196" marB="27196" anchor="ctr">
                    <a:lnL>
                      <a:noFill/>
                    </a:lnL>
                    <a:lnR>
                      <a:noFill/>
                    </a:lnR>
                    <a:lnT>
                      <a:noFill/>
                    </a:lnT>
                    <a:lnB>
                      <a:noFill/>
                    </a:lnB>
                    <a:noFill/>
                  </a:tcPr>
                </a:tc>
                <a:extLst>
                  <a:ext uri="{0D108BD9-81ED-4DB2-BD59-A6C34878D82A}">
                    <a16:rowId xmlns:a16="http://schemas.microsoft.com/office/drawing/2014/main" val="1303028863"/>
                  </a:ext>
                </a:extLst>
              </a:tr>
              <a:tr h="251380">
                <a:tc>
                  <a:txBody>
                    <a:bodyPr/>
                    <a:lstStyle/>
                    <a:p>
                      <a:pPr fontAlgn="ctr">
                        <a:buNone/>
                      </a:pPr>
                      <a:r>
                        <a:rPr lang="en-CA" sz="1100" b="1">
                          <a:effectLst/>
                        </a:rPr>
                        <a:t>3</a:t>
                      </a:r>
                    </a:p>
                  </a:txBody>
                  <a:tcPr marL="54392" marR="54392" marT="27196" marB="27196" anchor="ctr">
                    <a:lnL>
                      <a:noFill/>
                    </a:lnL>
                    <a:lnR>
                      <a:noFill/>
                    </a:lnR>
                    <a:lnT>
                      <a:noFill/>
                    </a:lnT>
                    <a:lnB>
                      <a:noFill/>
                    </a:lnB>
                    <a:noFill/>
                  </a:tcPr>
                </a:tc>
                <a:tc>
                  <a:txBody>
                    <a:bodyPr/>
                    <a:lstStyle/>
                    <a:p>
                      <a:pPr algn="r">
                        <a:buNone/>
                      </a:pPr>
                      <a:r>
                        <a:rPr lang="en-CA" sz="1100">
                          <a:effectLst/>
                        </a:rPr>
                        <a:t>1</a:t>
                      </a:r>
                    </a:p>
                  </a:txBody>
                  <a:tcPr marL="54392" marR="54392" marT="27196" marB="27196" anchor="ctr">
                    <a:lnL>
                      <a:noFill/>
                    </a:lnL>
                    <a:lnR>
                      <a:noFill/>
                    </a:lnR>
                    <a:lnT>
                      <a:noFill/>
                    </a:lnT>
                    <a:lnB>
                      <a:noFill/>
                    </a:lnB>
                    <a:noFill/>
                  </a:tcPr>
                </a:tc>
                <a:tc>
                  <a:txBody>
                    <a:bodyPr/>
                    <a:lstStyle/>
                    <a:p>
                      <a:pPr algn="r">
                        <a:buNone/>
                      </a:pPr>
                      <a:r>
                        <a:rPr lang="en-CA" sz="1100">
                          <a:effectLst/>
                        </a:rPr>
                        <a:t>0.256874</a:t>
                      </a:r>
                    </a:p>
                  </a:txBody>
                  <a:tcPr marL="54392" marR="54392" marT="27196" marB="27196" anchor="ctr">
                    <a:lnL>
                      <a:noFill/>
                    </a:lnL>
                    <a:lnR>
                      <a:noFill/>
                    </a:lnR>
                    <a:lnT>
                      <a:noFill/>
                    </a:lnT>
                    <a:lnB>
                      <a:noFill/>
                    </a:lnB>
                    <a:noFill/>
                  </a:tcPr>
                </a:tc>
                <a:tc>
                  <a:txBody>
                    <a:bodyPr/>
                    <a:lstStyle/>
                    <a:p>
                      <a:pPr algn="r">
                        <a:buNone/>
                      </a:pPr>
                      <a:r>
                        <a:rPr lang="en-CA" sz="1100">
                          <a:effectLst/>
                        </a:rPr>
                        <a:t>0.463797</a:t>
                      </a:r>
                    </a:p>
                  </a:txBody>
                  <a:tcPr marL="54392" marR="54392" marT="27196" marB="27196" anchor="ctr">
                    <a:lnL>
                      <a:noFill/>
                    </a:lnL>
                    <a:lnR>
                      <a:noFill/>
                    </a:lnR>
                    <a:lnT>
                      <a:noFill/>
                    </a:lnT>
                    <a:lnB>
                      <a:noFill/>
                    </a:lnB>
                    <a:noFill/>
                  </a:tcPr>
                </a:tc>
                <a:tc>
                  <a:txBody>
                    <a:bodyPr/>
                    <a:lstStyle/>
                    <a:p>
                      <a:pPr algn="r">
                        <a:buNone/>
                      </a:pPr>
                      <a:r>
                        <a:rPr lang="en-CA" sz="1100">
                          <a:effectLst/>
                        </a:rPr>
                        <a:t>0.775194</a:t>
                      </a:r>
                    </a:p>
                  </a:txBody>
                  <a:tcPr marL="54392" marR="54392" marT="27196" marB="27196" anchor="ctr">
                    <a:lnL>
                      <a:noFill/>
                    </a:lnL>
                    <a:lnR>
                      <a:noFill/>
                    </a:lnR>
                    <a:lnT>
                      <a:noFill/>
                    </a:lnT>
                    <a:lnB>
                      <a:noFill/>
                    </a:lnB>
                    <a:noFill/>
                  </a:tcPr>
                </a:tc>
                <a:tc>
                  <a:txBody>
                    <a:bodyPr/>
                    <a:lstStyle/>
                    <a:p>
                      <a:pPr algn="r">
                        <a:buNone/>
                      </a:pPr>
                      <a:r>
                        <a:rPr lang="en-CA" sz="1100">
                          <a:effectLst/>
                        </a:rPr>
                        <a:t>0.775275</a:t>
                      </a:r>
                    </a:p>
                  </a:txBody>
                  <a:tcPr marL="54392" marR="54392" marT="27196" marB="27196" anchor="ctr">
                    <a:lnL>
                      <a:noFill/>
                    </a:lnL>
                    <a:lnR>
                      <a:noFill/>
                    </a:lnR>
                    <a:lnT>
                      <a:noFill/>
                    </a:lnT>
                    <a:lnB>
                      <a:noFill/>
                    </a:lnB>
                    <a:noFill/>
                  </a:tcPr>
                </a:tc>
                <a:tc>
                  <a:txBody>
                    <a:bodyPr/>
                    <a:lstStyle/>
                    <a:p>
                      <a:pPr algn="r">
                        <a:buNone/>
                      </a:pPr>
                      <a:r>
                        <a:rPr lang="en-CA" sz="1100">
                          <a:effectLst/>
                        </a:rPr>
                        <a:t>0.771654</a:t>
                      </a:r>
                    </a:p>
                  </a:txBody>
                  <a:tcPr marL="54392" marR="54392" marT="27196" marB="27196" anchor="ctr">
                    <a:lnL>
                      <a:noFill/>
                    </a:lnL>
                    <a:lnR>
                      <a:noFill/>
                    </a:lnR>
                    <a:lnT>
                      <a:noFill/>
                    </a:lnT>
                    <a:lnB>
                      <a:noFill/>
                    </a:lnB>
                    <a:noFill/>
                  </a:tcPr>
                </a:tc>
                <a:tc>
                  <a:txBody>
                    <a:bodyPr/>
                    <a:lstStyle/>
                    <a:p>
                      <a:pPr algn="r">
                        <a:buNone/>
                      </a:pPr>
                      <a:r>
                        <a:rPr lang="en-CA" sz="1100">
                          <a:effectLst/>
                        </a:rPr>
                        <a:t>0.778626</a:t>
                      </a:r>
                    </a:p>
                  </a:txBody>
                  <a:tcPr marL="54392" marR="54392" marT="27196" marB="27196" anchor="ctr">
                    <a:lnL>
                      <a:noFill/>
                    </a:lnL>
                    <a:lnR>
                      <a:noFill/>
                    </a:lnR>
                    <a:lnT>
                      <a:noFill/>
                    </a:lnT>
                    <a:lnB>
                      <a:noFill/>
                    </a:lnB>
                    <a:noFill/>
                  </a:tcPr>
                </a:tc>
                <a:extLst>
                  <a:ext uri="{0D108BD9-81ED-4DB2-BD59-A6C34878D82A}">
                    <a16:rowId xmlns:a16="http://schemas.microsoft.com/office/drawing/2014/main" val="239420688"/>
                  </a:ext>
                </a:extLst>
              </a:tr>
              <a:tr h="251380">
                <a:tc>
                  <a:txBody>
                    <a:bodyPr/>
                    <a:lstStyle/>
                    <a:p>
                      <a:pPr fontAlgn="ctr">
                        <a:buNone/>
                      </a:pPr>
                      <a:r>
                        <a:rPr lang="en-CA" sz="1100" b="1">
                          <a:effectLst/>
                        </a:rPr>
                        <a:t>4</a:t>
                      </a:r>
                    </a:p>
                  </a:txBody>
                  <a:tcPr marL="54392" marR="54392" marT="27196" marB="27196" anchor="ctr">
                    <a:lnL>
                      <a:noFill/>
                    </a:lnL>
                    <a:lnR>
                      <a:noFill/>
                    </a:lnR>
                    <a:lnT>
                      <a:noFill/>
                    </a:lnT>
                    <a:lnB>
                      <a:noFill/>
                    </a:lnB>
                    <a:noFill/>
                  </a:tcPr>
                </a:tc>
                <a:tc>
                  <a:txBody>
                    <a:bodyPr/>
                    <a:lstStyle/>
                    <a:p>
                      <a:pPr algn="r">
                        <a:buNone/>
                      </a:pPr>
                      <a:r>
                        <a:rPr lang="en-CA" sz="1100">
                          <a:effectLst/>
                        </a:rPr>
                        <a:t>2</a:t>
                      </a:r>
                    </a:p>
                  </a:txBody>
                  <a:tcPr marL="54392" marR="54392" marT="27196" marB="27196" anchor="ctr">
                    <a:lnL>
                      <a:noFill/>
                    </a:lnL>
                    <a:lnR>
                      <a:noFill/>
                    </a:lnR>
                    <a:lnT>
                      <a:noFill/>
                    </a:lnT>
                    <a:lnB>
                      <a:noFill/>
                    </a:lnB>
                    <a:noFill/>
                  </a:tcPr>
                </a:tc>
                <a:tc>
                  <a:txBody>
                    <a:bodyPr/>
                    <a:lstStyle/>
                    <a:p>
                      <a:pPr algn="r">
                        <a:buNone/>
                      </a:pPr>
                      <a:r>
                        <a:rPr lang="en-CA" sz="1100" dirty="0">
                          <a:effectLst/>
                        </a:rPr>
                        <a:t>0.703262</a:t>
                      </a:r>
                    </a:p>
                  </a:txBody>
                  <a:tcPr marL="54392" marR="54392" marT="27196" marB="27196" anchor="ctr">
                    <a:lnL>
                      <a:noFill/>
                    </a:lnL>
                    <a:lnR>
                      <a:noFill/>
                    </a:lnR>
                    <a:lnT>
                      <a:noFill/>
                    </a:lnT>
                    <a:lnB>
                      <a:noFill/>
                    </a:lnB>
                    <a:noFill/>
                  </a:tcPr>
                </a:tc>
                <a:tc>
                  <a:txBody>
                    <a:bodyPr/>
                    <a:lstStyle/>
                    <a:p>
                      <a:pPr algn="r">
                        <a:buNone/>
                      </a:pPr>
                      <a:r>
                        <a:rPr lang="en-CA" sz="1100">
                          <a:effectLst/>
                        </a:rPr>
                        <a:t>0.666954</a:t>
                      </a:r>
                    </a:p>
                  </a:txBody>
                  <a:tcPr marL="54392" marR="54392" marT="27196" marB="27196" anchor="ctr">
                    <a:lnL>
                      <a:noFill/>
                    </a:lnL>
                    <a:lnR>
                      <a:noFill/>
                    </a:lnR>
                    <a:lnT>
                      <a:noFill/>
                    </a:lnT>
                    <a:lnB>
                      <a:noFill/>
                    </a:lnB>
                    <a:noFill/>
                  </a:tcPr>
                </a:tc>
                <a:tc>
                  <a:txBody>
                    <a:bodyPr/>
                    <a:lstStyle/>
                    <a:p>
                      <a:pPr algn="r">
                        <a:buNone/>
                      </a:pPr>
                      <a:r>
                        <a:rPr lang="en-CA" sz="1100">
                          <a:effectLst/>
                        </a:rPr>
                        <a:t>0.565891</a:t>
                      </a:r>
                    </a:p>
                  </a:txBody>
                  <a:tcPr marL="54392" marR="54392" marT="27196" marB="27196" anchor="ctr">
                    <a:lnL>
                      <a:noFill/>
                    </a:lnL>
                    <a:lnR>
                      <a:noFill/>
                    </a:lnR>
                    <a:lnT>
                      <a:noFill/>
                    </a:lnT>
                    <a:lnB>
                      <a:noFill/>
                    </a:lnB>
                    <a:noFill/>
                  </a:tcPr>
                </a:tc>
                <a:tc>
                  <a:txBody>
                    <a:bodyPr/>
                    <a:lstStyle/>
                    <a:p>
                      <a:pPr algn="r">
                        <a:buNone/>
                      </a:pPr>
                      <a:r>
                        <a:rPr lang="en-CA" sz="1100">
                          <a:effectLst/>
                        </a:rPr>
                        <a:t>0.451115</a:t>
                      </a:r>
                    </a:p>
                  </a:txBody>
                  <a:tcPr marL="54392" marR="54392" marT="27196" marB="27196" anchor="ctr">
                    <a:lnL>
                      <a:noFill/>
                    </a:lnL>
                    <a:lnR>
                      <a:noFill/>
                    </a:lnR>
                    <a:lnT>
                      <a:noFill/>
                    </a:lnT>
                    <a:lnB>
                      <a:noFill/>
                    </a:lnB>
                    <a:noFill/>
                  </a:tcPr>
                </a:tc>
                <a:tc>
                  <a:txBody>
                    <a:bodyPr/>
                    <a:lstStyle/>
                    <a:p>
                      <a:pPr algn="r">
                        <a:buNone/>
                      </a:pPr>
                      <a:r>
                        <a:rPr lang="en-CA" sz="1100">
                          <a:effectLst/>
                        </a:rPr>
                        <a:t>0.176471</a:t>
                      </a:r>
                    </a:p>
                  </a:txBody>
                  <a:tcPr marL="54392" marR="54392" marT="27196" marB="27196" anchor="ctr">
                    <a:lnL>
                      <a:noFill/>
                    </a:lnL>
                    <a:lnR>
                      <a:noFill/>
                    </a:lnR>
                    <a:lnT>
                      <a:noFill/>
                    </a:lnT>
                    <a:lnB>
                      <a:noFill/>
                    </a:lnB>
                    <a:noFill/>
                  </a:tcPr>
                </a:tc>
                <a:tc>
                  <a:txBody>
                    <a:bodyPr/>
                    <a:lstStyle/>
                    <a:p>
                      <a:pPr algn="r">
                        <a:buNone/>
                      </a:pPr>
                      <a:r>
                        <a:rPr lang="en-CA" sz="1100">
                          <a:effectLst/>
                        </a:rPr>
                        <a:t>0.705263</a:t>
                      </a:r>
                    </a:p>
                  </a:txBody>
                  <a:tcPr marL="54392" marR="54392" marT="27196" marB="27196" anchor="ctr">
                    <a:lnL>
                      <a:noFill/>
                    </a:lnL>
                    <a:lnR>
                      <a:noFill/>
                    </a:lnR>
                    <a:lnT>
                      <a:noFill/>
                    </a:lnT>
                    <a:lnB>
                      <a:noFill/>
                    </a:lnB>
                    <a:noFill/>
                  </a:tcPr>
                </a:tc>
                <a:extLst>
                  <a:ext uri="{0D108BD9-81ED-4DB2-BD59-A6C34878D82A}">
                    <a16:rowId xmlns:a16="http://schemas.microsoft.com/office/drawing/2014/main" val="4058098831"/>
                  </a:ext>
                </a:extLst>
              </a:tr>
              <a:tr h="251380">
                <a:tc>
                  <a:txBody>
                    <a:bodyPr/>
                    <a:lstStyle/>
                    <a:p>
                      <a:pPr fontAlgn="ctr">
                        <a:buNone/>
                      </a:pPr>
                      <a:r>
                        <a:rPr lang="en-CA" sz="1100" b="1">
                          <a:effectLst/>
                        </a:rPr>
                        <a:t>5</a:t>
                      </a:r>
                    </a:p>
                  </a:txBody>
                  <a:tcPr marL="54392" marR="54392" marT="27196" marB="27196" anchor="ctr">
                    <a:lnL>
                      <a:noFill/>
                    </a:lnL>
                    <a:lnR>
                      <a:noFill/>
                    </a:lnR>
                    <a:lnT>
                      <a:noFill/>
                    </a:lnT>
                    <a:lnB>
                      <a:noFill/>
                    </a:lnB>
                    <a:noFill/>
                  </a:tcPr>
                </a:tc>
                <a:tc>
                  <a:txBody>
                    <a:bodyPr/>
                    <a:lstStyle/>
                    <a:p>
                      <a:pPr algn="r">
                        <a:buNone/>
                      </a:pPr>
                      <a:r>
                        <a:rPr lang="en-CA" sz="1100">
                          <a:effectLst/>
                        </a:rPr>
                        <a:t>2</a:t>
                      </a:r>
                    </a:p>
                  </a:txBody>
                  <a:tcPr marL="54392" marR="54392" marT="27196" marB="27196" anchor="ctr">
                    <a:lnL>
                      <a:noFill/>
                    </a:lnL>
                    <a:lnR>
                      <a:noFill/>
                    </a:lnR>
                    <a:lnT>
                      <a:noFill/>
                    </a:lnT>
                    <a:lnB>
                      <a:noFill/>
                    </a:lnB>
                    <a:noFill/>
                  </a:tcPr>
                </a:tc>
                <a:tc>
                  <a:txBody>
                    <a:bodyPr/>
                    <a:lstStyle/>
                    <a:p>
                      <a:pPr algn="r">
                        <a:buNone/>
                      </a:pPr>
                      <a:r>
                        <a:rPr lang="en-CA" sz="1100">
                          <a:effectLst/>
                        </a:rPr>
                        <a:t>0.570475</a:t>
                      </a:r>
                    </a:p>
                  </a:txBody>
                  <a:tcPr marL="54392" marR="54392" marT="27196" marB="27196" anchor="ctr">
                    <a:lnL>
                      <a:noFill/>
                    </a:lnL>
                    <a:lnR>
                      <a:noFill/>
                    </a:lnR>
                    <a:lnT>
                      <a:noFill/>
                    </a:lnT>
                    <a:lnB>
                      <a:noFill/>
                    </a:lnB>
                    <a:noFill/>
                  </a:tcPr>
                </a:tc>
                <a:tc>
                  <a:txBody>
                    <a:bodyPr/>
                    <a:lstStyle/>
                    <a:p>
                      <a:pPr algn="r">
                        <a:buNone/>
                      </a:pPr>
                      <a:r>
                        <a:rPr lang="en-CA" sz="1100">
                          <a:effectLst/>
                        </a:rPr>
                        <a:t>0.434226</a:t>
                      </a:r>
                    </a:p>
                  </a:txBody>
                  <a:tcPr marL="54392" marR="54392" marT="27196" marB="27196" anchor="ctr">
                    <a:lnL>
                      <a:noFill/>
                    </a:lnL>
                    <a:lnR>
                      <a:noFill/>
                    </a:lnR>
                    <a:lnT>
                      <a:noFill/>
                    </a:lnT>
                    <a:lnB>
                      <a:noFill/>
                    </a:lnB>
                    <a:noFill/>
                  </a:tcPr>
                </a:tc>
                <a:tc>
                  <a:txBody>
                    <a:bodyPr/>
                    <a:lstStyle/>
                    <a:p>
                      <a:pPr algn="r">
                        <a:buNone/>
                      </a:pPr>
                      <a:r>
                        <a:rPr lang="en-CA" sz="1100">
                          <a:effectLst/>
                        </a:rPr>
                        <a:t>0.759690</a:t>
                      </a:r>
                    </a:p>
                  </a:txBody>
                  <a:tcPr marL="54392" marR="54392" marT="27196" marB="27196" anchor="ctr">
                    <a:lnL>
                      <a:noFill/>
                    </a:lnL>
                    <a:lnR>
                      <a:noFill/>
                    </a:lnR>
                    <a:lnT>
                      <a:noFill/>
                    </a:lnT>
                    <a:lnB>
                      <a:noFill/>
                    </a:lnB>
                    <a:noFill/>
                  </a:tcPr>
                </a:tc>
                <a:tc>
                  <a:txBody>
                    <a:bodyPr/>
                    <a:lstStyle/>
                    <a:p>
                      <a:pPr algn="r">
                        <a:buNone/>
                      </a:pPr>
                      <a:r>
                        <a:rPr lang="en-CA" sz="1100">
                          <a:effectLst/>
                        </a:rPr>
                        <a:t>0.750855</a:t>
                      </a:r>
                    </a:p>
                  </a:txBody>
                  <a:tcPr marL="54392" marR="54392" marT="27196" marB="27196" anchor="ctr">
                    <a:lnL>
                      <a:noFill/>
                    </a:lnL>
                    <a:lnR>
                      <a:noFill/>
                    </a:lnR>
                    <a:lnT>
                      <a:noFill/>
                    </a:lnT>
                    <a:lnB>
                      <a:noFill/>
                    </a:lnB>
                    <a:noFill/>
                  </a:tcPr>
                </a:tc>
                <a:tc>
                  <a:txBody>
                    <a:bodyPr/>
                    <a:lstStyle/>
                    <a:p>
                      <a:pPr algn="r">
                        <a:buNone/>
                      </a:pPr>
                      <a:r>
                        <a:rPr lang="en-CA" sz="1100">
                          <a:effectLst/>
                        </a:rPr>
                        <a:t>0.794702</a:t>
                      </a:r>
                    </a:p>
                  </a:txBody>
                  <a:tcPr marL="54392" marR="54392" marT="27196" marB="27196" anchor="ctr">
                    <a:lnL>
                      <a:noFill/>
                    </a:lnL>
                    <a:lnR>
                      <a:noFill/>
                    </a:lnR>
                    <a:lnT>
                      <a:noFill/>
                    </a:lnT>
                    <a:lnB>
                      <a:noFill/>
                    </a:lnB>
                    <a:noFill/>
                  </a:tcPr>
                </a:tc>
                <a:tc>
                  <a:txBody>
                    <a:bodyPr/>
                    <a:lstStyle/>
                    <a:p>
                      <a:pPr algn="r">
                        <a:buNone/>
                      </a:pPr>
                      <a:r>
                        <a:rPr lang="en-CA" sz="1100">
                          <a:effectLst/>
                        </a:rPr>
                        <a:t>0.710280</a:t>
                      </a:r>
                    </a:p>
                  </a:txBody>
                  <a:tcPr marL="54392" marR="54392" marT="27196" marB="27196" anchor="ctr">
                    <a:lnL>
                      <a:noFill/>
                    </a:lnL>
                    <a:lnR>
                      <a:noFill/>
                    </a:lnR>
                    <a:lnT>
                      <a:noFill/>
                    </a:lnT>
                    <a:lnB>
                      <a:noFill/>
                    </a:lnB>
                    <a:noFill/>
                  </a:tcPr>
                </a:tc>
                <a:extLst>
                  <a:ext uri="{0D108BD9-81ED-4DB2-BD59-A6C34878D82A}">
                    <a16:rowId xmlns:a16="http://schemas.microsoft.com/office/drawing/2014/main" val="1206328856"/>
                  </a:ext>
                </a:extLst>
              </a:tr>
              <a:tr h="251380">
                <a:tc>
                  <a:txBody>
                    <a:bodyPr/>
                    <a:lstStyle/>
                    <a:p>
                      <a:pPr fontAlgn="ctr">
                        <a:buNone/>
                      </a:pPr>
                      <a:r>
                        <a:rPr lang="en-CA" sz="1100" b="1">
                          <a:effectLst/>
                        </a:rPr>
                        <a:t>6</a:t>
                      </a:r>
                    </a:p>
                  </a:txBody>
                  <a:tcPr marL="54392" marR="54392" marT="27196" marB="27196" anchor="ctr">
                    <a:lnL>
                      <a:noFill/>
                    </a:lnL>
                    <a:lnR>
                      <a:noFill/>
                    </a:lnR>
                    <a:lnT>
                      <a:noFill/>
                    </a:lnT>
                    <a:lnB>
                      <a:noFill/>
                    </a:lnB>
                    <a:noFill/>
                  </a:tcPr>
                </a:tc>
                <a:tc>
                  <a:txBody>
                    <a:bodyPr/>
                    <a:lstStyle/>
                    <a:p>
                      <a:pPr algn="r">
                        <a:buNone/>
                      </a:pPr>
                      <a:r>
                        <a:rPr lang="en-CA" sz="1100">
                          <a:effectLst/>
                        </a:rPr>
                        <a:t>2</a:t>
                      </a:r>
                    </a:p>
                  </a:txBody>
                  <a:tcPr marL="54392" marR="54392" marT="27196" marB="27196" anchor="ctr">
                    <a:lnL>
                      <a:noFill/>
                    </a:lnL>
                    <a:lnR>
                      <a:noFill/>
                    </a:lnR>
                    <a:lnT>
                      <a:noFill/>
                    </a:lnT>
                    <a:lnB>
                      <a:noFill/>
                    </a:lnB>
                    <a:noFill/>
                  </a:tcPr>
                </a:tc>
                <a:tc>
                  <a:txBody>
                    <a:bodyPr/>
                    <a:lstStyle/>
                    <a:p>
                      <a:pPr algn="r">
                        <a:buNone/>
                      </a:pPr>
                      <a:r>
                        <a:rPr lang="en-CA" sz="1100">
                          <a:effectLst/>
                        </a:rPr>
                        <a:t>0.377443</a:t>
                      </a:r>
                    </a:p>
                  </a:txBody>
                  <a:tcPr marL="54392" marR="54392" marT="27196" marB="27196" anchor="ctr">
                    <a:lnL>
                      <a:noFill/>
                    </a:lnL>
                    <a:lnR>
                      <a:noFill/>
                    </a:lnR>
                    <a:lnT>
                      <a:noFill/>
                    </a:lnT>
                    <a:lnB>
                      <a:noFill/>
                    </a:lnB>
                    <a:noFill/>
                  </a:tcPr>
                </a:tc>
                <a:tc>
                  <a:txBody>
                    <a:bodyPr/>
                    <a:lstStyle/>
                    <a:p>
                      <a:pPr algn="r">
                        <a:buNone/>
                      </a:pPr>
                      <a:r>
                        <a:rPr lang="en-CA" sz="1100">
                          <a:effectLst/>
                        </a:rPr>
                        <a:t>0.323736</a:t>
                      </a:r>
                    </a:p>
                  </a:txBody>
                  <a:tcPr marL="54392" marR="54392" marT="27196" marB="27196" anchor="ctr">
                    <a:lnL>
                      <a:noFill/>
                    </a:lnL>
                    <a:lnR>
                      <a:noFill/>
                    </a:lnR>
                    <a:lnT>
                      <a:noFill/>
                    </a:lnT>
                    <a:lnB>
                      <a:noFill/>
                    </a:lnB>
                    <a:noFill/>
                  </a:tcPr>
                </a:tc>
                <a:tc>
                  <a:txBody>
                    <a:bodyPr/>
                    <a:lstStyle/>
                    <a:p>
                      <a:pPr algn="r">
                        <a:buNone/>
                      </a:pPr>
                      <a:r>
                        <a:rPr lang="en-CA" sz="1100">
                          <a:effectLst/>
                        </a:rPr>
                        <a:t>0.844961</a:t>
                      </a:r>
                    </a:p>
                  </a:txBody>
                  <a:tcPr marL="54392" marR="54392" marT="27196" marB="27196" anchor="ctr">
                    <a:lnL>
                      <a:noFill/>
                    </a:lnL>
                    <a:lnR>
                      <a:noFill/>
                    </a:lnR>
                    <a:lnT>
                      <a:noFill/>
                    </a:lnT>
                    <a:lnB>
                      <a:noFill/>
                    </a:lnB>
                    <a:noFill/>
                  </a:tcPr>
                </a:tc>
                <a:tc>
                  <a:txBody>
                    <a:bodyPr/>
                    <a:lstStyle/>
                    <a:p>
                      <a:pPr algn="r">
                        <a:buNone/>
                      </a:pPr>
                      <a:r>
                        <a:rPr lang="en-CA" sz="1100">
                          <a:effectLst/>
                        </a:rPr>
                        <a:t>0.844830</a:t>
                      </a:r>
                    </a:p>
                  </a:txBody>
                  <a:tcPr marL="54392" marR="54392" marT="27196" marB="27196" anchor="ctr">
                    <a:lnL>
                      <a:noFill/>
                    </a:lnL>
                    <a:lnR>
                      <a:noFill/>
                    </a:lnR>
                    <a:lnT>
                      <a:noFill/>
                    </a:lnT>
                    <a:lnB>
                      <a:noFill/>
                    </a:lnB>
                    <a:noFill/>
                  </a:tcPr>
                </a:tc>
                <a:tc>
                  <a:txBody>
                    <a:bodyPr/>
                    <a:lstStyle/>
                    <a:p>
                      <a:pPr algn="r">
                        <a:buNone/>
                      </a:pPr>
                      <a:r>
                        <a:rPr lang="en-CA" sz="1100">
                          <a:effectLst/>
                        </a:rPr>
                        <a:t>0.836066</a:t>
                      </a:r>
                    </a:p>
                  </a:txBody>
                  <a:tcPr marL="54392" marR="54392" marT="27196" marB="27196" anchor="ctr">
                    <a:lnL>
                      <a:noFill/>
                    </a:lnL>
                    <a:lnR>
                      <a:noFill/>
                    </a:lnR>
                    <a:lnT>
                      <a:noFill/>
                    </a:lnT>
                    <a:lnB>
                      <a:noFill/>
                    </a:lnB>
                    <a:noFill/>
                  </a:tcPr>
                </a:tc>
                <a:tc>
                  <a:txBody>
                    <a:bodyPr/>
                    <a:lstStyle/>
                    <a:p>
                      <a:pPr algn="r">
                        <a:buNone/>
                      </a:pPr>
                      <a:r>
                        <a:rPr lang="en-CA" sz="1100">
                          <a:effectLst/>
                        </a:rPr>
                        <a:t>0.852941</a:t>
                      </a:r>
                    </a:p>
                  </a:txBody>
                  <a:tcPr marL="54392" marR="54392" marT="27196" marB="27196" anchor="ctr">
                    <a:lnL>
                      <a:noFill/>
                    </a:lnL>
                    <a:lnR>
                      <a:noFill/>
                    </a:lnR>
                    <a:lnT>
                      <a:noFill/>
                    </a:lnT>
                    <a:lnB>
                      <a:noFill/>
                    </a:lnB>
                    <a:noFill/>
                  </a:tcPr>
                </a:tc>
                <a:extLst>
                  <a:ext uri="{0D108BD9-81ED-4DB2-BD59-A6C34878D82A}">
                    <a16:rowId xmlns:a16="http://schemas.microsoft.com/office/drawing/2014/main" val="271056249"/>
                  </a:ext>
                </a:extLst>
              </a:tr>
              <a:tr h="251380">
                <a:tc>
                  <a:txBody>
                    <a:bodyPr/>
                    <a:lstStyle/>
                    <a:p>
                      <a:pPr fontAlgn="ctr">
                        <a:buNone/>
                      </a:pPr>
                      <a:r>
                        <a:rPr lang="en-CA" sz="1100" b="1">
                          <a:effectLst/>
                        </a:rPr>
                        <a:t>7</a:t>
                      </a:r>
                    </a:p>
                  </a:txBody>
                  <a:tcPr marL="54392" marR="54392" marT="27196" marB="27196" anchor="ctr">
                    <a:lnL>
                      <a:noFill/>
                    </a:lnL>
                    <a:lnR>
                      <a:noFill/>
                    </a:lnR>
                    <a:lnT>
                      <a:noFill/>
                    </a:lnT>
                    <a:lnB>
                      <a:noFill/>
                    </a:lnB>
                    <a:noFill/>
                  </a:tcPr>
                </a:tc>
                <a:tc>
                  <a:txBody>
                    <a:bodyPr/>
                    <a:lstStyle/>
                    <a:p>
                      <a:pPr algn="r">
                        <a:buNone/>
                      </a:pPr>
                      <a:r>
                        <a:rPr lang="en-CA" sz="1100">
                          <a:effectLst/>
                        </a:rPr>
                        <a:t>2</a:t>
                      </a:r>
                    </a:p>
                  </a:txBody>
                  <a:tcPr marL="54392" marR="54392" marT="27196" marB="27196" anchor="ctr">
                    <a:lnL>
                      <a:noFill/>
                    </a:lnL>
                    <a:lnR>
                      <a:noFill/>
                    </a:lnR>
                    <a:lnT>
                      <a:noFill/>
                    </a:lnT>
                    <a:lnB>
                      <a:noFill/>
                    </a:lnB>
                    <a:noFill/>
                  </a:tcPr>
                </a:tc>
                <a:tc>
                  <a:txBody>
                    <a:bodyPr/>
                    <a:lstStyle/>
                    <a:p>
                      <a:pPr algn="r">
                        <a:buNone/>
                      </a:pPr>
                      <a:r>
                        <a:rPr lang="en-CA" sz="1100">
                          <a:effectLst/>
                        </a:rPr>
                        <a:t>0.253668</a:t>
                      </a:r>
                    </a:p>
                  </a:txBody>
                  <a:tcPr marL="54392" marR="54392" marT="27196" marB="27196" anchor="ctr">
                    <a:lnL>
                      <a:noFill/>
                    </a:lnL>
                    <a:lnR>
                      <a:noFill/>
                    </a:lnR>
                    <a:lnT>
                      <a:noFill/>
                    </a:lnT>
                    <a:lnB>
                      <a:noFill/>
                    </a:lnB>
                    <a:noFill/>
                  </a:tcPr>
                </a:tc>
                <a:tc>
                  <a:txBody>
                    <a:bodyPr/>
                    <a:lstStyle/>
                    <a:p>
                      <a:pPr algn="r">
                        <a:buNone/>
                      </a:pPr>
                      <a:r>
                        <a:rPr lang="en-CA" sz="1100">
                          <a:effectLst/>
                        </a:rPr>
                        <a:t>0.313738</a:t>
                      </a:r>
                    </a:p>
                  </a:txBody>
                  <a:tcPr marL="54392" marR="54392" marT="27196" marB="27196" anchor="ctr">
                    <a:lnL>
                      <a:noFill/>
                    </a:lnL>
                    <a:lnR>
                      <a:noFill/>
                    </a:lnR>
                    <a:lnT>
                      <a:noFill/>
                    </a:lnT>
                    <a:lnB>
                      <a:noFill/>
                    </a:lnB>
                    <a:noFill/>
                  </a:tcPr>
                </a:tc>
                <a:tc>
                  <a:txBody>
                    <a:bodyPr/>
                    <a:lstStyle/>
                    <a:p>
                      <a:pPr algn="r">
                        <a:buNone/>
                      </a:pPr>
                      <a:r>
                        <a:rPr lang="en-CA" sz="1100">
                          <a:effectLst/>
                        </a:rPr>
                        <a:t>0.868217</a:t>
                      </a:r>
                    </a:p>
                  </a:txBody>
                  <a:tcPr marL="54392" marR="54392" marT="27196" marB="27196" anchor="ctr">
                    <a:lnL>
                      <a:noFill/>
                    </a:lnL>
                    <a:lnR>
                      <a:noFill/>
                    </a:lnR>
                    <a:lnT>
                      <a:noFill/>
                    </a:lnT>
                    <a:lnB>
                      <a:noFill/>
                    </a:lnB>
                    <a:noFill/>
                  </a:tcPr>
                </a:tc>
                <a:tc>
                  <a:txBody>
                    <a:bodyPr/>
                    <a:lstStyle/>
                    <a:p>
                      <a:pPr algn="r">
                        <a:buNone/>
                      </a:pPr>
                      <a:r>
                        <a:rPr lang="en-CA" sz="1100">
                          <a:effectLst/>
                        </a:rPr>
                        <a:t>0.868249</a:t>
                      </a:r>
                    </a:p>
                  </a:txBody>
                  <a:tcPr marL="54392" marR="54392" marT="27196" marB="27196" anchor="ctr">
                    <a:lnL>
                      <a:noFill/>
                    </a:lnL>
                    <a:lnR>
                      <a:noFill/>
                    </a:lnR>
                    <a:lnT>
                      <a:noFill/>
                    </a:lnT>
                    <a:lnB>
                      <a:noFill/>
                    </a:lnB>
                    <a:noFill/>
                  </a:tcPr>
                </a:tc>
                <a:tc>
                  <a:txBody>
                    <a:bodyPr/>
                    <a:lstStyle/>
                    <a:p>
                      <a:pPr algn="r">
                        <a:buNone/>
                      </a:pPr>
                      <a:r>
                        <a:rPr lang="en-CA" sz="1100">
                          <a:effectLst/>
                        </a:rPr>
                        <a:t>0.864000</a:t>
                      </a:r>
                    </a:p>
                  </a:txBody>
                  <a:tcPr marL="54392" marR="54392" marT="27196" marB="27196" anchor="ctr">
                    <a:lnL>
                      <a:noFill/>
                    </a:lnL>
                    <a:lnR>
                      <a:noFill/>
                    </a:lnR>
                    <a:lnT>
                      <a:noFill/>
                    </a:lnT>
                    <a:lnB>
                      <a:noFill/>
                    </a:lnB>
                    <a:noFill/>
                  </a:tcPr>
                </a:tc>
                <a:tc>
                  <a:txBody>
                    <a:bodyPr/>
                    <a:lstStyle/>
                    <a:p>
                      <a:pPr algn="r">
                        <a:buNone/>
                      </a:pPr>
                      <a:r>
                        <a:rPr lang="en-CA" sz="1100">
                          <a:effectLst/>
                        </a:rPr>
                        <a:t>0.872180</a:t>
                      </a:r>
                    </a:p>
                  </a:txBody>
                  <a:tcPr marL="54392" marR="54392" marT="27196" marB="27196" anchor="ctr">
                    <a:lnL>
                      <a:noFill/>
                    </a:lnL>
                    <a:lnR>
                      <a:noFill/>
                    </a:lnR>
                    <a:lnT>
                      <a:noFill/>
                    </a:lnT>
                    <a:lnB>
                      <a:noFill/>
                    </a:lnB>
                    <a:noFill/>
                  </a:tcPr>
                </a:tc>
                <a:extLst>
                  <a:ext uri="{0D108BD9-81ED-4DB2-BD59-A6C34878D82A}">
                    <a16:rowId xmlns:a16="http://schemas.microsoft.com/office/drawing/2014/main" val="3961354191"/>
                  </a:ext>
                </a:extLst>
              </a:tr>
              <a:tr h="251380">
                <a:tc>
                  <a:txBody>
                    <a:bodyPr/>
                    <a:lstStyle/>
                    <a:p>
                      <a:pPr fontAlgn="ctr">
                        <a:buNone/>
                      </a:pPr>
                      <a:r>
                        <a:rPr lang="en-CA" sz="1100" b="1">
                          <a:effectLst/>
                        </a:rPr>
                        <a:t>8</a:t>
                      </a:r>
                    </a:p>
                  </a:txBody>
                  <a:tcPr marL="54392" marR="54392" marT="27196" marB="27196" anchor="ctr">
                    <a:lnL>
                      <a:noFill/>
                    </a:lnL>
                    <a:lnR>
                      <a:noFill/>
                    </a:lnR>
                    <a:lnT>
                      <a:noFill/>
                    </a:lnT>
                    <a:lnB>
                      <a:noFill/>
                    </a:lnB>
                    <a:noFill/>
                  </a:tcPr>
                </a:tc>
                <a:tc>
                  <a:txBody>
                    <a:bodyPr/>
                    <a:lstStyle/>
                    <a:p>
                      <a:pPr algn="r">
                        <a:buNone/>
                      </a:pPr>
                      <a:r>
                        <a:rPr lang="en-CA" sz="1100">
                          <a:effectLst/>
                        </a:rPr>
                        <a:t>3</a:t>
                      </a:r>
                    </a:p>
                  </a:txBody>
                  <a:tcPr marL="54392" marR="54392" marT="27196" marB="27196" anchor="ctr">
                    <a:lnL>
                      <a:noFill/>
                    </a:lnL>
                    <a:lnR>
                      <a:noFill/>
                    </a:lnR>
                    <a:lnT>
                      <a:noFill/>
                    </a:lnT>
                    <a:lnB>
                      <a:noFill/>
                    </a:lnB>
                    <a:noFill/>
                  </a:tcPr>
                </a:tc>
                <a:tc>
                  <a:txBody>
                    <a:bodyPr/>
                    <a:lstStyle/>
                    <a:p>
                      <a:pPr algn="r">
                        <a:buNone/>
                      </a:pPr>
                      <a:r>
                        <a:rPr lang="en-CA" sz="1100">
                          <a:effectLst/>
                        </a:rPr>
                        <a:t>0.694697</a:t>
                      </a:r>
                    </a:p>
                  </a:txBody>
                  <a:tcPr marL="54392" marR="54392" marT="27196" marB="27196" anchor="ctr">
                    <a:lnL>
                      <a:noFill/>
                    </a:lnL>
                    <a:lnR>
                      <a:noFill/>
                    </a:lnR>
                    <a:lnT>
                      <a:noFill/>
                    </a:lnT>
                    <a:lnB>
                      <a:noFill/>
                    </a:lnB>
                    <a:noFill/>
                  </a:tcPr>
                </a:tc>
                <a:tc>
                  <a:txBody>
                    <a:bodyPr/>
                    <a:lstStyle/>
                    <a:p>
                      <a:pPr algn="r">
                        <a:buNone/>
                      </a:pPr>
                      <a:r>
                        <a:rPr lang="en-CA" sz="1100">
                          <a:effectLst/>
                        </a:rPr>
                        <a:t>0.678623</a:t>
                      </a:r>
                    </a:p>
                  </a:txBody>
                  <a:tcPr marL="54392" marR="54392" marT="27196" marB="27196" anchor="ctr">
                    <a:lnL>
                      <a:noFill/>
                    </a:lnL>
                    <a:lnR>
                      <a:noFill/>
                    </a:lnR>
                    <a:lnT>
                      <a:noFill/>
                    </a:lnT>
                    <a:lnB>
                      <a:noFill/>
                    </a:lnB>
                    <a:noFill/>
                  </a:tcPr>
                </a:tc>
                <a:tc>
                  <a:txBody>
                    <a:bodyPr/>
                    <a:lstStyle/>
                    <a:p>
                      <a:pPr algn="r">
                        <a:buNone/>
                      </a:pPr>
                      <a:r>
                        <a:rPr lang="en-CA" sz="1100">
                          <a:effectLst/>
                        </a:rPr>
                        <a:t>0.720930</a:t>
                      </a:r>
                    </a:p>
                  </a:txBody>
                  <a:tcPr marL="54392" marR="54392" marT="27196" marB="27196" anchor="ctr">
                    <a:lnL>
                      <a:noFill/>
                    </a:lnL>
                    <a:lnR>
                      <a:noFill/>
                    </a:lnR>
                    <a:lnT>
                      <a:noFill/>
                    </a:lnT>
                    <a:lnB>
                      <a:noFill/>
                    </a:lnB>
                    <a:noFill/>
                  </a:tcPr>
                </a:tc>
                <a:tc>
                  <a:txBody>
                    <a:bodyPr/>
                    <a:lstStyle/>
                    <a:p>
                      <a:pPr algn="r">
                        <a:buNone/>
                      </a:pPr>
                      <a:r>
                        <a:rPr lang="en-CA" sz="1100">
                          <a:effectLst/>
                        </a:rPr>
                        <a:t>0.717022</a:t>
                      </a:r>
                    </a:p>
                  </a:txBody>
                  <a:tcPr marL="54392" marR="54392" marT="27196" marB="27196" anchor="ctr">
                    <a:lnL>
                      <a:noFill/>
                    </a:lnL>
                    <a:lnR>
                      <a:noFill/>
                    </a:lnR>
                    <a:lnT>
                      <a:noFill/>
                    </a:lnT>
                    <a:lnB>
                      <a:noFill/>
                    </a:lnB>
                    <a:noFill/>
                  </a:tcPr>
                </a:tc>
                <a:tc>
                  <a:txBody>
                    <a:bodyPr/>
                    <a:lstStyle/>
                    <a:p>
                      <a:pPr algn="r">
                        <a:buNone/>
                      </a:pPr>
                      <a:r>
                        <a:rPr lang="en-CA" sz="1100">
                          <a:effectLst/>
                        </a:rPr>
                        <a:t>0.672727</a:t>
                      </a:r>
                    </a:p>
                  </a:txBody>
                  <a:tcPr marL="54392" marR="54392" marT="27196" marB="27196" anchor="ctr">
                    <a:lnL>
                      <a:noFill/>
                    </a:lnL>
                    <a:lnR>
                      <a:noFill/>
                    </a:lnR>
                    <a:lnT>
                      <a:noFill/>
                    </a:lnT>
                    <a:lnB>
                      <a:noFill/>
                    </a:lnB>
                    <a:noFill/>
                  </a:tcPr>
                </a:tc>
                <a:tc>
                  <a:txBody>
                    <a:bodyPr/>
                    <a:lstStyle/>
                    <a:p>
                      <a:pPr algn="r">
                        <a:buNone/>
                      </a:pPr>
                      <a:r>
                        <a:rPr lang="en-CA" sz="1100">
                          <a:effectLst/>
                        </a:rPr>
                        <a:t>0.756757</a:t>
                      </a:r>
                    </a:p>
                  </a:txBody>
                  <a:tcPr marL="54392" marR="54392" marT="27196" marB="27196" anchor="ctr">
                    <a:lnL>
                      <a:noFill/>
                    </a:lnL>
                    <a:lnR>
                      <a:noFill/>
                    </a:lnR>
                    <a:lnT>
                      <a:noFill/>
                    </a:lnT>
                    <a:lnB>
                      <a:noFill/>
                    </a:lnB>
                    <a:noFill/>
                  </a:tcPr>
                </a:tc>
                <a:extLst>
                  <a:ext uri="{0D108BD9-81ED-4DB2-BD59-A6C34878D82A}">
                    <a16:rowId xmlns:a16="http://schemas.microsoft.com/office/drawing/2014/main" val="372473095"/>
                  </a:ext>
                </a:extLst>
              </a:tr>
              <a:tr h="251380">
                <a:tc>
                  <a:txBody>
                    <a:bodyPr/>
                    <a:lstStyle/>
                    <a:p>
                      <a:pPr fontAlgn="ctr">
                        <a:buNone/>
                      </a:pPr>
                      <a:r>
                        <a:rPr lang="en-CA" sz="1100" b="1">
                          <a:effectLst/>
                        </a:rPr>
                        <a:t>9</a:t>
                      </a:r>
                    </a:p>
                  </a:txBody>
                  <a:tcPr marL="54392" marR="54392" marT="27196" marB="27196" anchor="ctr">
                    <a:lnL>
                      <a:noFill/>
                    </a:lnL>
                    <a:lnR>
                      <a:noFill/>
                    </a:lnR>
                    <a:lnT>
                      <a:noFill/>
                    </a:lnT>
                    <a:lnB>
                      <a:noFill/>
                    </a:lnB>
                    <a:noFill/>
                  </a:tcPr>
                </a:tc>
                <a:tc>
                  <a:txBody>
                    <a:bodyPr/>
                    <a:lstStyle/>
                    <a:p>
                      <a:pPr algn="r">
                        <a:buNone/>
                      </a:pPr>
                      <a:r>
                        <a:rPr lang="en-CA" sz="1100">
                          <a:effectLst/>
                        </a:rPr>
                        <a:t>3</a:t>
                      </a:r>
                    </a:p>
                  </a:txBody>
                  <a:tcPr marL="54392" marR="54392" marT="27196" marB="27196" anchor="ctr">
                    <a:lnL>
                      <a:noFill/>
                    </a:lnL>
                    <a:lnR>
                      <a:noFill/>
                    </a:lnR>
                    <a:lnT>
                      <a:noFill/>
                    </a:lnT>
                    <a:lnB>
                      <a:noFill/>
                    </a:lnB>
                    <a:noFill/>
                  </a:tcPr>
                </a:tc>
                <a:tc>
                  <a:txBody>
                    <a:bodyPr/>
                    <a:lstStyle/>
                    <a:p>
                      <a:pPr algn="r">
                        <a:buNone/>
                      </a:pPr>
                      <a:r>
                        <a:rPr lang="en-CA" sz="1100">
                          <a:effectLst/>
                        </a:rPr>
                        <a:t>0.600294</a:t>
                      </a:r>
                    </a:p>
                  </a:txBody>
                  <a:tcPr marL="54392" marR="54392" marT="27196" marB="27196" anchor="ctr">
                    <a:lnL>
                      <a:noFill/>
                    </a:lnL>
                    <a:lnR>
                      <a:noFill/>
                    </a:lnR>
                    <a:lnT>
                      <a:noFill/>
                    </a:lnT>
                    <a:lnB>
                      <a:noFill/>
                    </a:lnB>
                    <a:noFill/>
                  </a:tcPr>
                </a:tc>
                <a:tc>
                  <a:txBody>
                    <a:bodyPr/>
                    <a:lstStyle/>
                    <a:p>
                      <a:pPr algn="r">
                        <a:buNone/>
                      </a:pPr>
                      <a:r>
                        <a:rPr lang="en-CA" sz="1100">
                          <a:effectLst/>
                        </a:rPr>
                        <a:t>0.444708</a:t>
                      </a:r>
                    </a:p>
                  </a:txBody>
                  <a:tcPr marL="54392" marR="54392" marT="27196" marB="27196" anchor="ctr">
                    <a:lnL>
                      <a:noFill/>
                    </a:lnL>
                    <a:lnR>
                      <a:noFill/>
                    </a:lnR>
                    <a:lnT>
                      <a:noFill/>
                    </a:lnT>
                    <a:lnB>
                      <a:noFill/>
                    </a:lnB>
                    <a:noFill/>
                  </a:tcPr>
                </a:tc>
                <a:tc>
                  <a:txBody>
                    <a:bodyPr/>
                    <a:lstStyle/>
                    <a:p>
                      <a:pPr algn="r">
                        <a:buNone/>
                      </a:pPr>
                      <a:r>
                        <a:rPr lang="en-CA" sz="1100">
                          <a:effectLst/>
                        </a:rPr>
                        <a:t>0.759690</a:t>
                      </a:r>
                    </a:p>
                  </a:txBody>
                  <a:tcPr marL="54392" marR="54392" marT="27196" marB="27196" anchor="ctr">
                    <a:lnL>
                      <a:noFill/>
                    </a:lnL>
                    <a:lnR>
                      <a:noFill/>
                    </a:lnR>
                    <a:lnT>
                      <a:noFill/>
                    </a:lnT>
                    <a:lnB>
                      <a:noFill/>
                    </a:lnB>
                    <a:noFill/>
                  </a:tcPr>
                </a:tc>
                <a:tc>
                  <a:txBody>
                    <a:bodyPr/>
                    <a:lstStyle/>
                    <a:p>
                      <a:pPr algn="r">
                        <a:buNone/>
                      </a:pPr>
                      <a:r>
                        <a:rPr lang="en-CA" sz="1100">
                          <a:effectLst/>
                        </a:rPr>
                        <a:t>0.754293</a:t>
                      </a:r>
                    </a:p>
                  </a:txBody>
                  <a:tcPr marL="54392" marR="54392" marT="27196" marB="27196" anchor="ctr">
                    <a:lnL>
                      <a:noFill/>
                    </a:lnL>
                    <a:lnR>
                      <a:noFill/>
                    </a:lnR>
                    <a:lnT>
                      <a:noFill/>
                    </a:lnT>
                    <a:lnB>
                      <a:noFill/>
                    </a:lnB>
                    <a:noFill/>
                  </a:tcPr>
                </a:tc>
                <a:tc>
                  <a:txBody>
                    <a:bodyPr/>
                    <a:lstStyle/>
                    <a:p>
                      <a:pPr algn="r">
                        <a:buNone/>
                      </a:pPr>
                      <a:r>
                        <a:rPr lang="en-CA" sz="1100">
                          <a:effectLst/>
                        </a:rPr>
                        <a:t>0.786207</a:t>
                      </a:r>
                    </a:p>
                  </a:txBody>
                  <a:tcPr marL="54392" marR="54392" marT="27196" marB="27196" anchor="ctr">
                    <a:lnL>
                      <a:noFill/>
                    </a:lnL>
                    <a:lnR>
                      <a:noFill/>
                    </a:lnR>
                    <a:lnT>
                      <a:noFill/>
                    </a:lnT>
                    <a:lnB>
                      <a:noFill/>
                    </a:lnB>
                    <a:noFill/>
                  </a:tcPr>
                </a:tc>
                <a:tc>
                  <a:txBody>
                    <a:bodyPr/>
                    <a:lstStyle/>
                    <a:p>
                      <a:pPr algn="r">
                        <a:buNone/>
                      </a:pPr>
                      <a:r>
                        <a:rPr lang="en-CA" sz="1100">
                          <a:effectLst/>
                        </a:rPr>
                        <a:t>0.725664</a:t>
                      </a:r>
                    </a:p>
                  </a:txBody>
                  <a:tcPr marL="54392" marR="54392" marT="27196" marB="27196" anchor="ctr">
                    <a:lnL>
                      <a:noFill/>
                    </a:lnL>
                    <a:lnR>
                      <a:noFill/>
                    </a:lnR>
                    <a:lnT>
                      <a:noFill/>
                    </a:lnT>
                    <a:lnB>
                      <a:noFill/>
                    </a:lnB>
                    <a:noFill/>
                  </a:tcPr>
                </a:tc>
                <a:extLst>
                  <a:ext uri="{0D108BD9-81ED-4DB2-BD59-A6C34878D82A}">
                    <a16:rowId xmlns:a16="http://schemas.microsoft.com/office/drawing/2014/main" val="2257562189"/>
                  </a:ext>
                </a:extLst>
              </a:tr>
              <a:tr h="251380">
                <a:tc>
                  <a:txBody>
                    <a:bodyPr/>
                    <a:lstStyle/>
                    <a:p>
                      <a:pPr fontAlgn="ctr">
                        <a:buNone/>
                      </a:pPr>
                      <a:r>
                        <a:rPr lang="en-CA" sz="1100" b="1">
                          <a:effectLst/>
                        </a:rPr>
                        <a:t>10</a:t>
                      </a:r>
                    </a:p>
                  </a:txBody>
                  <a:tcPr marL="54392" marR="54392" marT="27196" marB="27196" anchor="ctr">
                    <a:lnL>
                      <a:noFill/>
                    </a:lnL>
                    <a:lnR>
                      <a:noFill/>
                    </a:lnR>
                    <a:lnT>
                      <a:noFill/>
                    </a:lnT>
                    <a:lnB>
                      <a:noFill/>
                    </a:lnB>
                    <a:noFill/>
                  </a:tcPr>
                </a:tc>
                <a:tc>
                  <a:txBody>
                    <a:bodyPr/>
                    <a:lstStyle/>
                    <a:p>
                      <a:pPr algn="r">
                        <a:buNone/>
                      </a:pPr>
                      <a:r>
                        <a:rPr lang="en-CA" sz="1100">
                          <a:effectLst/>
                        </a:rPr>
                        <a:t>3</a:t>
                      </a:r>
                    </a:p>
                  </a:txBody>
                  <a:tcPr marL="54392" marR="54392" marT="27196" marB="27196" anchor="ctr">
                    <a:lnL>
                      <a:noFill/>
                    </a:lnL>
                    <a:lnR>
                      <a:noFill/>
                    </a:lnR>
                    <a:lnT>
                      <a:noFill/>
                    </a:lnT>
                    <a:lnB>
                      <a:noFill/>
                    </a:lnB>
                    <a:noFill/>
                  </a:tcPr>
                </a:tc>
                <a:tc>
                  <a:txBody>
                    <a:bodyPr/>
                    <a:lstStyle/>
                    <a:p>
                      <a:pPr algn="r">
                        <a:buNone/>
                      </a:pPr>
                      <a:r>
                        <a:rPr lang="en-CA" sz="1100">
                          <a:effectLst/>
                        </a:rPr>
                        <a:t>0.356214</a:t>
                      </a:r>
                    </a:p>
                  </a:txBody>
                  <a:tcPr marL="54392" marR="54392" marT="27196" marB="27196" anchor="ctr">
                    <a:lnL>
                      <a:noFill/>
                    </a:lnL>
                    <a:lnR>
                      <a:noFill/>
                    </a:lnR>
                    <a:lnT>
                      <a:noFill/>
                    </a:lnT>
                    <a:lnB>
                      <a:noFill/>
                    </a:lnB>
                    <a:noFill/>
                  </a:tcPr>
                </a:tc>
                <a:tc>
                  <a:txBody>
                    <a:bodyPr/>
                    <a:lstStyle/>
                    <a:p>
                      <a:pPr algn="r">
                        <a:buNone/>
                      </a:pPr>
                      <a:r>
                        <a:rPr lang="en-CA" sz="1100">
                          <a:effectLst/>
                        </a:rPr>
                        <a:t>0.414668</a:t>
                      </a:r>
                    </a:p>
                  </a:txBody>
                  <a:tcPr marL="54392" marR="54392" marT="27196" marB="27196" anchor="ctr">
                    <a:lnL>
                      <a:noFill/>
                    </a:lnL>
                    <a:lnR>
                      <a:noFill/>
                    </a:lnR>
                    <a:lnT>
                      <a:noFill/>
                    </a:lnT>
                    <a:lnB>
                      <a:noFill/>
                    </a:lnB>
                    <a:noFill/>
                  </a:tcPr>
                </a:tc>
                <a:tc>
                  <a:txBody>
                    <a:bodyPr/>
                    <a:lstStyle/>
                    <a:p>
                      <a:pPr algn="r">
                        <a:buNone/>
                      </a:pPr>
                      <a:r>
                        <a:rPr lang="en-CA" sz="1100">
                          <a:effectLst/>
                        </a:rPr>
                        <a:t>0.798450</a:t>
                      </a:r>
                    </a:p>
                  </a:txBody>
                  <a:tcPr marL="54392" marR="54392" marT="27196" marB="27196" anchor="ctr">
                    <a:lnL>
                      <a:noFill/>
                    </a:lnL>
                    <a:lnR>
                      <a:noFill/>
                    </a:lnR>
                    <a:lnT>
                      <a:noFill/>
                    </a:lnT>
                    <a:lnB>
                      <a:noFill/>
                    </a:lnB>
                    <a:noFill/>
                  </a:tcPr>
                </a:tc>
                <a:tc>
                  <a:txBody>
                    <a:bodyPr/>
                    <a:lstStyle/>
                    <a:p>
                      <a:pPr algn="r">
                        <a:buNone/>
                      </a:pPr>
                      <a:r>
                        <a:rPr lang="en-CA" sz="1100">
                          <a:effectLst/>
                        </a:rPr>
                        <a:t>0.796697</a:t>
                      </a:r>
                    </a:p>
                  </a:txBody>
                  <a:tcPr marL="54392" marR="54392" marT="27196" marB="27196" anchor="ctr">
                    <a:lnL>
                      <a:noFill/>
                    </a:lnL>
                    <a:lnR>
                      <a:noFill/>
                    </a:lnR>
                    <a:lnT>
                      <a:noFill/>
                    </a:lnT>
                    <a:lnB>
                      <a:noFill/>
                    </a:lnB>
                    <a:noFill/>
                  </a:tcPr>
                </a:tc>
                <a:tc>
                  <a:txBody>
                    <a:bodyPr/>
                    <a:lstStyle/>
                    <a:p>
                      <a:pPr algn="r">
                        <a:buNone/>
                      </a:pPr>
                      <a:r>
                        <a:rPr lang="en-CA" sz="1100">
                          <a:effectLst/>
                        </a:rPr>
                        <a:t>0.811594</a:t>
                      </a:r>
                    </a:p>
                  </a:txBody>
                  <a:tcPr marL="54392" marR="54392" marT="27196" marB="27196" anchor="ctr">
                    <a:lnL>
                      <a:noFill/>
                    </a:lnL>
                    <a:lnR>
                      <a:noFill/>
                    </a:lnR>
                    <a:lnT>
                      <a:noFill/>
                    </a:lnT>
                    <a:lnB>
                      <a:noFill/>
                    </a:lnB>
                    <a:noFill/>
                  </a:tcPr>
                </a:tc>
                <a:tc>
                  <a:txBody>
                    <a:bodyPr/>
                    <a:lstStyle/>
                    <a:p>
                      <a:pPr algn="r">
                        <a:buNone/>
                      </a:pPr>
                      <a:r>
                        <a:rPr lang="en-CA" sz="1100">
                          <a:effectLst/>
                        </a:rPr>
                        <a:t>0.783333</a:t>
                      </a:r>
                    </a:p>
                  </a:txBody>
                  <a:tcPr marL="54392" marR="54392" marT="27196" marB="27196" anchor="ctr">
                    <a:lnL>
                      <a:noFill/>
                    </a:lnL>
                    <a:lnR>
                      <a:noFill/>
                    </a:lnR>
                    <a:lnT>
                      <a:noFill/>
                    </a:lnT>
                    <a:lnB>
                      <a:noFill/>
                    </a:lnB>
                    <a:noFill/>
                  </a:tcPr>
                </a:tc>
                <a:extLst>
                  <a:ext uri="{0D108BD9-81ED-4DB2-BD59-A6C34878D82A}">
                    <a16:rowId xmlns:a16="http://schemas.microsoft.com/office/drawing/2014/main" val="455304120"/>
                  </a:ext>
                </a:extLst>
              </a:tr>
              <a:tr h="251380">
                <a:tc>
                  <a:txBody>
                    <a:bodyPr/>
                    <a:lstStyle/>
                    <a:p>
                      <a:pPr fontAlgn="ctr">
                        <a:buNone/>
                      </a:pPr>
                      <a:r>
                        <a:rPr lang="en-CA" sz="1100" b="1">
                          <a:effectLst/>
                        </a:rPr>
                        <a:t>11</a:t>
                      </a:r>
                    </a:p>
                  </a:txBody>
                  <a:tcPr marL="54392" marR="54392" marT="27196" marB="27196" anchor="ctr">
                    <a:lnL>
                      <a:noFill/>
                    </a:lnL>
                    <a:lnR>
                      <a:noFill/>
                    </a:lnR>
                    <a:lnT>
                      <a:noFill/>
                    </a:lnT>
                    <a:lnB>
                      <a:noFill/>
                    </a:lnB>
                    <a:noFill/>
                  </a:tcPr>
                </a:tc>
                <a:tc>
                  <a:txBody>
                    <a:bodyPr/>
                    <a:lstStyle/>
                    <a:p>
                      <a:pPr algn="r">
                        <a:buNone/>
                      </a:pPr>
                      <a:r>
                        <a:rPr lang="en-CA" sz="1100">
                          <a:effectLst/>
                        </a:rPr>
                        <a:t>3</a:t>
                      </a:r>
                    </a:p>
                  </a:txBody>
                  <a:tcPr marL="54392" marR="54392" marT="27196" marB="27196" anchor="ctr">
                    <a:lnL>
                      <a:noFill/>
                    </a:lnL>
                    <a:lnR>
                      <a:noFill/>
                    </a:lnR>
                    <a:lnT>
                      <a:noFill/>
                    </a:lnT>
                    <a:lnB>
                      <a:noFill/>
                    </a:lnB>
                    <a:noFill/>
                  </a:tcPr>
                </a:tc>
                <a:tc>
                  <a:txBody>
                    <a:bodyPr/>
                    <a:lstStyle/>
                    <a:p>
                      <a:pPr algn="r">
                        <a:buNone/>
                      </a:pPr>
                      <a:r>
                        <a:rPr lang="en-CA" sz="1100">
                          <a:effectLst/>
                        </a:rPr>
                        <a:t>0.266678</a:t>
                      </a:r>
                    </a:p>
                  </a:txBody>
                  <a:tcPr marL="54392" marR="54392" marT="27196" marB="27196" anchor="ctr">
                    <a:lnL>
                      <a:noFill/>
                    </a:lnL>
                    <a:lnR>
                      <a:noFill/>
                    </a:lnR>
                    <a:lnT>
                      <a:noFill/>
                    </a:lnT>
                    <a:lnB>
                      <a:noFill/>
                    </a:lnB>
                    <a:noFill/>
                  </a:tcPr>
                </a:tc>
                <a:tc>
                  <a:txBody>
                    <a:bodyPr/>
                    <a:lstStyle/>
                    <a:p>
                      <a:pPr algn="r">
                        <a:buNone/>
                      </a:pPr>
                      <a:r>
                        <a:rPr lang="en-CA" sz="1100">
                          <a:effectLst/>
                        </a:rPr>
                        <a:t>0.397777</a:t>
                      </a:r>
                    </a:p>
                  </a:txBody>
                  <a:tcPr marL="54392" marR="54392" marT="27196" marB="27196" anchor="ctr">
                    <a:lnL>
                      <a:noFill/>
                    </a:lnL>
                    <a:lnR>
                      <a:noFill/>
                    </a:lnR>
                    <a:lnT>
                      <a:noFill/>
                    </a:lnT>
                    <a:lnB>
                      <a:noFill/>
                    </a:lnB>
                    <a:noFill/>
                  </a:tcPr>
                </a:tc>
                <a:tc>
                  <a:txBody>
                    <a:bodyPr/>
                    <a:lstStyle/>
                    <a:p>
                      <a:pPr algn="r">
                        <a:buNone/>
                      </a:pPr>
                      <a:r>
                        <a:rPr lang="en-CA" sz="1100">
                          <a:effectLst/>
                        </a:rPr>
                        <a:t>0.837209</a:t>
                      </a:r>
                    </a:p>
                  </a:txBody>
                  <a:tcPr marL="54392" marR="54392" marT="27196" marB="27196" anchor="ctr">
                    <a:lnL>
                      <a:noFill/>
                    </a:lnL>
                    <a:lnR>
                      <a:noFill/>
                    </a:lnR>
                    <a:lnT>
                      <a:noFill/>
                    </a:lnT>
                    <a:lnB>
                      <a:noFill/>
                    </a:lnB>
                    <a:noFill/>
                  </a:tcPr>
                </a:tc>
                <a:tc>
                  <a:txBody>
                    <a:bodyPr/>
                    <a:lstStyle/>
                    <a:p>
                      <a:pPr algn="r">
                        <a:buNone/>
                      </a:pPr>
                      <a:r>
                        <a:rPr lang="en-CA" sz="1100">
                          <a:effectLst/>
                        </a:rPr>
                        <a:t>0.837307</a:t>
                      </a:r>
                    </a:p>
                  </a:txBody>
                  <a:tcPr marL="54392" marR="54392" marT="27196" marB="27196" anchor="ctr">
                    <a:lnL>
                      <a:noFill/>
                    </a:lnL>
                    <a:lnR>
                      <a:noFill/>
                    </a:lnR>
                    <a:lnT>
                      <a:noFill/>
                    </a:lnT>
                    <a:lnB>
                      <a:noFill/>
                    </a:lnB>
                    <a:noFill/>
                  </a:tcPr>
                </a:tc>
                <a:tc>
                  <a:txBody>
                    <a:bodyPr/>
                    <a:lstStyle/>
                    <a:p>
                      <a:pPr algn="r">
                        <a:buNone/>
                      </a:pPr>
                      <a:r>
                        <a:rPr lang="en-CA" sz="1100">
                          <a:effectLst/>
                        </a:rPr>
                        <a:t>0.834646</a:t>
                      </a:r>
                    </a:p>
                  </a:txBody>
                  <a:tcPr marL="54392" marR="54392" marT="27196" marB="27196" anchor="ctr">
                    <a:lnL>
                      <a:noFill/>
                    </a:lnL>
                    <a:lnR>
                      <a:noFill/>
                    </a:lnR>
                    <a:lnT>
                      <a:noFill/>
                    </a:lnT>
                    <a:lnB>
                      <a:noFill/>
                    </a:lnB>
                    <a:noFill/>
                  </a:tcPr>
                </a:tc>
                <a:tc>
                  <a:txBody>
                    <a:bodyPr/>
                    <a:lstStyle/>
                    <a:p>
                      <a:pPr algn="r">
                        <a:buNone/>
                      </a:pPr>
                      <a:r>
                        <a:rPr lang="en-CA" sz="1100">
                          <a:effectLst/>
                        </a:rPr>
                        <a:t>0.839695</a:t>
                      </a:r>
                    </a:p>
                  </a:txBody>
                  <a:tcPr marL="54392" marR="54392" marT="27196" marB="27196" anchor="ctr">
                    <a:lnL>
                      <a:noFill/>
                    </a:lnL>
                    <a:lnR>
                      <a:noFill/>
                    </a:lnR>
                    <a:lnT>
                      <a:noFill/>
                    </a:lnT>
                    <a:lnB>
                      <a:noFill/>
                    </a:lnB>
                    <a:noFill/>
                  </a:tcPr>
                </a:tc>
                <a:extLst>
                  <a:ext uri="{0D108BD9-81ED-4DB2-BD59-A6C34878D82A}">
                    <a16:rowId xmlns:a16="http://schemas.microsoft.com/office/drawing/2014/main" val="1228999398"/>
                  </a:ext>
                </a:extLst>
              </a:tr>
              <a:tr h="251380">
                <a:tc>
                  <a:txBody>
                    <a:bodyPr/>
                    <a:lstStyle/>
                    <a:p>
                      <a:pPr fontAlgn="ctr">
                        <a:buNone/>
                      </a:pPr>
                      <a:r>
                        <a:rPr lang="en-CA" sz="1100" b="1">
                          <a:effectLst/>
                        </a:rPr>
                        <a:t>12</a:t>
                      </a:r>
                    </a:p>
                  </a:txBody>
                  <a:tcPr marL="54392" marR="54392" marT="27196" marB="27196" anchor="ctr">
                    <a:lnL>
                      <a:noFill/>
                    </a:lnL>
                    <a:lnR>
                      <a:noFill/>
                    </a:lnR>
                    <a:lnT>
                      <a:noFill/>
                    </a:lnT>
                    <a:lnB>
                      <a:noFill/>
                    </a:lnB>
                    <a:noFill/>
                  </a:tcPr>
                </a:tc>
                <a:tc>
                  <a:txBody>
                    <a:bodyPr/>
                    <a:lstStyle/>
                    <a:p>
                      <a:pPr algn="r">
                        <a:buNone/>
                      </a:pPr>
                      <a:r>
                        <a:rPr lang="en-CA" sz="1100">
                          <a:effectLst/>
                        </a:rPr>
                        <a:t>4</a:t>
                      </a:r>
                    </a:p>
                  </a:txBody>
                  <a:tcPr marL="54392" marR="54392" marT="27196" marB="27196" anchor="ctr">
                    <a:lnL>
                      <a:noFill/>
                    </a:lnL>
                    <a:lnR>
                      <a:noFill/>
                    </a:lnR>
                    <a:lnT>
                      <a:noFill/>
                    </a:lnT>
                    <a:lnB>
                      <a:noFill/>
                    </a:lnB>
                    <a:noFill/>
                  </a:tcPr>
                </a:tc>
                <a:tc>
                  <a:txBody>
                    <a:bodyPr/>
                    <a:lstStyle/>
                    <a:p>
                      <a:pPr algn="r">
                        <a:buNone/>
                      </a:pPr>
                      <a:r>
                        <a:rPr lang="en-CA" sz="1100">
                          <a:effectLst/>
                        </a:rPr>
                        <a:t>0.692051</a:t>
                      </a:r>
                    </a:p>
                  </a:txBody>
                  <a:tcPr marL="54392" marR="54392" marT="27196" marB="27196" anchor="ctr">
                    <a:lnL>
                      <a:noFill/>
                    </a:lnL>
                    <a:lnR>
                      <a:noFill/>
                    </a:lnR>
                    <a:lnT>
                      <a:noFill/>
                    </a:lnT>
                    <a:lnB>
                      <a:noFill/>
                    </a:lnB>
                    <a:noFill/>
                  </a:tcPr>
                </a:tc>
                <a:tc>
                  <a:txBody>
                    <a:bodyPr/>
                    <a:lstStyle/>
                    <a:p>
                      <a:pPr algn="r">
                        <a:buNone/>
                      </a:pPr>
                      <a:r>
                        <a:rPr lang="en-CA" sz="1100">
                          <a:effectLst/>
                        </a:rPr>
                        <a:t>0.690414</a:t>
                      </a:r>
                    </a:p>
                  </a:txBody>
                  <a:tcPr marL="54392" marR="54392" marT="27196" marB="27196" anchor="ctr">
                    <a:lnL>
                      <a:noFill/>
                    </a:lnL>
                    <a:lnR>
                      <a:noFill/>
                    </a:lnR>
                    <a:lnT>
                      <a:noFill/>
                    </a:lnT>
                    <a:lnB>
                      <a:noFill/>
                    </a:lnB>
                    <a:noFill/>
                  </a:tcPr>
                </a:tc>
                <a:tc>
                  <a:txBody>
                    <a:bodyPr/>
                    <a:lstStyle/>
                    <a:p>
                      <a:pPr algn="r">
                        <a:buNone/>
                      </a:pPr>
                      <a:r>
                        <a:rPr lang="en-CA" sz="1100">
                          <a:effectLst/>
                        </a:rPr>
                        <a:t>0.527132</a:t>
                      </a:r>
                    </a:p>
                  </a:txBody>
                  <a:tcPr marL="54392" marR="54392" marT="27196" marB="27196" anchor="ctr">
                    <a:lnL>
                      <a:noFill/>
                    </a:lnL>
                    <a:lnR>
                      <a:noFill/>
                    </a:lnR>
                    <a:lnT>
                      <a:noFill/>
                    </a:lnT>
                    <a:lnB>
                      <a:noFill/>
                    </a:lnB>
                    <a:noFill/>
                  </a:tcPr>
                </a:tc>
                <a:tc>
                  <a:txBody>
                    <a:bodyPr/>
                    <a:lstStyle/>
                    <a:p>
                      <a:pPr algn="r">
                        <a:buNone/>
                      </a:pPr>
                      <a:r>
                        <a:rPr lang="en-CA" sz="1100">
                          <a:effectLst/>
                        </a:rPr>
                        <a:t>0.363908</a:t>
                      </a:r>
                    </a:p>
                  </a:txBody>
                  <a:tcPr marL="54392" marR="54392" marT="27196" marB="27196" anchor="ctr">
                    <a:lnL>
                      <a:noFill/>
                    </a:lnL>
                    <a:lnR>
                      <a:noFill/>
                    </a:lnR>
                    <a:lnT>
                      <a:noFill/>
                    </a:lnT>
                    <a:lnB>
                      <a:noFill/>
                    </a:lnB>
                    <a:noFill/>
                  </a:tcPr>
                </a:tc>
                <a:tc>
                  <a:txBody>
                    <a:bodyPr/>
                    <a:lstStyle/>
                    <a:p>
                      <a:pPr algn="r">
                        <a:buNone/>
                      </a:pPr>
                      <a:r>
                        <a:rPr lang="en-CA" sz="1100">
                          <a:effectLst/>
                        </a:rPr>
                        <a:t>0.000000</a:t>
                      </a:r>
                    </a:p>
                  </a:txBody>
                  <a:tcPr marL="54392" marR="54392" marT="27196" marB="27196" anchor="ctr">
                    <a:lnL>
                      <a:noFill/>
                    </a:lnL>
                    <a:lnR>
                      <a:noFill/>
                    </a:lnR>
                    <a:lnT>
                      <a:noFill/>
                    </a:lnT>
                    <a:lnB>
                      <a:noFill/>
                    </a:lnB>
                    <a:noFill/>
                  </a:tcPr>
                </a:tc>
                <a:tc>
                  <a:txBody>
                    <a:bodyPr/>
                    <a:lstStyle/>
                    <a:p>
                      <a:pPr algn="r">
                        <a:buNone/>
                      </a:pPr>
                      <a:r>
                        <a:rPr lang="en-CA" sz="1100">
                          <a:effectLst/>
                        </a:rPr>
                        <a:t>0.690355</a:t>
                      </a:r>
                    </a:p>
                  </a:txBody>
                  <a:tcPr marL="54392" marR="54392" marT="27196" marB="27196" anchor="ctr">
                    <a:lnL>
                      <a:noFill/>
                    </a:lnL>
                    <a:lnR>
                      <a:noFill/>
                    </a:lnR>
                    <a:lnT>
                      <a:noFill/>
                    </a:lnT>
                    <a:lnB>
                      <a:noFill/>
                    </a:lnB>
                    <a:noFill/>
                  </a:tcPr>
                </a:tc>
                <a:extLst>
                  <a:ext uri="{0D108BD9-81ED-4DB2-BD59-A6C34878D82A}">
                    <a16:rowId xmlns:a16="http://schemas.microsoft.com/office/drawing/2014/main" val="1341862470"/>
                  </a:ext>
                </a:extLst>
              </a:tr>
              <a:tr h="251380">
                <a:tc>
                  <a:txBody>
                    <a:bodyPr/>
                    <a:lstStyle/>
                    <a:p>
                      <a:pPr fontAlgn="ctr">
                        <a:buNone/>
                      </a:pPr>
                      <a:r>
                        <a:rPr lang="en-CA" sz="1100" b="1">
                          <a:effectLst/>
                        </a:rPr>
                        <a:t>13</a:t>
                      </a:r>
                    </a:p>
                  </a:txBody>
                  <a:tcPr marL="54392" marR="54392" marT="27196" marB="27196" anchor="ctr">
                    <a:lnL>
                      <a:noFill/>
                    </a:lnL>
                    <a:lnR>
                      <a:noFill/>
                    </a:lnR>
                    <a:lnT>
                      <a:noFill/>
                    </a:lnT>
                    <a:lnB>
                      <a:noFill/>
                    </a:lnB>
                    <a:noFill/>
                  </a:tcPr>
                </a:tc>
                <a:tc>
                  <a:txBody>
                    <a:bodyPr/>
                    <a:lstStyle/>
                    <a:p>
                      <a:pPr algn="r">
                        <a:buNone/>
                      </a:pPr>
                      <a:r>
                        <a:rPr lang="en-CA" sz="1100">
                          <a:effectLst/>
                        </a:rPr>
                        <a:t>4</a:t>
                      </a:r>
                    </a:p>
                  </a:txBody>
                  <a:tcPr marL="54392" marR="54392" marT="27196" marB="27196" anchor="ctr">
                    <a:lnL>
                      <a:noFill/>
                    </a:lnL>
                    <a:lnR>
                      <a:noFill/>
                    </a:lnR>
                    <a:lnT>
                      <a:noFill/>
                    </a:lnT>
                    <a:lnB>
                      <a:noFill/>
                    </a:lnB>
                    <a:noFill/>
                  </a:tcPr>
                </a:tc>
                <a:tc>
                  <a:txBody>
                    <a:bodyPr/>
                    <a:lstStyle/>
                    <a:p>
                      <a:pPr algn="r">
                        <a:buNone/>
                      </a:pPr>
                      <a:r>
                        <a:rPr lang="en-CA" sz="1100">
                          <a:effectLst/>
                        </a:rPr>
                        <a:t>0.635584</a:t>
                      </a:r>
                    </a:p>
                  </a:txBody>
                  <a:tcPr marL="54392" marR="54392" marT="27196" marB="27196" anchor="ctr">
                    <a:lnL>
                      <a:noFill/>
                    </a:lnL>
                    <a:lnR>
                      <a:noFill/>
                    </a:lnR>
                    <a:lnT>
                      <a:noFill/>
                    </a:lnT>
                    <a:lnB>
                      <a:noFill/>
                    </a:lnB>
                    <a:noFill/>
                  </a:tcPr>
                </a:tc>
                <a:tc>
                  <a:txBody>
                    <a:bodyPr/>
                    <a:lstStyle/>
                    <a:p>
                      <a:pPr algn="r">
                        <a:buNone/>
                      </a:pPr>
                      <a:r>
                        <a:rPr lang="en-CA" sz="1100">
                          <a:effectLst/>
                        </a:rPr>
                        <a:t>0.602428</a:t>
                      </a:r>
                    </a:p>
                  </a:txBody>
                  <a:tcPr marL="54392" marR="54392" marT="27196" marB="27196" anchor="ctr">
                    <a:lnL>
                      <a:noFill/>
                    </a:lnL>
                    <a:lnR>
                      <a:noFill/>
                    </a:lnR>
                    <a:lnT>
                      <a:noFill/>
                    </a:lnT>
                    <a:lnB>
                      <a:noFill/>
                    </a:lnB>
                    <a:noFill/>
                  </a:tcPr>
                </a:tc>
                <a:tc>
                  <a:txBody>
                    <a:bodyPr/>
                    <a:lstStyle/>
                    <a:p>
                      <a:pPr algn="r">
                        <a:buNone/>
                      </a:pPr>
                      <a:r>
                        <a:rPr lang="en-CA" sz="1100">
                          <a:effectLst/>
                        </a:rPr>
                        <a:t>0.689922</a:t>
                      </a:r>
                    </a:p>
                  </a:txBody>
                  <a:tcPr marL="54392" marR="54392" marT="27196" marB="27196" anchor="ctr">
                    <a:lnL>
                      <a:noFill/>
                    </a:lnL>
                    <a:lnR>
                      <a:noFill/>
                    </a:lnR>
                    <a:lnT>
                      <a:noFill/>
                    </a:lnT>
                    <a:lnB>
                      <a:noFill/>
                    </a:lnB>
                    <a:noFill/>
                  </a:tcPr>
                </a:tc>
                <a:tc>
                  <a:txBody>
                    <a:bodyPr/>
                    <a:lstStyle/>
                    <a:p>
                      <a:pPr algn="r">
                        <a:buNone/>
                      </a:pPr>
                      <a:r>
                        <a:rPr lang="en-CA" sz="1100">
                          <a:effectLst/>
                        </a:rPr>
                        <a:t>0.681210</a:t>
                      </a:r>
                    </a:p>
                  </a:txBody>
                  <a:tcPr marL="54392" marR="54392" marT="27196" marB="27196" anchor="ctr">
                    <a:lnL>
                      <a:noFill/>
                    </a:lnL>
                    <a:lnR>
                      <a:noFill/>
                    </a:lnR>
                    <a:lnT>
                      <a:noFill/>
                    </a:lnT>
                    <a:lnB>
                      <a:noFill/>
                    </a:lnB>
                    <a:noFill/>
                  </a:tcPr>
                </a:tc>
                <a:tc>
                  <a:txBody>
                    <a:bodyPr/>
                    <a:lstStyle/>
                    <a:p>
                      <a:pPr algn="r">
                        <a:buNone/>
                      </a:pPr>
                      <a:r>
                        <a:rPr lang="en-CA" sz="1100">
                          <a:effectLst/>
                        </a:rPr>
                        <a:t>0.615385</a:t>
                      </a:r>
                    </a:p>
                  </a:txBody>
                  <a:tcPr marL="54392" marR="54392" marT="27196" marB="27196" anchor="ctr">
                    <a:lnL>
                      <a:noFill/>
                    </a:lnL>
                    <a:lnR>
                      <a:noFill/>
                    </a:lnR>
                    <a:lnT>
                      <a:noFill/>
                    </a:lnT>
                    <a:lnB>
                      <a:noFill/>
                    </a:lnB>
                    <a:noFill/>
                  </a:tcPr>
                </a:tc>
                <a:tc>
                  <a:txBody>
                    <a:bodyPr/>
                    <a:lstStyle/>
                    <a:p>
                      <a:pPr algn="r">
                        <a:buNone/>
                      </a:pPr>
                      <a:r>
                        <a:rPr lang="en-CA" sz="1100">
                          <a:effectLst/>
                        </a:rPr>
                        <a:t>0.740260</a:t>
                      </a:r>
                    </a:p>
                  </a:txBody>
                  <a:tcPr marL="54392" marR="54392" marT="27196" marB="27196" anchor="ctr">
                    <a:lnL>
                      <a:noFill/>
                    </a:lnL>
                    <a:lnR>
                      <a:noFill/>
                    </a:lnR>
                    <a:lnT>
                      <a:noFill/>
                    </a:lnT>
                    <a:lnB>
                      <a:noFill/>
                    </a:lnB>
                    <a:noFill/>
                  </a:tcPr>
                </a:tc>
                <a:extLst>
                  <a:ext uri="{0D108BD9-81ED-4DB2-BD59-A6C34878D82A}">
                    <a16:rowId xmlns:a16="http://schemas.microsoft.com/office/drawing/2014/main" val="4173435178"/>
                  </a:ext>
                </a:extLst>
              </a:tr>
              <a:tr h="251380">
                <a:tc>
                  <a:txBody>
                    <a:bodyPr/>
                    <a:lstStyle/>
                    <a:p>
                      <a:pPr fontAlgn="ctr">
                        <a:buNone/>
                      </a:pPr>
                      <a:r>
                        <a:rPr lang="en-CA" sz="1100" b="1">
                          <a:effectLst/>
                        </a:rPr>
                        <a:t>14</a:t>
                      </a:r>
                    </a:p>
                  </a:txBody>
                  <a:tcPr marL="54392" marR="54392" marT="27196" marB="27196" anchor="ctr">
                    <a:lnL>
                      <a:noFill/>
                    </a:lnL>
                    <a:lnR>
                      <a:noFill/>
                    </a:lnR>
                    <a:lnT>
                      <a:noFill/>
                    </a:lnT>
                    <a:lnB>
                      <a:noFill/>
                    </a:lnB>
                    <a:noFill/>
                  </a:tcPr>
                </a:tc>
                <a:tc>
                  <a:txBody>
                    <a:bodyPr/>
                    <a:lstStyle/>
                    <a:p>
                      <a:pPr algn="r">
                        <a:buNone/>
                      </a:pPr>
                      <a:r>
                        <a:rPr lang="en-CA" sz="1100">
                          <a:effectLst/>
                        </a:rPr>
                        <a:t>4</a:t>
                      </a:r>
                    </a:p>
                  </a:txBody>
                  <a:tcPr marL="54392" marR="54392" marT="27196" marB="27196" anchor="ctr">
                    <a:lnL>
                      <a:noFill/>
                    </a:lnL>
                    <a:lnR>
                      <a:noFill/>
                    </a:lnR>
                    <a:lnT>
                      <a:noFill/>
                    </a:lnT>
                    <a:lnB>
                      <a:noFill/>
                    </a:lnB>
                    <a:noFill/>
                  </a:tcPr>
                </a:tc>
                <a:tc>
                  <a:txBody>
                    <a:bodyPr/>
                    <a:lstStyle/>
                    <a:p>
                      <a:pPr algn="r">
                        <a:buNone/>
                      </a:pPr>
                      <a:r>
                        <a:rPr lang="en-CA" sz="1100">
                          <a:effectLst/>
                        </a:rPr>
                        <a:t>0.440954</a:t>
                      </a:r>
                    </a:p>
                  </a:txBody>
                  <a:tcPr marL="54392" marR="54392" marT="27196" marB="27196" anchor="ctr">
                    <a:lnL>
                      <a:noFill/>
                    </a:lnL>
                    <a:lnR>
                      <a:noFill/>
                    </a:lnR>
                    <a:lnT>
                      <a:noFill/>
                    </a:lnT>
                    <a:lnB>
                      <a:noFill/>
                    </a:lnB>
                    <a:noFill/>
                  </a:tcPr>
                </a:tc>
                <a:tc>
                  <a:txBody>
                    <a:bodyPr/>
                    <a:lstStyle/>
                    <a:p>
                      <a:pPr algn="r">
                        <a:buNone/>
                      </a:pPr>
                      <a:r>
                        <a:rPr lang="en-CA" sz="1100">
                          <a:effectLst/>
                        </a:rPr>
                        <a:t>0.460554</a:t>
                      </a:r>
                    </a:p>
                  </a:txBody>
                  <a:tcPr marL="54392" marR="54392" marT="27196" marB="27196" anchor="ctr">
                    <a:lnL>
                      <a:noFill/>
                    </a:lnL>
                    <a:lnR>
                      <a:noFill/>
                    </a:lnR>
                    <a:lnT>
                      <a:noFill/>
                    </a:lnT>
                    <a:lnB>
                      <a:noFill/>
                    </a:lnB>
                    <a:noFill/>
                  </a:tcPr>
                </a:tc>
                <a:tc>
                  <a:txBody>
                    <a:bodyPr/>
                    <a:lstStyle/>
                    <a:p>
                      <a:pPr algn="r">
                        <a:buNone/>
                      </a:pPr>
                      <a:r>
                        <a:rPr lang="en-CA" sz="1100">
                          <a:effectLst/>
                        </a:rPr>
                        <a:t>0.736434</a:t>
                      </a:r>
                    </a:p>
                  </a:txBody>
                  <a:tcPr marL="54392" marR="54392" marT="27196" marB="27196" anchor="ctr">
                    <a:lnL>
                      <a:noFill/>
                    </a:lnL>
                    <a:lnR>
                      <a:noFill/>
                    </a:lnR>
                    <a:lnT>
                      <a:noFill/>
                    </a:lnT>
                    <a:lnB>
                      <a:noFill/>
                    </a:lnB>
                    <a:noFill/>
                  </a:tcPr>
                </a:tc>
                <a:tc>
                  <a:txBody>
                    <a:bodyPr/>
                    <a:lstStyle/>
                    <a:p>
                      <a:pPr algn="r">
                        <a:buNone/>
                      </a:pPr>
                      <a:r>
                        <a:rPr lang="en-CA" sz="1100">
                          <a:effectLst/>
                        </a:rPr>
                        <a:t>0.730414</a:t>
                      </a:r>
                    </a:p>
                  </a:txBody>
                  <a:tcPr marL="54392" marR="54392" marT="27196" marB="27196" anchor="ctr">
                    <a:lnL>
                      <a:noFill/>
                    </a:lnL>
                    <a:lnR>
                      <a:noFill/>
                    </a:lnR>
                    <a:lnT>
                      <a:noFill/>
                    </a:lnT>
                    <a:lnB>
                      <a:noFill/>
                    </a:lnB>
                    <a:noFill/>
                  </a:tcPr>
                </a:tc>
                <a:tc>
                  <a:txBody>
                    <a:bodyPr/>
                    <a:lstStyle/>
                    <a:p>
                      <a:pPr algn="r">
                        <a:buNone/>
                      </a:pPr>
                      <a:r>
                        <a:rPr lang="en-CA" sz="1100">
                          <a:effectLst/>
                        </a:rPr>
                        <a:t>0.679245</a:t>
                      </a:r>
                    </a:p>
                  </a:txBody>
                  <a:tcPr marL="54392" marR="54392" marT="27196" marB="27196" anchor="ctr">
                    <a:lnL>
                      <a:noFill/>
                    </a:lnL>
                    <a:lnR>
                      <a:noFill/>
                    </a:lnR>
                    <a:lnT>
                      <a:noFill/>
                    </a:lnT>
                    <a:lnB>
                      <a:noFill/>
                    </a:lnB>
                    <a:noFill/>
                  </a:tcPr>
                </a:tc>
                <a:tc>
                  <a:txBody>
                    <a:bodyPr/>
                    <a:lstStyle/>
                    <a:p>
                      <a:pPr algn="r">
                        <a:buNone/>
                      </a:pPr>
                      <a:r>
                        <a:rPr lang="en-CA" sz="1100">
                          <a:effectLst/>
                        </a:rPr>
                        <a:t>0.776316</a:t>
                      </a:r>
                    </a:p>
                  </a:txBody>
                  <a:tcPr marL="54392" marR="54392" marT="27196" marB="27196" anchor="ctr">
                    <a:lnL>
                      <a:noFill/>
                    </a:lnL>
                    <a:lnR>
                      <a:noFill/>
                    </a:lnR>
                    <a:lnT>
                      <a:noFill/>
                    </a:lnT>
                    <a:lnB>
                      <a:noFill/>
                    </a:lnB>
                    <a:noFill/>
                  </a:tcPr>
                </a:tc>
                <a:extLst>
                  <a:ext uri="{0D108BD9-81ED-4DB2-BD59-A6C34878D82A}">
                    <a16:rowId xmlns:a16="http://schemas.microsoft.com/office/drawing/2014/main" val="3058225724"/>
                  </a:ext>
                </a:extLst>
              </a:tr>
              <a:tr h="251380">
                <a:tc>
                  <a:txBody>
                    <a:bodyPr/>
                    <a:lstStyle/>
                    <a:p>
                      <a:pPr fontAlgn="ctr">
                        <a:buNone/>
                      </a:pPr>
                      <a:r>
                        <a:rPr lang="en-CA" sz="1100" b="1">
                          <a:effectLst/>
                        </a:rPr>
                        <a:t>15</a:t>
                      </a:r>
                    </a:p>
                  </a:txBody>
                  <a:tcPr marL="54392" marR="54392" marT="27196" marB="27196" anchor="ctr">
                    <a:lnL>
                      <a:noFill/>
                    </a:lnL>
                    <a:lnR>
                      <a:noFill/>
                    </a:lnR>
                    <a:lnT>
                      <a:noFill/>
                    </a:lnT>
                    <a:lnB>
                      <a:noFill/>
                    </a:lnB>
                    <a:noFill/>
                  </a:tcPr>
                </a:tc>
                <a:tc>
                  <a:txBody>
                    <a:bodyPr/>
                    <a:lstStyle/>
                    <a:p>
                      <a:pPr algn="r">
                        <a:buNone/>
                      </a:pPr>
                      <a:r>
                        <a:rPr lang="en-CA" sz="1100">
                          <a:effectLst/>
                        </a:rPr>
                        <a:t>4</a:t>
                      </a:r>
                    </a:p>
                  </a:txBody>
                  <a:tcPr marL="54392" marR="54392" marT="27196" marB="27196" anchor="ctr">
                    <a:lnL>
                      <a:noFill/>
                    </a:lnL>
                    <a:lnR>
                      <a:noFill/>
                    </a:lnR>
                    <a:lnT>
                      <a:noFill/>
                    </a:lnT>
                    <a:lnB>
                      <a:noFill/>
                    </a:lnB>
                    <a:noFill/>
                  </a:tcPr>
                </a:tc>
                <a:tc>
                  <a:txBody>
                    <a:bodyPr/>
                    <a:lstStyle/>
                    <a:p>
                      <a:pPr algn="r">
                        <a:buNone/>
                      </a:pPr>
                      <a:r>
                        <a:rPr lang="en-CA" sz="1100">
                          <a:effectLst/>
                        </a:rPr>
                        <a:t>0.323973</a:t>
                      </a:r>
                    </a:p>
                  </a:txBody>
                  <a:tcPr marL="54392" marR="54392" marT="27196" marB="27196" anchor="ctr">
                    <a:lnL>
                      <a:noFill/>
                    </a:lnL>
                    <a:lnR>
                      <a:noFill/>
                    </a:lnR>
                    <a:lnT>
                      <a:noFill/>
                    </a:lnT>
                    <a:lnB>
                      <a:noFill/>
                    </a:lnB>
                    <a:noFill/>
                  </a:tcPr>
                </a:tc>
                <a:tc>
                  <a:txBody>
                    <a:bodyPr/>
                    <a:lstStyle/>
                    <a:p>
                      <a:pPr algn="r">
                        <a:buNone/>
                      </a:pPr>
                      <a:r>
                        <a:rPr lang="en-CA" sz="1100">
                          <a:effectLst/>
                        </a:rPr>
                        <a:t>0.726796</a:t>
                      </a:r>
                    </a:p>
                  </a:txBody>
                  <a:tcPr marL="54392" marR="54392" marT="27196" marB="27196" anchor="ctr">
                    <a:lnL>
                      <a:noFill/>
                    </a:lnL>
                    <a:lnR>
                      <a:noFill/>
                    </a:lnR>
                    <a:lnT>
                      <a:noFill/>
                    </a:lnT>
                    <a:lnB>
                      <a:noFill/>
                    </a:lnB>
                    <a:noFill/>
                  </a:tcPr>
                </a:tc>
                <a:tc>
                  <a:txBody>
                    <a:bodyPr/>
                    <a:lstStyle/>
                    <a:p>
                      <a:pPr algn="r">
                        <a:buNone/>
                      </a:pPr>
                      <a:r>
                        <a:rPr lang="en-CA" sz="1100">
                          <a:effectLst/>
                        </a:rPr>
                        <a:t>0.782946</a:t>
                      </a:r>
                    </a:p>
                  </a:txBody>
                  <a:tcPr marL="54392" marR="54392" marT="27196" marB="27196" anchor="ctr">
                    <a:lnL>
                      <a:noFill/>
                    </a:lnL>
                    <a:lnR>
                      <a:noFill/>
                    </a:lnR>
                    <a:lnT>
                      <a:noFill/>
                    </a:lnT>
                    <a:lnB>
                      <a:noFill/>
                    </a:lnB>
                    <a:noFill/>
                  </a:tcPr>
                </a:tc>
                <a:tc>
                  <a:txBody>
                    <a:bodyPr/>
                    <a:lstStyle/>
                    <a:p>
                      <a:pPr algn="r">
                        <a:buNone/>
                      </a:pPr>
                      <a:r>
                        <a:rPr lang="en-CA" sz="1100">
                          <a:effectLst/>
                        </a:rPr>
                        <a:t>0.781359</a:t>
                      </a:r>
                    </a:p>
                  </a:txBody>
                  <a:tcPr marL="54392" marR="54392" marT="27196" marB="27196" anchor="ctr">
                    <a:lnL>
                      <a:noFill/>
                    </a:lnL>
                    <a:lnR>
                      <a:noFill/>
                    </a:lnR>
                    <a:lnT>
                      <a:noFill/>
                    </a:lnT>
                    <a:lnB>
                      <a:noFill/>
                    </a:lnB>
                    <a:noFill/>
                  </a:tcPr>
                </a:tc>
                <a:tc>
                  <a:txBody>
                    <a:bodyPr/>
                    <a:lstStyle/>
                    <a:p>
                      <a:pPr algn="r">
                        <a:buNone/>
                      </a:pPr>
                      <a:r>
                        <a:rPr lang="en-CA" sz="1100">
                          <a:effectLst/>
                        </a:rPr>
                        <a:t>0.754386</a:t>
                      </a:r>
                    </a:p>
                  </a:txBody>
                  <a:tcPr marL="54392" marR="54392" marT="27196" marB="27196" anchor="ctr">
                    <a:lnL>
                      <a:noFill/>
                    </a:lnL>
                    <a:lnR>
                      <a:noFill/>
                    </a:lnR>
                    <a:lnT>
                      <a:noFill/>
                    </a:lnT>
                    <a:lnB>
                      <a:noFill/>
                    </a:lnB>
                    <a:noFill/>
                  </a:tcPr>
                </a:tc>
                <a:tc>
                  <a:txBody>
                    <a:bodyPr/>
                    <a:lstStyle/>
                    <a:p>
                      <a:pPr algn="r">
                        <a:buNone/>
                      </a:pPr>
                      <a:r>
                        <a:rPr lang="en-CA" sz="1100">
                          <a:effectLst/>
                        </a:rPr>
                        <a:t>0.805556</a:t>
                      </a:r>
                    </a:p>
                  </a:txBody>
                  <a:tcPr marL="54392" marR="54392" marT="27196" marB="27196" anchor="ctr">
                    <a:lnL>
                      <a:noFill/>
                    </a:lnL>
                    <a:lnR>
                      <a:noFill/>
                    </a:lnR>
                    <a:lnT>
                      <a:noFill/>
                    </a:lnT>
                    <a:lnB>
                      <a:noFill/>
                    </a:lnB>
                    <a:noFill/>
                  </a:tcPr>
                </a:tc>
                <a:extLst>
                  <a:ext uri="{0D108BD9-81ED-4DB2-BD59-A6C34878D82A}">
                    <a16:rowId xmlns:a16="http://schemas.microsoft.com/office/drawing/2014/main" val="3560123261"/>
                  </a:ext>
                </a:extLst>
              </a:tr>
              <a:tr h="251380">
                <a:tc>
                  <a:txBody>
                    <a:bodyPr/>
                    <a:lstStyle/>
                    <a:p>
                      <a:pPr fontAlgn="ctr">
                        <a:buNone/>
                      </a:pPr>
                      <a:r>
                        <a:rPr lang="en-CA" sz="1100" b="1">
                          <a:effectLst/>
                        </a:rPr>
                        <a:t>16</a:t>
                      </a:r>
                    </a:p>
                  </a:txBody>
                  <a:tcPr marL="54392" marR="54392" marT="27196" marB="27196" anchor="ctr">
                    <a:lnL>
                      <a:noFill/>
                    </a:lnL>
                    <a:lnR>
                      <a:noFill/>
                    </a:lnR>
                    <a:lnT>
                      <a:noFill/>
                    </a:lnT>
                    <a:lnB>
                      <a:noFill/>
                    </a:lnB>
                    <a:noFill/>
                  </a:tcPr>
                </a:tc>
                <a:tc>
                  <a:txBody>
                    <a:bodyPr/>
                    <a:lstStyle/>
                    <a:p>
                      <a:pPr algn="r">
                        <a:buNone/>
                      </a:pPr>
                      <a:r>
                        <a:rPr lang="en-CA" sz="1100">
                          <a:effectLst/>
                        </a:rPr>
                        <a:t>5</a:t>
                      </a:r>
                    </a:p>
                  </a:txBody>
                  <a:tcPr marL="54392" marR="54392" marT="27196" marB="27196" anchor="ctr">
                    <a:lnL>
                      <a:noFill/>
                    </a:lnL>
                    <a:lnR>
                      <a:noFill/>
                    </a:lnR>
                    <a:lnT>
                      <a:noFill/>
                    </a:lnT>
                    <a:lnB>
                      <a:noFill/>
                    </a:lnB>
                    <a:noFill/>
                  </a:tcPr>
                </a:tc>
                <a:tc>
                  <a:txBody>
                    <a:bodyPr/>
                    <a:lstStyle/>
                    <a:p>
                      <a:pPr algn="r">
                        <a:buNone/>
                      </a:pPr>
                      <a:r>
                        <a:rPr lang="en-CA" sz="1100">
                          <a:effectLst/>
                        </a:rPr>
                        <a:t>0.691395</a:t>
                      </a:r>
                    </a:p>
                  </a:txBody>
                  <a:tcPr marL="54392" marR="54392" marT="27196" marB="27196" anchor="ctr">
                    <a:lnL>
                      <a:noFill/>
                    </a:lnL>
                    <a:lnR>
                      <a:noFill/>
                    </a:lnR>
                    <a:lnT>
                      <a:noFill/>
                    </a:lnT>
                    <a:lnB>
                      <a:noFill/>
                    </a:lnB>
                    <a:noFill/>
                  </a:tcPr>
                </a:tc>
                <a:tc>
                  <a:txBody>
                    <a:bodyPr/>
                    <a:lstStyle/>
                    <a:p>
                      <a:pPr algn="r">
                        <a:buNone/>
                      </a:pPr>
                      <a:r>
                        <a:rPr lang="en-CA" sz="1100">
                          <a:effectLst/>
                        </a:rPr>
                        <a:t>0.675635</a:t>
                      </a:r>
                    </a:p>
                  </a:txBody>
                  <a:tcPr marL="54392" marR="54392" marT="27196" marB="27196" anchor="ctr">
                    <a:lnL>
                      <a:noFill/>
                    </a:lnL>
                    <a:lnR>
                      <a:noFill/>
                    </a:lnR>
                    <a:lnT>
                      <a:noFill/>
                    </a:lnT>
                    <a:lnB>
                      <a:noFill/>
                    </a:lnB>
                    <a:noFill/>
                  </a:tcPr>
                </a:tc>
                <a:tc>
                  <a:txBody>
                    <a:bodyPr/>
                    <a:lstStyle/>
                    <a:p>
                      <a:pPr algn="r">
                        <a:buNone/>
                      </a:pPr>
                      <a:r>
                        <a:rPr lang="en-CA" sz="1100">
                          <a:effectLst/>
                        </a:rPr>
                        <a:t>0.523438</a:t>
                      </a:r>
                    </a:p>
                  </a:txBody>
                  <a:tcPr marL="54392" marR="54392" marT="27196" marB="27196" anchor="ctr">
                    <a:lnL>
                      <a:noFill/>
                    </a:lnL>
                    <a:lnR>
                      <a:noFill/>
                    </a:lnR>
                    <a:lnT>
                      <a:noFill/>
                    </a:lnT>
                    <a:lnB>
                      <a:noFill/>
                    </a:lnB>
                    <a:noFill/>
                  </a:tcPr>
                </a:tc>
                <a:tc>
                  <a:txBody>
                    <a:bodyPr/>
                    <a:lstStyle/>
                    <a:p>
                      <a:pPr algn="r">
                        <a:buNone/>
                      </a:pPr>
                      <a:r>
                        <a:rPr lang="en-CA" sz="1100">
                          <a:effectLst/>
                        </a:rPr>
                        <a:t>0.359696</a:t>
                      </a:r>
                    </a:p>
                  </a:txBody>
                  <a:tcPr marL="54392" marR="54392" marT="27196" marB="27196" anchor="ctr">
                    <a:lnL>
                      <a:noFill/>
                    </a:lnL>
                    <a:lnR>
                      <a:noFill/>
                    </a:lnR>
                    <a:lnT>
                      <a:noFill/>
                    </a:lnT>
                    <a:lnB>
                      <a:noFill/>
                    </a:lnB>
                    <a:noFill/>
                  </a:tcPr>
                </a:tc>
                <a:tc>
                  <a:txBody>
                    <a:bodyPr/>
                    <a:lstStyle/>
                    <a:p>
                      <a:pPr algn="r">
                        <a:buNone/>
                      </a:pPr>
                      <a:r>
                        <a:rPr lang="en-CA" sz="1100">
                          <a:effectLst/>
                        </a:rPr>
                        <a:t>0.000000</a:t>
                      </a:r>
                    </a:p>
                  </a:txBody>
                  <a:tcPr marL="54392" marR="54392" marT="27196" marB="27196" anchor="ctr">
                    <a:lnL>
                      <a:noFill/>
                    </a:lnL>
                    <a:lnR>
                      <a:noFill/>
                    </a:lnR>
                    <a:lnT>
                      <a:noFill/>
                    </a:lnT>
                    <a:lnB>
                      <a:noFill/>
                    </a:lnB>
                    <a:noFill/>
                  </a:tcPr>
                </a:tc>
                <a:tc>
                  <a:txBody>
                    <a:bodyPr/>
                    <a:lstStyle/>
                    <a:p>
                      <a:pPr algn="r">
                        <a:buNone/>
                      </a:pPr>
                      <a:r>
                        <a:rPr lang="en-CA" sz="1100">
                          <a:effectLst/>
                        </a:rPr>
                        <a:t>0.687179</a:t>
                      </a:r>
                    </a:p>
                  </a:txBody>
                  <a:tcPr marL="54392" marR="54392" marT="27196" marB="27196" anchor="ctr">
                    <a:lnL>
                      <a:noFill/>
                    </a:lnL>
                    <a:lnR>
                      <a:noFill/>
                    </a:lnR>
                    <a:lnT>
                      <a:noFill/>
                    </a:lnT>
                    <a:lnB>
                      <a:noFill/>
                    </a:lnB>
                    <a:noFill/>
                  </a:tcPr>
                </a:tc>
                <a:extLst>
                  <a:ext uri="{0D108BD9-81ED-4DB2-BD59-A6C34878D82A}">
                    <a16:rowId xmlns:a16="http://schemas.microsoft.com/office/drawing/2014/main" val="6482214"/>
                  </a:ext>
                </a:extLst>
              </a:tr>
              <a:tr h="251380">
                <a:tc>
                  <a:txBody>
                    <a:bodyPr/>
                    <a:lstStyle/>
                    <a:p>
                      <a:pPr fontAlgn="ctr">
                        <a:buNone/>
                      </a:pPr>
                      <a:r>
                        <a:rPr lang="en-CA" sz="1100" b="1">
                          <a:effectLst/>
                        </a:rPr>
                        <a:t>17</a:t>
                      </a:r>
                    </a:p>
                  </a:txBody>
                  <a:tcPr marL="54392" marR="54392" marT="27196" marB="27196" anchor="ctr">
                    <a:lnL>
                      <a:noFill/>
                    </a:lnL>
                    <a:lnR>
                      <a:noFill/>
                    </a:lnR>
                    <a:lnT>
                      <a:noFill/>
                    </a:lnT>
                    <a:lnB>
                      <a:noFill/>
                    </a:lnB>
                    <a:noFill/>
                  </a:tcPr>
                </a:tc>
                <a:tc>
                  <a:txBody>
                    <a:bodyPr/>
                    <a:lstStyle/>
                    <a:p>
                      <a:pPr algn="r">
                        <a:buNone/>
                      </a:pPr>
                      <a:r>
                        <a:rPr lang="en-CA" sz="1100">
                          <a:effectLst/>
                        </a:rPr>
                        <a:t>5</a:t>
                      </a:r>
                    </a:p>
                  </a:txBody>
                  <a:tcPr marL="54392" marR="54392" marT="27196" marB="27196" anchor="ctr">
                    <a:lnL>
                      <a:noFill/>
                    </a:lnL>
                    <a:lnR>
                      <a:noFill/>
                    </a:lnR>
                    <a:lnT>
                      <a:noFill/>
                    </a:lnT>
                    <a:lnB>
                      <a:noFill/>
                    </a:lnB>
                    <a:noFill/>
                  </a:tcPr>
                </a:tc>
                <a:tc>
                  <a:txBody>
                    <a:bodyPr/>
                    <a:lstStyle/>
                    <a:p>
                      <a:pPr algn="r">
                        <a:buNone/>
                      </a:pPr>
                      <a:r>
                        <a:rPr lang="en-CA" sz="1100">
                          <a:effectLst/>
                        </a:rPr>
                        <a:t>0.630537</a:t>
                      </a:r>
                    </a:p>
                  </a:txBody>
                  <a:tcPr marL="54392" marR="54392" marT="27196" marB="27196" anchor="ctr">
                    <a:lnL>
                      <a:noFill/>
                    </a:lnL>
                    <a:lnR>
                      <a:noFill/>
                    </a:lnR>
                    <a:lnT>
                      <a:noFill/>
                    </a:lnT>
                    <a:lnB>
                      <a:noFill/>
                    </a:lnB>
                    <a:noFill/>
                  </a:tcPr>
                </a:tc>
                <a:tc>
                  <a:txBody>
                    <a:bodyPr/>
                    <a:lstStyle/>
                    <a:p>
                      <a:pPr algn="r">
                        <a:buNone/>
                      </a:pPr>
                      <a:r>
                        <a:rPr lang="en-CA" sz="1100">
                          <a:effectLst/>
                        </a:rPr>
                        <a:t>0.518214</a:t>
                      </a:r>
                    </a:p>
                  </a:txBody>
                  <a:tcPr marL="54392" marR="54392" marT="27196" marB="27196" anchor="ctr">
                    <a:lnL>
                      <a:noFill/>
                    </a:lnL>
                    <a:lnR>
                      <a:noFill/>
                    </a:lnR>
                    <a:lnT>
                      <a:noFill/>
                    </a:lnT>
                    <a:lnB>
                      <a:noFill/>
                    </a:lnB>
                    <a:noFill/>
                  </a:tcPr>
                </a:tc>
                <a:tc>
                  <a:txBody>
                    <a:bodyPr/>
                    <a:lstStyle/>
                    <a:p>
                      <a:pPr algn="r">
                        <a:buNone/>
                      </a:pPr>
                      <a:r>
                        <a:rPr lang="en-CA" sz="1100">
                          <a:effectLst/>
                        </a:rPr>
                        <a:t>0.734375</a:t>
                      </a:r>
                    </a:p>
                  </a:txBody>
                  <a:tcPr marL="54392" marR="54392" marT="27196" marB="27196" anchor="ctr">
                    <a:lnL>
                      <a:noFill/>
                    </a:lnL>
                    <a:lnR>
                      <a:noFill/>
                    </a:lnR>
                    <a:lnT>
                      <a:noFill/>
                    </a:lnT>
                    <a:lnB>
                      <a:noFill/>
                    </a:lnB>
                    <a:noFill/>
                  </a:tcPr>
                </a:tc>
                <a:tc>
                  <a:txBody>
                    <a:bodyPr/>
                    <a:lstStyle/>
                    <a:p>
                      <a:pPr algn="r">
                        <a:buNone/>
                      </a:pPr>
                      <a:r>
                        <a:rPr lang="en-CA" sz="1100">
                          <a:effectLst/>
                        </a:rPr>
                        <a:t>0.729722</a:t>
                      </a:r>
                    </a:p>
                  </a:txBody>
                  <a:tcPr marL="54392" marR="54392" marT="27196" marB="27196" anchor="ctr">
                    <a:lnL>
                      <a:noFill/>
                    </a:lnL>
                    <a:lnR>
                      <a:noFill/>
                    </a:lnR>
                    <a:lnT>
                      <a:noFill/>
                    </a:lnT>
                    <a:lnB>
                      <a:noFill/>
                    </a:lnB>
                    <a:noFill/>
                  </a:tcPr>
                </a:tc>
                <a:tc>
                  <a:txBody>
                    <a:bodyPr/>
                    <a:lstStyle/>
                    <a:p>
                      <a:pPr algn="r">
                        <a:buNone/>
                      </a:pPr>
                      <a:r>
                        <a:rPr lang="en-CA" sz="1100">
                          <a:effectLst/>
                        </a:rPr>
                        <a:t>0.685185</a:t>
                      </a:r>
                    </a:p>
                  </a:txBody>
                  <a:tcPr marL="54392" marR="54392" marT="27196" marB="27196" anchor="ctr">
                    <a:lnL>
                      <a:noFill/>
                    </a:lnL>
                    <a:lnR>
                      <a:noFill/>
                    </a:lnR>
                    <a:lnT>
                      <a:noFill/>
                    </a:lnT>
                    <a:lnB>
                      <a:noFill/>
                    </a:lnB>
                    <a:noFill/>
                  </a:tcPr>
                </a:tc>
                <a:tc>
                  <a:txBody>
                    <a:bodyPr/>
                    <a:lstStyle/>
                    <a:p>
                      <a:pPr algn="r">
                        <a:buNone/>
                      </a:pPr>
                      <a:r>
                        <a:rPr lang="en-CA" sz="1100">
                          <a:effectLst/>
                        </a:rPr>
                        <a:t>0.770270</a:t>
                      </a:r>
                    </a:p>
                  </a:txBody>
                  <a:tcPr marL="54392" marR="54392" marT="27196" marB="27196" anchor="ctr">
                    <a:lnL>
                      <a:noFill/>
                    </a:lnL>
                    <a:lnR>
                      <a:noFill/>
                    </a:lnR>
                    <a:lnT>
                      <a:noFill/>
                    </a:lnT>
                    <a:lnB>
                      <a:noFill/>
                    </a:lnB>
                    <a:noFill/>
                  </a:tcPr>
                </a:tc>
                <a:extLst>
                  <a:ext uri="{0D108BD9-81ED-4DB2-BD59-A6C34878D82A}">
                    <a16:rowId xmlns:a16="http://schemas.microsoft.com/office/drawing/2014/main" val="4066839804"/>
                  </a:ext>
                </a:extLst>
              </a:tr>
              <a:tr h="251380">
                <a:tc>
                  <a:txBody>
                    <a:bodyPr/>
                    <a:lstStyle/>
                    <a:p>
                      <a:pPr fontAlgn="ctr">
                        <a:buNone/>
                      </a:pPr>
                      <a:r>
                        <a:rPr lang="en-CA" sz="1100" b="1">
                          <a:effectLst/>
                        </a:rPr>
                        <a:t>18</a:t>
                      </a:r>
                    </a:p>
                  </a:txBody>
                  <a:tcPr marL="54392" marR="54392" marT="27196" marB="27196" anchor="ctr">
                    <a:lnL>
                      <a:noFill/>
                    </a:lnL>
                    <a:lnR>
                      <a:noFill/>
                    </a:lnR>
                    <a:lnT>
                      <a:noFill/>
                    </a:lnT>
                    <a:lnB>
                      <a:noFill/>
                    </a:lnB>
                    <a:noFill/>
                  </a:tcPr>
                </a:tc>
                <a:tc>
                  <a:txBody>
                    <a:bodyPr/>
                    <a:lstStyle/>
                    <a:p>
                      <a:pPr algn="r">
                        <a:buNone/>
                      </a:pPr>
                      <a:r>
                        <a:rPr lang="en-CA" sz="1100">
                          <a:effectLst/>
                        </a:rPr>
                        <a:t>5</a:t>
                      </a:r>
                    </a:p>
                  </a:txBody>
                  <a:tcPr marL="54392" marR="54392" marT="27196" marB="27196" anchor="ctr">
                    <a:lnL>
                      <a:noFill/>
                    </a:lnL>
                    <a:lnR>
                      <a:noFill/>
                    </a:lnR>
                    <a:lnT>
                      <a:noFill/>
                    </a:lnT>
                    <a:lnB>
                      <a:noFill/>
                    </a:lnB>
                    <a:noFill/>
                  </a:tcPr>
                </a:tc>
                <a:tc>
                  <a:txBody>
                    <a:bodyPr/>
                    <a:lstStyle/>
                    <a:p>
                      <a:pPr algn="r">
                        <a:buNone/>
                      </a:pPr>
                      <a:r>
                        <a:rPr lang="en-CA" sz="1100">
                          <a:effectLst/>
                        </a:rPr>
                        <a:t>0.428796</a:t>
                      </a:r>
                    </a:p>
                  </a:txBody>
                  <a:tcPr marL="54392" marR="54392" marT="27196" marB="27196" anchor="ctr">
                    <a:lnL>
                      <a:noFill/>
                    </a:lnL>
                    <a:lnR>
                      <a:noFill/>
                    </a:lnR>
                    <a:lnT>
                      <a:noFill/>
                    </a:lnT>
                    <a:lnB>
                      <a:noFill/>
                    </a:lnB>
                    <a:noFill/>
                  </a:tcPr>
                </a:tc>
                <a:tc>
                  <a:txBody>
                    <a:bodyPr/>
                    <a:lstStyle/>
                    <a:p>
                      <a:pPr algn="r">
                        <a:buNone/>
                      </a:pPr>
                      <a:r>
                        <a:rPr lang="en-CA" sz="1100">
                          <a:effectLst/>
                        </a:rPr>
                        <a:t>0.444749</a:t>
                      </a:r>
                    </a:p>
                  </a:txBody>
                  <a:tcPr marL="54392" marR="54392" marT="27196" marB="27196" anchor="ctr">
                    <a:lnL>
                      <a:noFill/>
                    </a:lnL>
                    <a:lnR>
                      <a:noFill/>
                    </a:lnR>
                    <a:lnT>
                      <a:noFill/>
                    </a:lnT>
                    <a:lnB>
                      <a:noFill/>
                    </a:lnB>
                    <a:noFill/>
                  </a:tcPr>
                </a:tc>
                <a:tc>
                  <a:txBody>
                    <a:bodyPr/>
                    <a:lstStyle/>
                    <a:p>
                      <a:pPr algn="r">
                        <a:buNone/>
                      </a:pPr>
                      <a:r>
                        <a:rPr lang="en-CA" sz="1100">
                          <a:effectLst/>
                        </a:rPr>
                        <a:t>0.789062</a:t>
                      </a:r>
                    </a:p>
                  </a:txBody>
                  <a:tcPr marL="54392" marR="54392" marT="27196" marB="27196" anchor="ctr">
                    <a:lnL>
                      <a:noFill/>
                    </a:lnL>
                    <a:lnR>
                      <a:noFill/>
                    </a:lnR>
                    <a:lnT>
                      <a:noFill/>
                    </a:lnT>
                    <a:lnB>
                      <a:noFill/>
                    </a:lnB>
                    <a:noFill/>
                  </a:tcPr>
                </a:tc>
                <a:tc>
                  <a:txBody>
                    <a:bodyPr/>
                    <a:lstStyle/>
                    <a:p>
                      <a:pPr algn="r">
                        <a:buNone/>
                      </a:pPr>
                      <a:r>
                        <a:rPr lang="en-CA" sz="1100">
                          <a:effectLst/>
                        </a:rPr>
                        <a:t>0.787879</a:t>
                      </a:r>
                    </a:p>
                  </a:txBody>
                  <a:tcPr marL="54392" marR="54392" marT="27196" marB="27196" anchor="ctr">
                    <a:lnL>
                      <a:noFill/>
                    </a:lnL>
                    <a:lnR>
                      <a:noFill/>
                    </a:lnR>
                    <a:lnT>
                      <a:noFill/>
                    </a:lnT>
                    <a:lnB>
                      <a:noFill/>
                    </a:lnB>
                    <a:noFill/>
                  </a:tcPr>
                </a:tc>
                <a:tc>
                  <a:txBody>
                    <a:bodyPr/>
                    <a:lstStyle/>
                    <a:p>
                      <a:pPr algn="r">
                        <a:buNone/>
                      </a:pPr>
                      <a:r>
                        <a:rPr lang="en-CA" sz="1100">
                          <a:effectLst/>
                        </a:rPr>
                        <a:t>0.765217</a:t>
                      </a:r>
                    </a:p>
                  </a:txBody>
                  <a:tcPr marL="54392" marR="54392" marT="27196" marB="27196" anchor="ctr">
                    <a:lnL>
                      <a:noFill/>
                    </a:lnL>
                    <a:lnR>
                      <a:noFill/>
                    </a:lnR>
                    <a:lnT>
                      <a:noFill/>
                    </a:lnT>
                    <a:lnB>
                      <a:noFill/>
                    </a:lnB>
                    <a:noFill/>
                  </a:tcPr>
                </a:tc>
                <a:tc>
                  <a:txBody>
                    <a:bodyPr/>
                    <a:lstStyle/>
                    <a:p>
                      <a:pPr algn="r">
                        <a:buNone/>
                      </a:pPr>
                      <a:r>
                        <a:rPr lang="en-CA" sz="1100">
                          <a:effectLst/>
                        </a:rPr>
                        <a:t>0.808511</a:t>
                      </a:r>
                    </a:p>
                  </a:txBody>
                  <a:tcPr marL="54392" marR="54392" marT="27196" marB="27196" anchor="ctr">
                    <a:lnL>
                      <a:noFill/>
                    </a:lnL>
                    <a:lnR>
                      <a:noFill/>
                    </a:lnR>
                    <a:lnT>
                      <a:noFill/>
                    </a:lnT>
                    <a:lnB>
                      <a:noFill/>
                    </a:lnB>
                    <a:noFill/>
                  </a:tcPr>
                </a:tc>
                <a:extLst>
                  <a:ext uri="{0D108BD9-81ED-4DB2-BD59-A6C34878D82A}">
                    <a16:rowId xmlns:a16="http://schemas.microsoft.com/office/drawing/2014/main" val="600814616"/>
                  </a:ext>
                </a:extLst>
              </a:tr>
              <a:tr h="251380">
                <a:tc>
                  <a:txBody>
                    <a:bodyPr/>
                    <a:lstStyle/>
                    <a:p>
                      <a:pPr fontAlgn="ctr">
                        <a:buNone/>
                      </a:pPr>
                      <a:r>
                        <a:rPr lang="en-CA" sz="1100" b="1">
                          <a:effectLst/>
                        </a:rPr>
                        <a:t>19</a:t>
                      </a:r>
                    </a:p>
                  </a:txBody>
                  <a:tcPr marL="54392" marR="54392" marT="27196" marB="27196" anchor="ctr">
                    <a:lnL>
                      <a:noFill/>
                    </a:lnL>
                    <a:lnR>
                      <a:noFill/>
                    </a:lnR>
                    <a:lnT>
                      <a:noFill/>
                    </a:lnT>
                    <a:lnB>
                      <a:noFill/>
                    </a:lnB>
                    <a:noFill/>
                  </a:tcPr>
                </a:tc>
                <a:tc>
                  <a:txBody>
                    <a:bodyPr/>
                    <a:lstStyle/>
                    <a:p>
                      <a:pPr algn="r">
                        <a:buNone/>
                      </a:pPr>
                      <a:r>
                        <a:rPr lang="en-CA" sz="1100">
                          <a:effectLst/>
                        </a:rPr>
                        <a:t>5</a:t>
                      </a:r>
                    </a:p>
                  </a:txBody>
                  <a:tcPr marL="54392" marR="54392" marT="27196" marB="27196" anchor="ctr">
                    <a:lnL>
                      <a:noFill/>
                    </a:lnL>
                    <a:lnR>
                      <a:noFill/>
                    </a:lnR>
                    <a:lnT>
                      <a:noFill/>
                    </a:lnT>
                    <a:lnB>
                      <a:noFill/>
                    </a:lnB>
                    <a:noFill/>
                  </a:tcPr>
                </a:tc>
                <a:tc>
                  <a:txBody>
                    <a:bodyPr/>
                    <a:lstStyle/>
                    <a:p>
                      <a:pPr algn="r">
                        <a:buNone/>
                      </a:pPr>
                      <a:r>
                        <a:rPr lang="en-CA" sz="1100">
                          <a:effectLst/>
                        </a:rPr>
                        <a:t>0.289322</a:t>
                      </a:r>
                    </a:p>
                  </a:txBody>
                  <a:tcPr marL="54392" marR="54392" marT="27196" marB="27196" anchor="ctr">
                    <a:lnL>
                      <a:noFill/>
                    </a:lnL>
                    <a:lnR>
                      <a:noFill/>
                    </a:lnR>
                    <a:lnT>
                      <a:noFill/>
                    </a:lnT>
                    <a:lnB>
                      <a:noFill/>
                    </a:lnB>
                    <a:noFill/>
                  </a:tcPr>
                </a:tc>
                <a:tc>
                  <a:txBody>
                    <a:bodyPr/>
                    <a:lstStyle/>
                    <a:p>
                      <a:pPr algn="r">
                        <a:buNone/>
                      </a:pPr>
                      <a:r>
                        <a:rPr lang="en-CA" sz="1100">
                          <a:effectLst/>
                        </a:rPr>
                        <a:t>0.429366</a:t>
                      </a:r>
                    </a:p>
                  </a:txBody>
                  <a:tcPr marL="54392" marR="54392" marT="27196" marB="27196" anchor="ctr">
                    <a:lnL>
                      <a:noFill/>
                    </a:lnL>
                    <a:lnR>
                      <a:noFill/>
                    </a:lnR>
                    <a:lnT>
                      <a:noFill/>
                    </a:lnT>
                    <a:lnB>
                      <a:noFill/>
                    </a:lnB>
                    <a:noFill/>
                  </a:tcPr>
                </a:tc>
                <a:tc>
                  <a:txBody>
                    <a:bodyPr/>
                    <a:lstStyle/>
                    <a:p>
                      <a:pPr algn="r">
                        <a:buNone/>
                      </a:pPr>
                      <a:r>
                        <a:rPr lang="en-CA" sz="1100">
                          <a:effectLst/>
                        </a:rPr>
                        <a:t>0.835938</a:t>
                      </a:r>
                    </a:p>
                  </a:txBody>
                  <a:tcPr marL="54392" marR="54392" marT="27196" marB="27196" anchor="ctr">
                    <a:lnL>
                      <a:noFill/>
                    </a:lnL>
                    <a:lnR>
                      <a:noFill/>
                    </a:lnR>
                    <a:lnT>
                      <a:noFill/>
                    </a:lnT>
                    <a:lnB>
                      <a:noFill/>
                    </a:lnB>
                    <a:noFill/>
                  </a:tcPr>
                </a:tc>
                <a:tc>
                  <a:txBody>
                    <a:bodyPr/>
                    <a:lstStyle/>
                    <a:p>
                      <a:pPr algn="r">
                        <a:buNone/>
                      </a:pPr>
                      <a:r>
                        <a:rPr lang="en-CA" sz="1100">
                          <a:effectLst/>
                        </a:rPr>
                        <a:t>0.835988</a:t>
                      </a:r>
                    </a:p>
                  </a:txBody>
                  <a:tcPr marL="54392" marR="54392" marT="27196" marB="27196" anchor="ctr">
                    <a:lnL>
                      <a:noFill/>
                    </a:lnL>
                    <a:lnR>
                      <a:noFill/>
                    </a:lnR>
                    <a:lnT>
                      <a:noFill/>
                    </a:lnT>
                    <a:lnB>
                      <a:noFill/>
                    </a:lnB>
                    <a:noFill/>
                  </a:tcPr>
                </a:tc>
                <a:tc>
                  <a:txBody>
                    <a:bodyPr/>
                    <a:lstStyle/>
                    <a:p>
                      <a:pPr algn="r">
                        <a:buNone/>
                      </a:pPr>
                      <a:r>
                        <a:rPr lang="en-CA" sz="1100">
                          <a:effectLst/>
                        </a:rPr>
                        <a:t>0.829268</a:t>
                      </a:r>
                    </a:p>
                  </a:txBody>
                  <a:tcPr marL="54392" marR="54392" marT="27196" marB="27196" anchor="ctr">
                    <a:lnL>
                      <a:noFill/>
                    </a:lnL>
                    <a:lnR>
                      <a:noFill/>
                    </a:lnR>
                    <a:lnT>
                      <a:noFill/>
                    </a:lnT>
                    <a:lnB>
                      <a:noFill/>
                    </a:lnB>
                    <a:noFill/>
                  </a:tcPr>
                </a:tc>
                <a:tc>
                  <a:txBody>
                    <a:bodyPr/>
                    <a:lstStyle/>
                    <a:p>
                      <a:pPr algn="r">
                        <a:buNone/>
                      </a:pPr>
                      <a:r>
                        <a:rPr lang="en-CA" sz="1100" dirty="0">
                          <a:effectLst/>
                        </a:rPr>
                        <a:t>0.842105</a:t>
                      </a:r>
                    </a:p>
                  </a:txBody>
                  <a:tcPr marL="54392" marR="54392" marT="27196" marB="27196" anchor="ctr">
                    <a:lnL>
                      <a:noFill/>
                    </a:lnL>
                    <a:lnR>
                      <a:noFill/>
                    </a:lnR>
                    <a:lnT>
                      <a:noFill/>
                    </a:lnT>
                    <a:lnB>
                      <a:noFill/>
                    </a:lnB>
                    <a:noFill/>
                  </a:tcPr>
                </a:tc>
                <a:extLst>
                  <a:ext uri="{0D108BD9-81ED-4DB2-BD59-A6C34878D82A}">
                    <a16:rowId xmlns:a16="http://schemas.microsoft.com/office/drawing/2014/main" val="2587246212"/>
                  </a:ext>
                </a:extLst>
              </a:tr>
            </a:tbl>
          </a:graphicData>
        </a:graphic>
      </p:graphicFrame>
      <p:pic>
        <p:nvPicPr>
          <p:cNvPr id="29" name="Picture 28">
            <a:extLst>
              <a:ext uri="{FF2B5EF4-FFF2-40B4-BE49-F238E27FC236}">
                <a16:creationId xmlns:a16="http://schemas.microsoft.com/office/drawing/2014/main" id="{1BD6D736-FBE9-8EE6-0065-78F0A5938FAB}"/>
              </a:ext>
            </a:extLst>
          </p:cNvPr>
          <p:cNvPicPr>
            <a:picLocks noChangeAspect="1"/>
          </p:cNvPicPr>
          <p:nvPr/>
        </p:nvPicPr>
        <p:blipFill>
          <a:blip r:embed="rId2"/>
          <a:stretch>
            <a:fillRect/>
          </a:stretch>
        </p:blipFill>
        <p:spPr>
          <a:xfrm>
            <a:off x="3141189" y="997929"/>
            <a:ext cx="6197944" cy="395614"/>
          </a:xfrm>
          <a:prstGeom prst="rect">
            <a:avLst/>
          </a:prstGeom>
        </p:spPr>
      </p:pic>
      <mc:AlternateContent xmlns:mc="http://schemas.openxmlformats.org/markup-compatibility/2006" xmlns:p14="http://schemas.microsoft.com/office/powerpoint/2010/main">
        <mc:Choice Requires="p14">
          <p:contentPart p14:bwMode="auto" r:id="rId3">
            <p14:nvContentPartPr>
              <p14:cNvPr id="30" name="Ink 29">
                <a:extLst>
                  <a:ext uri="{FF2B5EF4-FFF2-40B4-BE49-F238E27FC236}">
                    <a16:creationId xmlns:a16="http://schemas.microsoft.com/office/drawing/2014/main" id="{8A834AB6-41CC-B4DA-0844-3857E357F218}"/>
                  </a:ext>
                </a:extLst>
              </p14:cNvPr>
              <p14:cNvContentPartPr/>
              <p14:nvPr/>
            </p14:nvContentPartPr>
            <p14:xfrm>
              <a:off x="5936614" y="3358061"/>
              <a:ext cx="575280" cy="7920"/>
            </p14:xfrm>
          </p:contentPart>
        </mc:Choice>
        <mc:Fallback xmlns="">
          <p:pic>
            <p:nvPicPr>
              <p:cNvPr id="30" name="Ink 29">
                <a:extLst>
                  <a:ext uri="{FF2B5EF4-FFF2-40B4-BE49-F238E27FC236}">
                    <a16:creationId xmlns:a16="http://schemas.microsoft.com/office/drawing/2014/main" id="{8A834AB6-41CC-B4DA-0844-3857E357F218}"/>
                  </a:ext>
                </a:extLst>
              </p:cNvPr>
              <p:cNvPicPr/>
              <p:nvPr/>
            </p:nvPicPr>
            <p:blipFill>
              <a:blip r:embed="rId4"/>
              <a:stretch>
                <a:fillRect/>
              </a:stretch>
            </p:blipFill>
            <p:spPr>
              <a:xfrm>
                <a:off x="5882614" y="3250061"/>
                <a:ext cx="68292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4" name="Ink 33">
                <a:extLst>
                  <a:ext uri="{FF2B5EF4-FFF2-40B4-BE49-F238E27FC236}">
                    <a16:creationId xmlns:a16="http://schemas.microsoft.com/office/drawing/2014/main" id="{618C3F00-2183-7FD2-5AA3-86557D4B7E49}"/>
                  </a:ext>
                </a:extLst>
              </p14:cNvPr>
              <p14:cNvContentPartPr/>
              <p14:nvPr/>
            </p14:nvContentPartPr>
            <p14:xfrm>
              <a:off x="6871894" y="3346901"/>
              <a:ext cx="532440" cy="3240"/>
            </p14:xfrm>
          </p:contentPart>
        </mc:Choice>
        <mc:Fallback xmlns="">
          <p:pic>
            <p:nvPicPr>
              <p:cNvPr id="34" name="Ink 33">
                <a:extLst>
                  <a:ext uri="{FF2B5EF4-FFF2-40B4-BE49-F238E27FC236}">
                    <a16:creationId xmlns:a16="http://schemas.microsoft.com/office/drawing/2014/main" id="{618C3F00-2183-7FD2-5AA3-86557D4B7E49}"/>
                  </a:ext>
                </a:extLst>
              </p:cNvPr>
              <p:cNvPicPr/>
              <p:nvPr/>
            </p:nvPicPr>
            <p:blipFill>
              <a:blip r:embed="rId6"/>
              <a:stretch>
                <a:fillRect/>
              </a:stretch>
            </p:blipFill>
            <p:spPr>
              <a:xfrm>
                <a:off x="6818254" y="3238901"/>
                <a:ext cx="64008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7" name="Ink 36">
                <a:extLst>
                  <a:ext uri="{FF2B5EF4-FFF2-40B4-BE49-F238E27FC236}">
                    <a16:creationId xmlns:a16="http://schemas.microsoft.com/office/drawing/2014/main" id="{9C959436-C255-0F18-9E70-F65DAC484AEC}"/>
                  </a:ext>
                </a:extLst>
              </p14:cNvPr>
              <p14:cNvContentPartPr/>
              <p14:nvPr/>
            </p14:nvContentPartPr>
            <p14:xfrm>
              <a:off x="5925814" y="3093101"/>
              <a:ext cx="546480" cy="3240"/>
            </p14:xfrm>
          </p:contentPart>
        </mc:Choice>
        <mc:Fallback xmlns="">
          <p:pic>
            <p:nvPicPr>
              <p:cNvPr id="37" name="Ink 36">
                <a:extLst>
                  <a:ext uri="{FF2B5EF4-FFF2-40B4-BE49-F238E27FC236}">
                    <a16:creationId xmlns:a16="http://schemas.microsoft.com/office/drawing/2014/main" id="{9C959436-C255-0F18-9E70-F65DAC484AEC}"/>
                  </a:ext>
                </a:extLst>
              </p:cNvPr>
              <p:cNvPicPr/>
              <p:nvPr/>
            </p:nvPicPr>
            <p:blipFill>
              <a:blip r:embed="rId8"/>
              <a:stretch>
                <a:fillRect/>
              </a:stretch>
            </p:blipFill>
            <p:spPr>
              <a:xfrm>
                <a:off x="5872174" y="2985461"/>
                <a:ext cx="65412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8" name="Ink 37">
                <a:extLst>
                  <a:ext uri="{FF2B5EF4-FFF2-40B4-BE49-F238E27FC236}">
                    <a16:creationId xmlns:a16="http://schemas.microsoft.com/office/drawing/2014/main" id="{E65C722C-0076-D26B-FCE8-1B9EE1610043}"/>
                  </a:ext>
                </a:extLst>
              </p14:cNvPr>
              <p14:cNvContentPartPr/>
              <p14:nvPr/>
            </p14:nvContentPartPr>
            <p14:xfrm>
              <a:off x="6856774" y="3106781"/>
              <a:ext cx="550800" cy="360"/>
            </p14:xfrm>
          </p:contentPart>
        </mc:Choice>
        <mc:Fallback xmlns="">
          <p:pic>
            <p:nvPicPr>
              <p:cNvPr id="38" name="Ink 37">
                <a:extLst>
                  <a:ext uri="{FF2B5EF4-FFF2-40B4-BE49-F238E27FC236}">
                    <a16:creationId xmlns:a16="http://schemas.microsoft.com/office/drawing/2014/main" id="{E65C722C-0076-D26B-FCE8-1B9EE1610043}"/>
                  </a:ext>
                </a:extLst>
              </p:cNvPr>
              <p:cNvPicPr/>
              <p:nvPr/>
            </p:nvPicPr>
            <p:blipFill>
              <a:blip r:embed="rId10"/>
              <a:stretch>
                <a:fillRect/>
              </a:stretch>
            </p:blipFill>
            <p:spPr>
              <a:xfrm>
                <a:off x="6802774" y="2998781"/>
                <a:ext cx="6584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9" name="Ink 38">
                <a:extLst>
                  <a:ext uri="{FF2B5EF4-FFF2-40B4-BE49-F238E27FC236}">
                    <a16:creationId xmlns:a16="http://schemas.microsoft.com/office/drawing/2014/main" id="{47ECFED8-7BC7-DD3F-3FA2-EDDE856871B3}"/>
                  </a:ext>
                </a:extLst>
              </p14:cNvPr>
              <p14:cNvContentPartPr/>
              <p14:nvPr/>
            </p14:nvContentPartPr>
            <p14:xfrm>
              <a:off x="5958214" y="2849021"/>
              <a:ext cx="513000" cy="3240"/>
            </p14:xfrm>
          </p:contentPart>
        </mc:Choice>
        <mc:Fallback xmlns="">
          <p:pic>
            <p:nvPicPr>
              <p:cNvPr id="39" name="Ink 38">
                <a:extLst>
                  <a:ext uri="{FF2B5EF4-FFF2-40B4-BE49-F238E27FC236}">
                    <a16:creationId xmlns:a16="http://schemas.microsoft.com/office/drawing/2014/main" id="{47ECFED8-7BC7-DD3F-3FA2-EDDE856871B3}"/>
                  </a:ext>
                </a:extLst>
              </p:cNvPr>
              <p:cNvPicPr/>
              <p:nvPr/>
            </p:nvPicPr>
            <p:blipFill>
              <a:blip r:embed="rId12"/>
              <a:stretch>
                <a:fillRect/>
              </a:stretch>
            </p:blipFill>
            <p:spPr>
              <a:xfrm>
                <a:off x="5904214" y="2741381"/>
                <a:ext cx="62064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0" name="Ink 39">
                <a:extLst>
                  <a:ext uri="{FF2B5EF4-FFF2-40B4-BE49-F238E27FC236}">
                    <a16:creationId xmlns:a16="http://schemas.microsoft.com/office/drawing/2014/main" id="{37DFACFE-5513-D0FB-8D90-AF6094A68F5F}"/>
                  </a:ext>
                </a:extLst>
              </p14:cNvPr>
              <p14:cNvContentPartPr/>
              <p14:nvPr/>
            </p14:nvContentPartPr>
            <p14:xfrm>
              <a:off x="6879814" y="2802221"/>
              <a:ext cx="529560" cy="3600"/>
            </p14:xfrm>
          </p:contentPart>
        </mc:Choice>
        <mc:Fallback xmlns="">
          <p:pic>
            <p:nvPicPr>
              <p:cNvPr id="40" name="Ink 39">
                <a:extLst>
                  <a:ext uri="{FF2B5EF4-FFF2-40B4-BE49-F238E27FC236}">
                    <a16:creationId xmlns:a16="http://schemas.microsoft.com/office/drawing/2014/main" id="{37DFACFE-5513-D0FB-8D90-AF6094A68F5F}"/>
                  </a:ext>
                </a:extLst>
              </p:cNvPr>
              <p:cNvPicPr/>
              <p:nvPr/>
            </p:nvPicPr>
            <p:blipFill>
              <a:blip r:embed="rId14"/>
              <a:stretch>
                <a:fillRect/>
              </a:stretch>
            </p:blipFill>
            <p:spPr>
              <a:xfrm>
                <a:off x="6826174" y="2694221"/>
                <a:ext cx="63720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1" name="Ink 40">
                <a:extLst>
                  <a:ext uri="{FF2B5EF4-FFF2-40B4-BE49-F238E27FC236}">
                    <a16:creationId xmlns:a16="http://schemas.microsoft.com/office/drawing/2014/main" id="{B1D1AFFA-87D8-60C1-70D6-967FEE9BFBA1}"/>
                  </a:ext>
                </a:extLst>
              </p14:cNvPr>
              <p14:cNvContentPartPr/>
              <p14:nvPr/>
            </p14:nvContentPartPr>
            <p14:xfrm>
              <a:off x="5878654" y="4308461"/>
              <a:ext cx="609120" cy="7920"/>
            </p14:xfrm>
          </p:contentPart>
        </mc:Choice>
        <mc:Fallback xmlns="">
          <p:pic>
            <p:nvPicPr>
              <p:cNvPr id="41" name="Ink 40">
                <a:extLst>
                  <a:ext uri="{FF2B5EF4-FFF2-40B4-BE49-F238E27FC236}">
                    <a16:creationId xmlns:a16="http://schemas.microsoft.com/office/drawing/2014/main" id="{B1D1AFFA-87D8-60C1-70D6-967FEE9BFBA1}"/>
                  </a:ext>
                </a:extLst>
              </p:cNvPr>
              <p:cNvPicPr/>
              <p:nvPr/>
            </p:nvPicPr>
            <p:blipFill>
              <a:blip r:embed="rId16"/>
              <a:stretch>
                <a:fillRect/>
              </a:stretch>
            </p:blipFill>
            <p:spPr>
              <a:xfrm>
                <a:off x="5824654" y="4200461"/>
                <a:ext cx="71676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2" name="Ink 41">
                <a:extLst>
                  <a:ext uri="{FF2B5EF4-FFF2-40B4-BE49-F238E27FC236}">
                    <a16:creationId xmlns:a16="http://schemas.microsoft.com/office/drawing/2014/main" id="{73AD2B01-18E6-9B54-DBD4-30DF602441E7}"/>
                  </a:ext>
                </a:extLst>
              </p14:cNvPr>
              <p14:cNvContentPartPr/>
              <p14:nvPr/>
            </p14:nvContentPartPr>
            <p14:xfrm>
              <a:off x="6831934" y="4359941"/>
              <a:ext cx="605880" cy="5400"/>
            </p14:xfrm>
          </p:contentPart>
        </mc:Choice>
        <mc:Fallback xmlns="">
          <p:pic>
            <p:nvPicPr>
              <p:cNvPr id="42" name="Ink 41">
                <a:extLst>
                  <a:ext uri="{FF2B5EF4-FFF2-40B4-BE49-F238E27FC236}">
                    <a16:creationId xmlns:a16="http://schemas.microsoft.com/office/drawing/2014/main" id="{73AD2B01-18E6-9B54-DBD4-30DF602441E7}"/>
                  </a:ext>
                </a:extLst>
              </p:cNvPr>
              <p:cNvPicPr/>
              <p:nvPr/>
            </p:nvPicPr>
            <p:blipFill>
              <a:blip r:embed="rId18"/>
              <a:stretch>
                <a:fillRect/>
              </a:stretch>
            </p:blipFill>
            <p:spPr>
              <a:xfrm>
                <a:off x="6777934" y="4251941"/>
                <a:ext cx="71352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43" name="Ink 42">
                <a:extLst>
                  <a:ext uri="{FF2B5EF4-FFF2-40B4-BE49-F238E27FC236}">
                    <a16:creationId xmlns:a16="http://schemas.microsoft.com/office/drawing/2014/main" id="{B950D463-7CF6-F15C-A3C6-1537F65A9843}"/>
                  </a:ext>
                </a:extLst>
              </p14:cNvPr>
              <p14:cNvContentPartPr/>
              <p14:nvPr/>
            </p14:nvContentPartPr>
            <p14:xfrm>
              <a:off x="5962894" y="6370901"/>
              <a:ext cx="535320" cy="7560"/>
            </p14:xfrm>
          </p:contentPart>
        </mc:Choice>
        <mc:Fallback xmlns="">
          <p:pic>
            <p:nvPicPr>
              <p:cNvPr id="43" name="Ink 42">
                <a:extLst>
                  <a:ext uri="{FF2B5EF4-FFF2-40B4-BE49-F238E27FC236}">
                    <a16:creationId xmlns:a16="http://schemas.microsoft.com/office/drawing/2014/main" id="{B950D463-7CF6-F15C-A3C6-1537F65A9843}"/>
                  </a:ext>
                </a:extLst>
              </p:cNvPr>
              <p:cNvPicPr/>
              <p:nvPr/>
            </p:nvPicPr>
            <p:blipFill>
              <a:blip r:embed="rId20"/>
              <a:stretch>
                <a:fillRect/>
              </a:stretch>
            </p:blipFill>
            <p:spPr>
              <a:xfrm>
                <a:off x="5909254" y="6263261"/>
                <a:ext cx="64296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44" name="Ink 43">
                <a:extLst>
                  <a:ext uri="{FF2B5EF4-FFF2-40B4-BE49-F238E27FC236}">
                    <a16:creationId xmlns:a16="http://schemas.microsoft.com/office/drawing/2014/main" id="{A41C7DA5-38ED-1A86-A4DB-68311BD5AF24}"/>
                  </a:ext>
                </a:extLst>
              </p14:cNvPr>
              <p14:cNvContentPartPr/>
              <p14:nvPr/>
            </p14:nvContentPartPr>
            <p14:xfrm>
              <a:off x="6807094" y="6336341"/>
              <a:ext cx="601920" cy="18360"/>
            </p14:xfrm>
          </p:contentPart>
        </mc:Choice>
        <mc:Fallback xmlns="">
          <p:pic>
            <p:nvPicPr>
              <p:cNvPr id="44" name="Ink 43">
                <a:extLst>
                  <a:ext uri="{FF2B5EF4-FFF2-40B4-BE49-F238E27FC236}">
                    <a16:creationId xmlns:a16="http://schemas.microsoft.com/office/drawing/2014/main" id="{A41C7DA5-38ED-1A86-A4DB-68311BD5AF24}"/>
                  </a:ext>
                </a:extLst>
              </p:cNvPr>
              <p:cNvPicPr/>
              <p:nvPr/>
            </p:nvPicPr>
            <p:blipFill>
              <a:blip r:embed="rId22"/>
              <a:stretch>
                <a:fillRect/>
              </a:stretch>
            </p:blipFill>
            <p:spPr>
              <a:xfrm>
                <a:off x="6753454" y="6228341"/>
                <a:ext cx="70956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45" name="Ink 44">
                <a:extLst>
                  <a:ext uri="{FF2B5EF4-FFF2-40B4-BE49-F238E27FC236}">
                    <a16:creationId xmlns:a16="http://schemas.microsoft.com/office/drawing/2014/main" id="{162B9309-A9CF-2014-1ABB-1E5655F922E3}"/>
                  </a:ext>
                </a:extLst>
              </p14:cNvPr>
              <p14:cNvContentPartPr/>
              <p14:nvPr/>
            </p14:nvContentPartPr>
            <p14:xfrm>
              <a:off x="5961094" y="6124661"/>
              <a:ext cx="517680" cy="3600"/>
            </p14:xfrm>
          </p:contentPart>
        </mc:Choice>
        <mc:Fallback xmlns="">
          <p:pic>
            <p:nvPicPr>
              <p:cNvPr id="45" name="Ink 44">
                <a:extLst>
                  <a:ext uri="{FF2B5EF4-FFF2-40B4-BE49-F238E27FC236}">
                    <a16:creationId xmlns:a16="http://schemas.microsoft.com/office/drawing/2014/main" id="{162B9309-A9CF-2014-1ABB-1E5655F922E3}"/>
                  </a:ext>
                </a:extLst>
              </p:cNvPr>
              <p:cNvPicPr/>
              <p:nvPr/>
            </p:nvPicPr>
            <p:blipFill>
              <a:blip r:embed="rId24"/>
              <a:stretch>
                <a:fillRect/>
              </a:stretch>
            </p:blipFill>
            <p:spPr>
              <a:xfrm>
                <a:off x="5907454" y="6017021"/>
                <a:ext cx="62532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46" name="Ink 45">
                <a:extLst>
                  <a:ext uri="{FF2B5EF4-FFF2-40B4-BE49-F238E27FC236}">
                    <a16:creationId xmlns:a16="http://schemas.microsoft.com/office/drawing/2014/main" id="{4DC72C7A-71CB-0FB9-812F-1028EBB3AD71}"/>
                  </a:ext>
                </a:extLst>
              </p14:cNvPr>
              <p14:cNvContentPartPr/>
              <p14:nvPr/>
            </p14:nvContentPartPr>
            <p14:xfrm>
              <a:off x="6927694" y="6116381"/>
              <a:ext cx="496080" cy="7200"/>
            </p14:xfrm>
          </p:contentPart>
        </mc:Choice>
        <mc:Fallback xmlns="">
          <p:pic>
            <p:nvPicPr>
              <p:cNvPr id="46" name="Ink 45">
                <a:extLst>
                  <a:ext uri="{FF2B5EF4-FFF2-40B4-BE49-F238E27FC236}">
                    <a16:creationId xmlns:a16="http://schemas.microsoft.com/office/drawing/2014/main" id="{4DC72C7A-71CB-0FB9-812F-1028EBB3AD71}"/>
                  </a:ext>
                </a:extLst>
              </p:cNvPr>
              <p:cNvPicPr/>
              <p:nvPr/>
            </p:nvPicPr>
            <p:blipFill>
              <a:blip r:embed="rId26"/>
              <a:stretch>
                <a:fillRect/>
              </a:stretch>
            </p:blipFill>
            <p:spPr>
              <a:xfrm>
                <a:off x="6873694" y="6008381"/>
                <a:ext cx="60372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7" name="Ink 46">
                <a:extLst>
                  <a:ext uri="{FF2B5EF4-FFF2-40B4-BE49-F238E27FC236}">
                    <a16:creationId xmlns:a16="http://schemas.microsoft.com/office/drawing/2014/main" id="{4C61225D-F528-C765-D0EA-AF2861980B78}"/>
                  </a:ext>
                </a:extLst>
              </p14:cNvPr>
              <p14:cNvContentPartPr/>
              <p14:nvPr/>
            </p14:nvContentPartPr>
            <p14:xfrm>
              <a:off x="5920774" y="5376221"/>
              <a:ext cx="498240" cy="360"/>
            </p14:xfrm>
          </p:contentPart>
        </mc:Choice>
        <mc:Fallback xmlns="">
          <p:pic>
            <p:nvPicPr>
              <p:cNvPr id="47" name="Ink 46">
                <a:extLst>
                  <a:ext uri="{FF2B5EF4-FFF2-40B4-BE49-F238E27FC236}">
                    <a16:creationId xmlns:a16="http://schemas.microsoft.com/office/drawing/2014/main" id="{4C61225D-F528-C765-D0EA-AF2861980B78}"/>
                  </a:ext>
                </a:extLst>
              </p:cNvPr>
              <p:cNvPicPr/>
              <p:nvPr/>
            </p:nvPicPr>
            <p:blipFill>
              <a:blip r:embed="rId28"/>
              <a:stretch>
                <a:fillRect/>
              </a:stretch>
            </p:blipFill>
            <p:spPr>
              <a:xfrm>
                <a:off x="5866774" y="5268581"/>
                <a:ext cx="6058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48" name="Ink 47">
                <a:extLst>
                  <a:ext uri="{FF2B5EF4-FFF2-40B4-BE49-F238E27FC236}">
                    <a16:creationId xmlns:a16="http://schemas.microsoft.com/office/drawing/2014/main" id="{40C33C50-5E16-2BD9-23A0-F6905E76B362}"/>
                  </a:ext>
                </a:extLst>
              </p14:cNvPr>
              <p14:cNvContentPartPr/>
              <p14:nvPr/>
            </p14:nvContentPartPr>
            <p14:xfrm>
              <a:off x="6888094" y="5357141"/>
              <a:ext cx="566640" cy="26280"/>
            </p14:xfrm>
          </p:contentPart>
        </mc:Choice>
        <mc:Fallback xmlns="">
          <p:pic>
            <p:nvPicPr>
              <p:cNvPr id="48" name="Ink 47">
                <a:extLst>
                  <a:ext uri="{FF2B5EF4-FFF2-40B4-BE49-F238E27FC236}">
                    <a16:creationId xmlns:a16="http://schemas.microsoft.com/office/drawing/2014/main" id="{40C33C50-5E16-2BD9-23A0-F6905E76B362}"/>
                  </a:ext>
                </a:extLst>
              </p:cNvPr>
              <p:cNvPicPr/>
              <p:nvPr/>
            </p:nvPicPr>
            <p:blipFill>
              <a:blip r:embed="rId30"/>
              <a:stretch>
                <a:fillRect/>
              </a:stretch>
            </p:blipFill>
            <p:spPr>
              <a:xfrm>
                <a:off x="6834094" y="5249141"/>
                <a:ext cx="67428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9" name="Ink 48">
                <a:extLst>
                  <a:ext uri="{FF2B5EF4-FFF2-40B4-BE49-F238E27FC236}">
                    <a16:creationId xmlns:a16="http://schemas.microsoft.com/office/drawing/2014/main" id="{97B4455F-C2D6-4C2F-457C-760E1F942AF8}"/>
                  </a:ext>
                </a:extLst>
              </p14:cNvPr>
              <p14:cNvContentPartPr/>
              <p14:nvPr/>
            </p14:nvContentPartPr>
            <p14:xfrm>
              <a:off x="5925094" y="4118741"/>
              <a:ext cx="540000" cy="360"/>
            </p14:xfrm>
          </p:contentPart>
        </mc:Choice>
        <mc:Fallback xmlns="">
          <p:pic>
            <p:nvPicPr>
              <p:cNvPr id="49" name="Ink 48">
                <a:extLst>
                  <a:ext uri="{FF2B5EF4-FFF2-40B4-BE49-F238E27FC236}">
                    <a16:creationId xmlns:a16="http://schemas.microsoft.com/office/drawing/2014/main" id="{97B4455F-C2D6-4C2F-457C-760E1F942AF8}"/>
                  </a:ext>
                </a:extLst>
              </p:cNvPr>
              <p:cNvPicPr/>
              <p:nvPr/>
            </p:nvPicPr>
            <p:blipFill>
              <a:blip r:embed="rId32"/>
              <a:stretch>
                <a:fillRect/>
              </a:stretch>
            </p:blipFill>
            <p:spPr>
              <a:xfrm>
                <a:off x="5871454" y="4010741"/>
                <a:ext cx="6476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50" name="Ink 49">
                <a:extLst>
                  <a:ext uri="{FF2B5EF4-FFF2-40B4-BE49-F238E27FC236}">
                    <a16:creationId xmlns:a16="http://schemas.microsoft.com/office/drawing/2014/main" id="{72863DF5-B7FA-38F7-8FBB-D786EE2ECDE8}"/>
                  </a:ext>
                </a:extLst>
              </p14:cNvPr>
              <p14:cNvContentPartPr/>
              <p14:nvPr/>
            </p14:nvContentPartPr>
            <p14:xfrm>
              <a:off x="6938854" y="4092821"/>
              <a:ext cx="460800" cy="360"/>
            </p14:xfrm>
          </p:contentPart>
        </mc:Choice>
        <mc:Fallback xmlns="">
          <p:pic>
            <p:nvPicPr>
              <p:cNvPr id="50" name="Ink 49">
                <a:extLst>
                  <a:ext uri="{FF2B5EF4-FFF2-40B4-BE49-F238E27FC236}">
                    <a16:creationId xmlns:a16="http://schemas.microsoft.com/office/drawing/2014/main" id="{72863DF5-B7FA-38F7-8FBB-D786EE2ECDE8}"/>
                  </a:ext>
                </a:extLst>
              </p:cNvPr>
              <p:cNvPicPr/>
              <p:nvPr/>
            </p:nvPicPr>
            <p:blipFill>
              <a:blip r:embed="rId34"/>
              <a:stretch>
                <a:fillRect/>
              </a:stretch>
            </p:blipFill>
            <p:spPr>
              <a:xfrm>
                <a:off x="6885214" y="3984821"/>
                <a:ext cx="5684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51" name="Ink 50">
                <a:extLst>
                  <a:ext uri="{FF2B5EF4-FFF2-40B4-BE49-F238E27FC236}">
                    <a16:creationId xmlns:a16="http://schemas.microsoft.com/office/drawing/2014/main" id="{4F264385-FB3C-0300-739A-98A717EC09AD}"/>
                  </a:ext>
                </a:extLst>
              </p14:cNvPr>
              <p14:cNvContentPartPr/>
              <p14:nvPr/>
            </p14:nvContentPartPr>
            <p14:xfrm>
              <a:off x="5975134" y="3851981"/>
              <a:ext cx="525600" cy="360"/>
            </p14:xfrm>
          </p:contentPart>
        </mc:Choice>
        <mc:Fallback xmlns="">
          <p:pic>
            <p:nvPicPr>
              <p:cNvPr id="51" name="Ink 50">
                <a:extLst>
                  <a:ext uri="{FF2B5EF4-FFF2-40B4-BE49-F238E27FC236}">
                    <a16:creationId xmlns:a16="http://schemas.microsoft.com/office/drawing/2014/main" id="{4F264385-FB3C-0300-739A-98A717EC09AD}"/>
                  </a:ext>
                </a:extLst>
              </p:cNvPr>
              <p:cNvPicPr/>
              <p:nvPr/>
            </p:nvPicPr>
            <p:blipFill>
              <a:blip r:embed="rId36"/>
              <a:stretch>
                <a:fillRect/>
              </a:stretch>
            </p:blipFill>
            <p:spPr>
              <a:xfrm>
                <a:off x="5921494" y="3743981"/>
                <a:ext cx="6332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52" name="Ink 51">
                <a:extLst>
                  <a:ext uri="{FF2B5EF4-FFF2-40B4-BE49-F238E27FC236}">
                    <a16:creationId xmlns:a16="http://schemas.microsoft.com/office/drawing/2014/main" id="{81D2EA01-E023-2874-222B-F45BC6F54965}"/>
                  </a:ext>
                </a:extLst>
              </p14:cNvPr>
              <p14:cNvContentPartPr/>
              <p14:nvPr/>
            </p14:nvContentPartPr>
            <p14:xfrm>
              <a:off x="6899974" y="3817781"/>
              <a:ext cx="518040" cy="360"/>
            </p14:xfrm>
          </p:contentPart>
        </mc:Choice>
        <mc:Fallback xmlns="">
          <p:pic>
            <p:nvPicPr>
              <p:cNvPr id="52" name="Ink 51">
                <a:extLst>
                  <a:ext uri="{FF2B5EF4-FFF2-40B4-BE49-F238E27FC236}">
                    <a16:creationId xmlns:a16="http://schemas.microsoft.com/office/drawing/2014/main" id="{81D2EA01-E023-2874-222B-F45BC6F54965}"/>
                  </a:ext>
                </a:extLst>
              </p:cNvPr>
              <p:cNvPicPr/>
              <p:nvPr/>
            </p:nvPicPr>
            <p:blipFill>
              <a:blip r:embed="rId38"/>
              <a:stretch>
                <a:fillRect/>
              </a:stretch>
            </p:blipFill>
            <p:spPr>
              <a:xfrm>
                <a:off x="6846334" y="3709781"/>
                <a:ext cx="6256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53" name="Ink 52">
                <a:extLst>
                  <a:ext uri="{FF2B5EF4-FFF2-40B4-BE49-F238E27FC236}">
                    <a16:creationId xmlns:a16="http://schemas.microsoft.com/office/drawing/2014/main" id="{665AB634-F278-0AC4-6259-9FE54269AA28}"/>
                  </a:ext>
                </a:extLst>
              </p14:cNvPr>
              <p14:cNvContentPartPr/>
              <p14:nvPr/>
            </p14:nvContentPartPr>
            <p14:xfrm>
              <a:off x="5950654" y="2112101"/>
              <a:ext cx="536760" cy="360"/>
            </p14:xfrm>
          </p:contentPart>
        </mc:Choice>
        <mc:Fallback xmlns="">
          <p:pic>
            <p:nvPicPr>
              <p:cNvPr id="53" name="Ink 52">
                <a:extLst>
                  <a:ext uri="{FF2B5EF4-FFF2-40B4-BE49-F238E27FC236}">
                    <a16:creationId xmlns:a16="http://schemas.microsoft.com/office/drawing/2014/main" id="{665AB634-F278-0AC4-6259-9FE54269AA28}"/>
                  </a:ext>
                </a:extLst>
              </p:cNvPr>
              <p:cNvPicPr/>
              <p:nvPr/>
            </p:nvPicPr>
            <p:blipFill>
              <a:blip r:embed="rId40"/>
              <a:stretch>
                <a:fillRect/>
              </a:stretch>
            </p:blipFill>
            <p:spPr>
              <a:xfrm>
                <a:off x="5896654" y="2004101"/>
                <a:ext cx="6444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54" name="Ink 53">
                <a:extLst>
                  <a:ext uri="{FF2B5EF4-FFF2-40B4-BE49-F238E27FC236}">
                    <a16:creationId xmlns:a16="http://schemas.microsoft.com/office/drawing/2014/main" id="{ED877293-1719-7733-0A49-FD6BB783A4FD}"/>
                  </a:ext>
                </a:extLst>
              </p14:cNvPr>
              <p14:cNvContentPartPr/>
              <p14:nvPr/>
            </p14:nvContentPartPr>
            <p14:xfrm>
              <a:off x="5916094" y="2314781"/>
              <a:ext cx="573480" cy="16920"/>
            </p14:xfrm>
          </p:contentPart>
        </mc:Choice>
        <mc:Fallback xmlns="">
          <p:pic>
            <p:nvPicPr>
              <p:cNvPr id="54" name="Ink 53">
                <a:extLst>
                  <a:ext uri="{FF2B5EF4-FFF2-40B4-BE49-F238E27FC236}">
                    <a16:creationId xmlns:a16="http://schemas.microsoft.com/office/drawing/2014/main" id="{ED877293-1719-7733-0A49-FD6BB783A4FD}"/>
                  </a:ext>
                </a:extLst>
              </p:cNvPr>
              <p:cNvPicPr/>
              <p:nvPr/>
            </p:nvPicPr>
            <p:blipFill>
              <a:blip r:embed="rId42"/>
              <a:stretch>
                <a:fillRect/>
              </a:stretch>
            </p:blipFill>
            <p:spPr>
              <a:xfrm>
                <a:off x="5862094" y="2206781"/>
                <a:ext cx="68112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55" name="Ink 54">
                <a:extLst>
                  <a:ext uri="{FF2B5EF4-FFF2-40B4-BE49-F238E27FC236}">
                    <a16:creationId xmlns:a16="http://schemas.microsoft.com/office/drawing/2014/main" id="{DD7145C2-D80A-2F49-1863-E6299A192264}"/>
                  </a:ext>
                </a:extLst>
              </p14:cNvPr>
              <p14:cNvContentPartPr/>
              <p14:nvPr/>
            </p14:nvContentPartPr>
            <p14:xfrm>
              <a:off x="5932294" y="1795301"/>
              <a:ext cx="535680" cy="3240"/>
            </p14:xfrm>
          </p:contentPart>
        </mc:Choice>
        <mc:Fallback xmlns="">
          <p:pic>
            <p:nvPicPr>
              <p:cNvPr id="55" name="Ink 54">
                <a:extLst>
                  <a:ext uri="{FF2B5EF4-FFF2-40B4-BE49-F238E27FC236}">
                    <a16:creationId xmlns:a16="http://schemas.microsoft.com/office/drawing/2014/main" id="{DD7145C2-D80A-2F49-1863-E6299A192264}"/>
                  </a:ext>
                </a:extLst>
              </p:cNvPr>
              <p:cNvPicPr/>
              <p:nvPr/>
            </p:nvPicPr>
            <p:blipFill>
              <a:blip r:embed="rId44"/>
              <a:stretch>
                <a:fillRect/>
              </a:stretch>
            </p:blipFill>
            <p:spPr>
              <a:xfrm>
                <a:off x="5878294" y="1687301"/>
                <a:ext cx="64332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56" name="Ink 55">
                <a:extLst>
                  <a:ext uri="{FF2B5EF4-FFF2-40B4-BE49-F238E27FC236}">
                    <a16:creationId xmlns:a16="http://schemas.microsoft.com/office/drawing/2014/main" id="{ABF7236A-9C3B-C66A-F774-F751173B78E7}"/>
                  </a:ext>
                </a:extLst>
              </p14:cNvPr>
              <p14:cNvContentPartPr/>
              <p14:nvPr/>
            </p14:nvContentPartPr>
            <p14:xfrm>
              <a:off x="6870094" y="1827701"/>
              <a:ext cx="616680" cy="10440"/>
            </p14:xfrm>
          </p:contentPart>
        </mc:Choice>
        <mc:Fallback xmlns="">
          <p:pic>
            <p:nvPicPr>
              <p:cNvPr id="56" name="Ink 55">
                <a:extLst>
                  <a:ext uri="{FF2B5EF4-FFF2-40B4-BE49-F238E27FC236}">
                    <a16:creationId xmlns:a16="http://schemas.microsoft.com/office/drawing/2014/main" id="{ABF7236A-9C3B-C66A-F774-F751173B78E7}"/>
                  </a:ext>
                </a:extLst>
              </p:cNvPr>
              <p:cNvPicPr/>
              <p:nvPr/>
            </p:nvPicPr>
            <p:blipFill>
              <a:blip r:embed="rId46"/>
              <a:stretch>
                <a:fillRect/>
              </a:stretch>
            </p:blipFill>
            <p:spPr>
              <a:xfrm>
                <a:off x="6816454" y="1720061"/>
                <a:ext cx="72432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57" name="Ink 56">
                <a:extLst>
                  <a:ext uri="{FF2B5EF4-FFF2-40B4-BE49-F238E27FC236}">
                    <a16:creationId xmlns:a16="http://schemas.microsoft.com/office/drawing/2014/main" id="{7CE5D31D-FA82-0238-5E2C-8E46A7E46E7F}"/>
                  </a:ext>
                </a:extLst>
              </p14:cNvPr>
              <p14:cNvContentPartPr/>
              <p14:nvPr/>
            </p14:nvContentPartPr>
            <p14:xfrm>
              <a:off x="6803494" y="2118941"/>
              <a:ext cx="628200" cy="3600"/>
            </p14:xfrm>
          </p:contentPart>
        </mc:Choice>
        <mc:Fallback xmlns="">
          <p:pic>
            <p:nvPicPr>
              <p:cNvPr id="57" name="Ink 56">
                <a:extLst>
                  <a:ext uri="{FF2B5EF4-FFF2-40B4-BE49-F238E27FC236}">
                    <a16:creationId xmlns:a16="http://schemas.microsoft.com/office/drawing/2014/main" id="{7CE5D31D-FA82-0238-5E2C-8E46A7E46E7F}"/>
                  </a:ext>
                </a:extLst>
              </p:cNvPr>
              <p:cNvPicPr/>
              <p:nvPr/>
            </p:nvPicPr>
            <p:blipFill>
              <a:blip r:embed="rId48"/>
              <a:stretch>
                <a:fillRect/>
              </a:stretch>
            </p:blipFill>
            <p:spPr>
              <a:xfrm>
                <a:off x="6749494" y="2010941"/>
                <a:ext cx="73584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58" name="Ink 57">
                <a:extLst>
                  <a:ext uri="{FF2B5EF4-FFF2-40B4-BE49-F238E27FC236}">
                    <a16:creationId xmlns:a16="http://schemas.microsoft.com/office/drawing/2014/main" id="{B64DAC1A-D890-87E5-EA79-87709ECDC850}"/>
                  </a:ext>
                </a:extLst>
              </p14:cNvPr>
              <p14:cNvContentPartPr/>
              <p14:nvPr/>
            </p14:nvContentPartPr>
            <p14:xfrm>
              <a:off x="6879094" y="2313341"/>
              <a:ext cx="516960" cy="12960"/>
            </p14:xfrm>
          </p:contentPart>
        </mc:Choice>
        <mc:Fallback xmlns="">
          <p:pic>
            <p:nvPicPr>
              <p:cNvPr id="58" name="Ink 57">
                <a:extLst>
                  <a:ext uri="{FF2B5EF4-FFF2-40B4-BE49-F238E27FC236}">
                    <a16:creationId xmlns:a16="http://schemas.microsoft.com/office/drawing/2014/main" id="{B64DAC1A-D890-87E5-EA79-87709ECDC850}"/>
                  </a:ext>
                </a:extLst>
              </p:cNvPr>
              <p:cNvPicPr/>
              <p:nvPr/>
            </p:nvPicPr>
            <p:blipFill>
              <a:blip r:embed="rId50"/>
              <a:stretch>
                <a:fillRect/>
              </a:stretch>
            </p:blipFill>
            <p:spPr>
              <a:xfrm>
                <a:off x="6825094" y="2205701"/>
                <a:ext cx="62460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9" name="Ink 58">
                <a:extLst>
                  <a:ext uri="{FF2B5EF4-FFF2-40B4-BE49-F238E27FC236}">
                    <a16:creationId xmlns:a16="http://schemas.microsoft.com/office/drawing/2014/main" id="{B2B24BDF-9C04-FC56-D8C5-90D4B467448B}"/>
                  </a:ext>
                </a:extLst>
              </p14:cNvPr>
              <p14:cNvContentPartPr/>
              <p14:nvPr/>
            </p14:nvContentPartPr>
            <p14:xfrm>
              <a:off x="7837414" y="4578461"/>
              <a:ext cx="533520" cy="44280"/>
            </p14:xfrm>
          </p:contentPart>
        </mc:Choice>
        <mc:Fallback xmlns="">
          <p:pic>
            <p:nvPicPr>
              <p:cNvPr id="59" name="Ink 58">
                <a:extLst>
                  <a:ext uri="{FF2B5EF4-FFF2-40B4-BE49-F238E27FC236}">
                    <a16:creationId xmlns:a16="http://schemas.microsoft.com/office/drawing/2014/main" id="{B2B24BDF-9C04-FC56-D8C5-90D4B467448B}"/>
                  </a:ext>
                </a:extLst>
              </p:cNvPr>
              <p:cNvPicPr/>
              <p:nvPr/>
            </p:nvPicPr>
            <p:blipFill>
              <a:blip r:embed="rId52"/>
              <a:stretch>
                <a:fillRect/>
              </a:stretch>
            </p:blipFill>
            <p:spPr>
              <a:xfrm>
                <a:off x="7783414" y="4470461"/>
                <a:ext cx="64116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60" name="Ink 59">
                <a:extLst>
                  <a:ext uri="{FF2B5EF4-FFF2-40B4-BE49-F238E27FC236}">
                    <a16:creationId xmlns:a16="http://schemas.microsoft.com/office/drawing/2014/main" id="{71B402C7-4F5E-133E-ADD4-8AAC37CBCCAE}"/>
                  </a:ext>
                </a:extLst>
              </p14:cNvPr>
              <p14:cNvContentPartPr/>
              <p14:nvPr/>
            </p14:nvContentPartPr>
            <p14:xfrm>
              <a:off x="7778734" y="5546141"/>
              <a:ext cx="639000" cy="97200"/>
            </p14:xfrm>
          </p:contentPart>
        </mc:Choice>
        <mc:Fallback xmlns="">
          <p:pic>
            <p:nvPicPr>
              <p:cNvPr id="60" name="Ink 59">
                <a:extLst>
                  <a:ext uri="{FF2B5EF4-FFF2-40B4-BE49-F238E27FC236}">
                    <a16:creationId xmlns:a16="http://schemas.microsoft.com/office/drawing/2014/main" id="{71B402C7-4F5E-133E-ADD4-8AAC37CBCCAE}"/>
                  </a:ext>
                </a:extLst>
              </p:cNvPr>
              <p:cNvPicPr/>
              <p:nvPr/>
            </p:nvPicPr>
            <p:blipFill>
              <a:blip r:embed="rId54"/>
              <a:stretch>
                <a:fillRect/>
              </a:stretch>
            </p:blipFill>
            <p:spPr>
              <a:xfrm>
                <a:off x="7725094" y="5438501"/>
                <a:ext cx="746640" cy="3128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61" name="Ink 60">
                <a:extLst>
                  <a:ext uri="{FF2B5EF4-FFF2-40B4-BE49-F238E27FC236}">
                    <a16:creationId xmlns:a16="http://schemas.microsoft.com/office/drawing/2014/main" id="{97F1328F-4723-BA20-3C95-399A5AFE24A2}"/>
                  </a:ext>
                </a:extLst>
              </p14:cNvPr>
              <p14:cNvContentPartPr/>
              <p14:nvPr/>
            </p14:nvContentPartPr>
            <p14:xfrm>
              <a:off x="6901054" y="5596541"/>
              <a:ext cx="490320" cy="360"/>
            </p14:xfrm>
          </p:contentPart>
        </mc:Choice>
        <mc:Fallback xmlns="">
          <p:pic>
            <p:nvPicPr>
              <p:cNvPr id="61" name="Ink 60">
                <a:extLst>
                  <a:ext uri="{FF2B5EF4-FFF2-40B4-BE49-F238E27FC236}">
                    <a16:creationId xmlns:a16="http://schemas.microsoft.com/office/drawing/2014/main" id="{97F1328F-4723-BA20-3C95-399A5AFE24A2}"/>
                  </a:ext>
                </a:extLst>
              </p:cNvPr>
              <p:cNvPicPr/>
              <p:nvPr/>
            </p:nvPicPr>
            <p:blipFill>
              <a:blip r:embed="rId56"/>
              <a:stretch>
                <a:fillRect/>
              </a:stretch>
            </p:blipFill>
            <p:spPr>
              <a:xfrm>
                <a:off x="6847414" y="5488541"/>
                <a:ext cx="5979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62" name="Ink 61">
                <a:extLst>
                  <a:ext uri="{FF2B5EF4-FFF2-40B4-BE49-F238E27FC236}">
                    <a16:creationId xmlns:a16="http://schemas.microsoft.com/office/drawing/2014/main" id="{0C481797-AF75-7542-51AA-1FC26C481F6D}"/>
                  </a:ext>
                </a:extLst>
              </p14:cNvPr>
              <p14:cNvContentPartPr/>
              <p14:nvPr/>
            </p14:nvContentPartPr>
            <p14:xfrm>
              <a:off x="6876934" y="4595021"/>
              <a:ext cx="522360" cy="360"/>
            </p14:xfrm>
          </p:contentPart>
        </mc:Choice>
        <mc:Fallback xmlns="">
          <p:pic>
            <p:nvPicPr>
              <p:cNvPr id="62" name="Ink 61">
                <a:extLst>
                  <a:ext uri="{FF2B5EF4-FFF2-40B4-BE49-F238E27FC236}">
                    <a16:creationId xmlns:a16="http://schemas.microsoft.com/office/drawing/2014/main" id="{0C481797-AF75-7542-51AA-1FC26C481F6D}"/>
                  </a:ext>
                </a:extLst>
              </p:cNvPr>
              <p:cNvPicPr/>
              <p:nvPr/>
            </p:nvPicPr>
            <p:blipFill>
              <a:blip r:embed="rId58"/>
              <a:stretch>
                <a:fillRect/>
              </a:stretch>
            </p:blipFill>
            <p:spPr>
              <a:xfrm>
                <a:off x="6822934" y="4487381"/>
                <a:ext cx="630000" cy="216000"/>
              </a:xfrm>
              <a:prstGeom prst="rect">
                <a:avLst/>
              </a:prstGeom>
            </p:spPr>
          </p:pic>
        </mc:Fallback>
      </mc:AlternateContent>
      <p:sp>
        <p:nvSpPr>
          <p:cNvPr id="63" name="TextBox 62">
            <a:extLst>
              <a:ext uri="{FF2B5EF4-FFF2-40B4-BE49-F238E27FC236}">
                <a16:creationId xmlns:a16="http://schemas.microsoft.com/office/drawing/2014/main" id="{726152DD-36DD-F6F9-274B-07E467C4F698}"/>
              </a:ext>
            </a:extLst>
          </p:cNvPr>
          <p:cNvSpPr txBox="1"/>
          <p:nvPr/>
        </p:nvSpPr>
        <p:spPr>
          <a:xfrm>
            <a:off x="6453214" y="333635"/>
            <a:ext cx="1927654" cy="369332"/>
          </a:xfrm>
          <a:prstGeom prst="rect">
            <a:avLst/>
          </a:prstGeom>
          <a:noFill/>
        </p:spPr>
        <p:txBody>
          <a:bodyPr wrap="square" rtlCol="0">
            <a:spAutoFit/>
          </a:bodyPr>
          <a:lstStyle/>
          <a:p>
            <a:r>
              <a:rPr lang="en-US" dirty="0"/>
              <a:t>2 collapsed folds </a:t>
            </a:r>
          </a:p>
        </p:txBody>
      </p:sp>
      <p:sp>
        <p:nvSpPr>
          <p:cNvPr id="2" name="Slide Number Placeholder 1">
            <a:extLst>
              <a:ext uri="{FF2B5EF4-FFF2-40B4-BE49-F238E27FC236}">
                <a16:creationId xmlns:a16="http://schemas.microsoft.com/office/drawing/2014/main" id="{DA231E06-D0B1-C635-3583-25EAB9FB8E62}"/>
              </a:ext>
            </a:extLst>
          </p:cNvPr>
          <p:cNvSpPr>
            <a:spLocks noGrp="1"/>
          </p:cNvSpPr>
          <p:nvPr>
            <p:ph type="sldNum" sz="quarter" idx="12"/>
          </p:nvPr>
        </p:nvSpPr>
        <p:spPr/>
        <p:txBody>
          <a:bodyPr/>
          <a:lstStyle/>
          <a:p>
            <a:fld id="{0CB925E2-E8C9-4143-BCD5-4CDDC2142BEC}" type="slidenum">
              <a:rPr lang="en-US" smtClean="0"/>
              <a:t>28</a:t>
            </a:fld>
            <a:endParaRPr lang="en-US"/>
          </a:p>
        </p:txBody>
      </p:sp>
    </p:spTree>
    <p:extLst>
      <p:ext uri="{BB962C8B-B14F-4D97-AF65-F5344CB8AC3E}">
        <p14:creationId xmlns:p14="http://schemas.microsoft.com/office/powerpoint/2010/main" val="29811702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AEC99-9F68-C592-EE8E-EE3611515DD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DDA75C0-257D-BD37-C128-4341AC780971}"/>
              </a:ext>
            </a:extLst>
          </p:cNvPr>
          <p:cNvSpPr txBox="1"/>
          <p:nvPr/>
        </p:nvSpPr>
        <p:spPr>
          <a:xfrm>
            <a:off x="175080" y="94390"/>
            <a:ext cx="6065081" cy="461665"/>
          </a:xfrm>
          <a:prstGeom prst="rect">
            <a:avLst/>
          </a:prstGeom>
          <a:noFill/>
        </p:spPr>
        <p:txBody>
          <a:bodyPr wrap="square" rtlCol="0">
            <a:spAutoFit/>
          </a:bodyPr>
          <a:lstStyle/>
          <a:p>
            <a:r>
              <a:rPr lang="en-US" sz="2400" b="1" u="sng" dirty="0"/>
              <a:t>Binary Classifier (Perceived RD</a:t>
            </a:r>
            <a:r>
              <a:rPr lang="en-US" dirty="0"/>
              <a:t>)</a:t>
            </a:r>
          </a:p>
        </p:txBody>
      </p:sp>
      <p:sp>
        <p:nvSpPr>
          <p:cNvPr id="6" name="TextBox 5">
            <a:extLst>
              <a:ext uri="{FF2B5EF4-FFF2-40B4-BE49-F238E27FC236}">
                <a16:creationId xmlns:a16="http://schemas.microsoft.com/office/drawing/2014/main" id="{BDD5B4A3-4B78-8B4A-7BCF-CA21E8EC5D55}"/>
              </a:ext>
            </a:extLst>
          </p:cNvPr>
          <p:cNvSpPr txBox="1"/>
          <p:nvPr/>
        </p:nvSpPr>
        <p:spPr>
          <a:xfrm>
            <a:off x="8737257" y="94389"/>
            <a:ext cx="2545492" cy="461665"/>
          </a:xfrm>
          <a:prstGeom prst="rect">
            <a:avLst/>
          </a:prstGeom>
          <a:noFill/>
        </p:spPr>
        <p:txBody>
          <a:bodyPr wrap="square" rtlCol="0">
            <a:spAutoFit/>
          </a:bodyPr>
          <a:lstStyle/>
          <a:p>
            <a:r>
              <a:rPr lang="en-US" sz="2400" b="1" dirty="0">
                <a:solidFill>
                  <a:schemeClr val="accent5">
                    <a:lumMod val="60000"/>
                    <a:lumOff val="40000"/>
                  </a:schemeClr>
                </a:solidFill>
              </a:rPr>
              <a:t>Phase 4b</a:t>
            </a:r>
          </a:p>
        </p:txBody>
      </p:sp>
      <p:sp>
        <p:nvSpPr>
          <p:cNvPr id="2" name="Slide Number Placeholder 1">
            <a:extLst>
              <a:ext uri="{FF2B5EF4-FFF2-40B4-BE49-F238E27FC236}">
                <a16:creationId xmlns:a16="http://schemas.microsoft.com/office/drawing/2014/main" id="{7421FF26-0A77-8080-2444-D0E2C181B0DD}"/>
              </a:ext>
            </a:extLst>
          </p:cNvPr>
          <p:cNvSpPr>
            <a:spLocks noGrp="1"/>
          </p:cNvSpPr>
          <p:nvPr>
            <p:ph type="sldNum" sz="quarter" idx="12"/>
          </p:nvPr>
        </p:nvSpPr>
        <p:spPr>
          <a:xfrm>
            <a:off x="9496020" y="6398486"/>
            <a:ext cx="2743200" cy="365125"/>
          </a:xfrm>
        </p:spPr>
        <p:txBody>
          <a:bodyPr/>
          <a:lstStyle/>
          <a:p>
            <a:fld id="{0CB925E2-E8C9-4143-BCD5-4CDDC2142BEC}" type="slidenum">
              <a:rPr lang="en-US" smtClean="0"/>
              <a:t>29</a:t>
            </a:fld>
            <a:endParaRPr lang="en-US" dirty="0"/>
          </a:p>
        </p:txBody>
      </p:sp>
      <p:pic>
        <p:nvPicPr>
          <p:cNvPr id="4" name="Picture 3">
            <a:extLst>
              <a:ext uri="{FF2B5EF4-FFF2-40B4-BE49-F238E27FC236}">
                <a16:creationId xmlns:a16="http://schemas.microsoft.com/office/drawing/2014/main" id="{00B18BF4-AB11-6222-779F-C6A8CE1E6842}"/>
              </a:ext>
            </a:extLst>
          </p:cNvPr>
          <p:cNvPicPr>
            <a:picLocks noChangeAspect="1"/>
          </p:cNvPicPr>
          <p:nvPr/>
        </p:nvPicPr>
        <p:blipFill>
          <a:blip r:embed="rId2"/>
          <a:stretch>
            <a:fillRect/>
          </a:stretch>
        </p:blipFill>
        <p:spPr>
          <a:xfrm>
            <a:off x="527417" y="864961"/>
            <a:ext cx="5364745" cy="5856514"/>
          </a:xfrm>
          <a:prstGeom prst="rect">
            <a:avLst/>
          </a:prstGeom>
        </p:spPr>
      </p:pic>
      <p:pic>
        <p:nvPicPr>
          <p:cNvPr id="7" name="Picture 6">
            <a:extLst>
              <a:ext uri="{FF2B5EF4-FFF2-40B4-BE49-F238E27FC236}">
                <a16:creationId xmlns:a16="http://schemas.microsoft.com/office/drawing/2014/main" id="{BE7CBAC8-3313-F5A3-EA76-15DBE7C54CEF}"/>
              </a:ext>
            </a:extLst>
          </p:cNvPr>
          <p:cNvPicPr>
            <a:picLocks noChangeAspect="1"/>
          </p:cNvPicPr>
          <p:nvPr/>
        </p:nvPicPr>
        <p:blipFill>
          <a:blip r:embed="rId3"/>
          <a:stretch>
            <a:fillRect/>
          </a:stretch>
        </p:blipFill>
        <p:spPr>
          <a:xfrm>
            <a:off x="6096000" y="1025042"/>
            <a:ext cx="6025328" cy="3066201"/>
          </a:xfrm>
          <a:prstGeom prst="rect">
            <a:avLst/>
          </a:prstGeom>
        </p:spPr>
      </p:pic>
      <mc:AlternateContent xmlns:mc="http://schemas.openxmlformats.org/markup-compatibility/2006">
        <mc:Choice xmlns:p14="http://schemas.microsoft.com/office/powerpoint/2010/main" Requires="p14">
          <p:contentPart p14:bwMode="auto" r:id="rId4">
            <p14:nvContentPartPr>
              <p14:cNvPr id="8" name="Ink 7">
                <a:extLst>
                  <a:ext uri="{FF2B5EF4-FFF2-40B4-BE49-F238E27FC236}">
                    <a16:creationId xmlns:a16="http://schemas.microsoft.com/office/drawing/2014/main" id="{DE659783-C26D-5F5B-0860-C43116150B76}"/>
                  </a:ext>
                </a:extLst>
              </p14:cNvPr>
              <p14:cNvContentPartPr/>
              <p14:nvPr/>
            </p14:nvContentPartPr>
            <p14:xfrm>
              <a:off x="4004040" y="1887291"/>
              <a:ext cx="1782360" cy="94320"/>
            </p14:xfrm>
          </p:contentPart>
        </mc:Choice>
        <mc:Fallback>
          <p:pic>
            <p:nvPicPr>
              <p:cNvPr id="8" name="Ink 7">
                <a:extLst>
                  <a:ext uri="{FF2B5EF4-FFF2-40B4-BE49-F238E27FC236}">
                    <a16:creationId xmlns:a16="http://schemas.microsoft.com/office/drawing/2014/main" id="{DE659783-C26D-5F5B-0860-C43116150B76}"/>
                  </a:ext>
                </a:extLst>
              </p:cNvPr>
              <p:cNvPicPr/>
              <p:nvPr/>
            </p:nvPicPr>
            <p:blipFill>
              <a:blip r:embed="rId5"/>
              <a:stretch>
                <a:fillRect/>
              </a:stretch>
            </p:blipFill>
            <p:spPr>
              <a:xfrm>
                <a:off x="3950400" y="1779291"/>
                <a:ext cx="1890000" cy="3099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9" name="Ink 8">
                <a:extLst>
                  <a:ext uri="{FF2B5EF4-FFF2-40B4-BE49-F238E27FC236}">
                    <a16:creationId xmlns:a16="http://schemas.microsoft.com/office/drawing/2014/main" id="{2235D0CC-C645-431D-187A-D10464BE74ED}"/>
                  </a:ext>
                </a:extLst>
              </p14:cNvPr>
              <p14:cNvContentPartPr/>
              <p14:nvPr/>
            </p14:nvContentPartPr>
            <p14:xfrm>
              <a:off x="3994320" y="2708451"/>
              <a:ext cx="1787400" cy="32400"/>
            </p14:xfrm>
          </p:contentPart>
        </mc:Choice>
        <mc:Fallback>
          <p:pic>
            <p:nvPicPr>
              <p:cNvPr id="9" name="Ink 8">
                <a:extLst>
                  <a:ext uri="{FF2B5EF4-FFF2-40B4-BE49-F238E27FC236}">
                    <a16:creationId xmlns:a16="http://schemas.microsoft.com/office/drawing/2014/main" id="{2235D0CC-C645-431D-187A-D10464BE74ED}"/>
                  </a:ext>
                </a:extLst>
              </p:cNvPr>
              <p:cNvPicPr/>
              <p:nvPr/>
            </p:nvPicPr>
            <p:blipFill>
              <a:blip r:embed="rId7"/>
              <a:stretch>
                <a:fillRect/>
              </a:stretch>
            </p:blipFill>
            <p:spPr>
              <a:xfrm>
                <a:off x="3940320" y="2600451"/>
                <a:ext cx="189504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0" name="Ink 9">
                <a:extLst>
                  <a:ext uri="{FF2B5EF4-FFF2-40B4-BE49-F238E27FC236}">
                    <a16:creationId xmlns:a16="http://schemas.microsoft.com/office/drawing/2014/main" id="{0413ABCE-4766-F1C2-E3BD-5555B26470A4}"/>
                  </a:ext>
                </a:extLst>
              </p14:cNvPr>
              <p14:cNvContentPartPr/>
              <p14:nvPr/>
            </p14:nvContentPartPr>
            <p14:xfrm>
              <a:off x="3955080" y="3554091"/>
              <a:ext cx="1848240" cy="54720"/>
            </p14:xfrm>
          </p:contentPart>
        </mc:Choice>
        <mc:Fallback>
          <p:pic>
            <p:nvPicPr>
              <p:cNvPr id="10" name="Ink 9">
                <a:extLst>
                  <a:ext uri="{FF2B5EF4-FFF2-40B4-BE49-F238E27FC236}">
                    <a16:creationId xmlns:a16="http://schemas.microsoft.com/office/drawing/2014/main" id="{0413ABCE-4766-F1C2-E3BD-5555B26470A4}"/>
                  </a:ext>
                </a:extLst>
              </p:cNvPr>
              <p:cNvPicPr/>
              <p:nvPr/>
            </p:nvPicPr>
            <p:blipFill>
              <a:blip r:embed="rId9"/>
              <a:stretch>
                <a:fillRect/>
              </a:stretch>
            </p:blipFill>
            <p:spPr>
              <a:xfrm>
                <a:off x="3901440" y="3446091"/>
                <a:ext cx="1955880" cy="2703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1" name="Ink 10">
                <a:extLst>
                  <a:ext uri="{FF2B5EF4-FFF2-40B4-BE49-F238E27FC236}">
                    <a16:creationId xmlns:a16="http://schemas.microsoft.com/office/drawing/2014/main" id="{52FE06C1-BBCB-A388-B9D6-58CDA94872C3}"/>
                  </a:ext>
                </a:extLst>
              </p14:cNvPr>
              <p14:cNvContentPartPr/>
              <p14:nvPr/>
            </p14:nvContentPartPr>
            <p14:xfrm>
              <a:off x="3979920" y="4359771"/>
              <a:ext cx="1827720" cy="11880"/>
            </p14:xfrm>
          </p:contentPart>
        </mc:Choice>
        <mc:Fallback>
          <p:pic>
            <p:nvPicPr>
              <p:cNvPr id="11" name="Ink 10">
                <a:extLst>
                  <a:ext uri="{FF2B5EF4-FFF2-40B4-BE49-F238E27FC236}">
                    <a16:creationId xmlns:a16="http://schemas.microsoft.com/office/drawing/2014/main" id="{52FE06C1-BBCB-A388-B9D6-58CDA94872C3}"/>
                  </a:ext>
                </a:extLst>
              </p:cNvPr>
              <p:cNvPicPr/>
              <p:nvPr/>
            </p:nvPicPr>
            <p:blipFill>
              <a:blip r:embed="rId11"/>
              <a:stretch>
                <a:fillRect/>
              </a:stretch>
            </p:blipFill>
            <p:spPr>
              <a:xfrm>
                <a:off x="3925920" y="4252131"/>
                <a:ext cx="193536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2" name="Ink 11">
                <a:extLst>
                  <a:ext uri="{FF2B5EF4-FFF2-40B4-BE49-F238E27FC236}">
                    <a16:creationId xmlns:a16="http://schemas.microsoft.com/office/drawing/2014/main" id="{0AE9D611-66D3-FED5-0468-AB5DD4950EE1}"/>
                  </a:ext>
                </a:extLst>
              </p14:cNvPr>
              <p14:cNvContentPartPr/>
              <p14:nvPr/>
            </p14:nvContentPartPr>
            <p14:xfrm>
              <a:off x="3978480" y="5204691"/>
              <a:ext cx="1775880" cy="22320"/>
            </p14:xfrm>
          </p:contentPart>
        </mc:Choice>
        <mc:Fallback>
          <p:pic>
            <p:nvPicPr>
              <p:cNvPr id="12" name="Ink 11">
                <a:extLst>
                  <a:ext uri="{FF2B5EF4-FFF2-40B4-BE49-F238E27FC236}">
                    <a16:creationId xmlns:a16="http://schemas.microsoft.com/office/drawing/2014/main" id="{0AE9D611-66D3-FED5-0468-AB5DD4950EE1}"/>
                  </a:ext>
                </a:extLst>
              </p:cNvPr>
              <p:cNvPicPr/>
              <p:nvPr/>
            </p:nvPicPr>
            <p:blipFill>
              <a:blip r:embed="rId13"/>
              <a:stretch>
                <a:fillRect/>
              </a:stretch>
            </p:blipFill>
            <p:spPr>
              <a:xfrm>
                <a:off x="3924840" y="5096691"/>
                <a:ext cx="188352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3" name="Ink 12">
                <a:extLst>
                  <a:ext uri="{FF2B5EF4-FFF2-40B4-BE49-F238E27FC236}">
                    <a16:creationId xmlns:a16="http://schemas.microsoft.com/office/drawing/2014/main" id="{4290E19A-2245-7F78-6D41-2F2D6A896CEF}"/>
                  </a:ext>
                </a:extLst>
              </p14:cNvPr>
              <p14:cNvContentPartPr/>
              <p14:nvPr/>
            </p14:nvContentPartPr>
            <p14:xfrm>
              <a:off x="3950760" y="6035211"/>
              <a:ext cx="1774800" cy="58680"/>
            </p14:xfrm>
          </p:contentPart>
        </mc:Choice>
        <mc:Fallback>
          <p:pic>
            <p:nvPicPr>
              <p:cNvPr id="13" name="Ink 12">
                <a:extLst>
                  <a:ext uri="{FF2B5EF4-FFF2-40B4-BE49-F238E27FC236}">
                    <a16:creationId xmlns:a16="http://schemas.microsoft.com/office/drawing/2014/main" id="{4290E19A-2245-7F78-6D41-2F2D6A896CEF}"/>
                  </a:ext>
                </a:extLst>
              </p:cNvPr>
              <p:cNvPicPr/>
              <p:nvPr/>
            </p:nvPicPr>
            <p:blipFill>
              <a:blip r:embed="rId15"/>
              <a:stretch>
                <a:fillRect/>
              </a:stretch>
            </p:blipFill>
            <p:spPr>
              <a:xfrm>
                <a:off x="3896760" y="5927571"/>
                <a:ext cx="1882440" cy="2743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4" name="Ink 13">
                <a:extLst>
                  <a:ext uri="{FF2B5EF4-FFF2-40B4-BE49-F238E27FC236}">
                    <a16:creationId xmlns:a16="http://schemas.microsoft.com/office/drawing/2014/main" id="{4A844920-7248-1B11-5B92-924BFE05543D}"/>
                  </a:ext>
                </a:extLst>
              </p14:cNvPr>
              <p14:cNvContentPartPr/>
              <p14:nvPr/>
            </p14:nvContentPartPr>
            <p14:xfrm>
              <a:off x="9938280" y="1149651"/>
              <a:ext cx="1876680" cy="32760"/>
            </p14:xfrm>
          </p:contentPart>
        </mc:Choice>
        <mc:Fallback>
          <p:pic>
            <p:nvPicPr>
              <p:cNvPr id="14" name="Ink 13">
                <a:extLst>
                  <a:ext uri="{FF2B5EF4-FFF2-40B4-BE49-F238E27FC236}">
                    <a16:creationId xmlns:a16="http://schemas.microsoft.com/office/drawing/2014/main" id="{4A844920-7248-1B11-5B92-924BFE05543D}"/>
                  </a:ext>
                </a:extLst>
              </p:cNvPr>
              <p:cNvPicPr/>
              <p:nvPr/>
            </p:nvPicPr>
            <p:blipFill>
              <a:blip r:embed="rId17"/>
              <a:stretch>
                <a:fillRect/>
              </a:stretch>
            </p:blipFill>
            <p:spPr>
              <a:xfrm>
                <a:off x="9884280" y="1041651"/>
                <a:ext cx="1984320" cy="2484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5" name="Ink 14">
                <a:extLst>
                  <a:ext uri="{FF2B5EF4-FFF2-40B4-BE49-F238E27FC236}">
                    <a16:creationId xmlns:a16="http://schemas.microsoft.com/office/drawing/2014/main" id="{AEBEC7A0-952B-C30E-D9CF-FD34E8E9FDD2}"/>
                  </a:ext>
                </a:extLst>
              </p14:cNvPr>
              <p14:cNvContentPartPr/>
              <p14:nvPr/>
            </p14:nvContentPartPr>
            <p14:xfrm>
              <a:off x="9912720" y="2063331"/>
              <a:ext cx="1938240" cy="73800"/>
            </p14:xfrm>
          </p:contentPart>
        </mc:Choice>
        <mc:Fallback>
          <p:pic>
            <p:nvPicPr>
              <p:cNvPr id="15" name="Ink 14">
                <a:extLst>
                  <a:ext uri="{FF2B5EF4-FFF2-40B4-BE49-F238E27FC236}">
                    <a16:creationId xmlns:a16="http://schemas.microsoft.com/office/drawing/2014/main" id="{AEBEC7A0-952B-C30E-D9CF-FD34E8E9FDD2}"/>
                  </a:ext>
                </a:extLst>
              </p:cNvPr>
              <p:cNvPicPr/>
              <p:nvPr/>
            </p:nvPicPr>
            <p:blipFill>
              <a:blip r:embed="rId19"/>
              <a:stretch>
                <a:fillRect/>
              </a:stretch>
            </p:blipFill>
            <p:spPr>
              <a:xfrm>
                <a:off x="9859080" y="1955331"/>
                <a:ext cx="2045880" cy="2894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6" name="Ink 15">
                <a:extLst>
                  <a:ext uri="{FF2B5EF4-FFF2-40B4-BE49-F238E27FC236}">
                    <a16:creationId xmlns:a16="http://schemas.microsoft.com/office/drawing/2014/main" id="{67A95945-85C7-B951-B391-2C9887388439}"/>
                  </a:ext>
                </a:extLst>
              </p14:cNvPr>
              <p14:cNvContentPartPr/>
              <p14:nvPr/>
            </p14:nvContentPartPr>
            <p14:xfrm>
              <a:off x="9910920" y="3002211"/>
              <a:ext cx="2017800" cy="44280"/>
            </p14:xfrm>
          </p:contentPart>
        </mc:Choice>
        <mc:Fallback>
          <p:pic>
            <p:nvPicPr>
              <p:cNvPr id="16" name="Ink 15">
                <a:extLst>
                  <a:ext uri="{FF2B5EF4-FFF2-40B4-BE49-F238E27FC236}">
                    <a16:creationId xmlns:a16="http://schemas.microsoft.com/office/drawing/2014/main" id="{67A95945-85C7-B951-B391-2C9887388439}"/>
                  </a:ext>
                </a:extLst>
              </p:cNvPr>
              <p:cNvPicPr/>
              <p:nvPr/>
            </p:nvPicPr>
            <p:blipFill>
              <a:blip r:embed="rId21"/>
              <a:stretch>
                <a:fillRect/>
              </a:stretch>
            </p:blipFill>
            <p:spPr>
              <a:xfrm>
                <a:off x="9856920" y="2894211"/>
                <a:ext cx="2125440" cy="2599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7" name="Ink 16">
                <a:extLst>
                  <a:ext uri="{FF2B5EF4-FFF2-40B4-BE49-F238E27FC236}">
                    <a16:creationId xmlns:a16="http://schemas.microsoft.com/office/drawing/2014/main" id="{B2E62ED0-4371-EE18-01F0-D617D775C8AB}"/>
                  </a:ext>
                </a:extLst>
              </p14:cNvPr>
              <p14:cNvContentPartPr/>
              <p14:nvPr/>
            </p14:nvContentPartPr>
            <p14:xfrm>
              <a:off x="9910560" y="3887811"/>
              <a:ext cx="1914120" cy="48600"/>
            </p14:xfrm>
          </p:contentPart>
        </mc:Choice>
        <mc:Fallback>
          <p:pic>
            <p:nvPicPr>
              <p:cNvPr id="17" name="Ink 16">
                <a:extLst>
                  <a:ext uri="{FF2B5EF4-FFF2-40B4-BE49-F238E27FC236}">
                    <a16:creationId xmlns:a16="http://schemas.microsoft.com/office/drawing/2014/main" id="{B2E62ED0-4371-EE18-01F0-D617D775C8AB}"/>
                  </a:ext>
                </a:extLst>
              </p:cNvPr>
              <p:cNvPicPr/>
              <p:nvPr/>
            </p:nvPicPr>
            <p:blipFill>
              <a:blip r:embed="rId23"/>
              <a:stretch>
                <a:fillRect/>
              </a:stretch>
            </p:blipFill>
            <p:spPr>
              <a:xfrm>
                <a:off x="9856560" y="3779811"/>
                <a:ext cx="2021760" cy="264240"/>
              </a:xfrm>
              <a:prstGeom prst="rect">
                <a:avLst/>
              </a:prstGeom>
            </p:spPr>
          </p:pic>
        </mc:Fallback>
      </mc:AlternateContent>
    </p:spTree>
    <p:extLst>
      <p:ext uri="{BB962C8B-B14F-4D97-AF65-F5344CB8AC3E}">
        <p14:creationId xmlns:p14="http://schemas.microsoft.com/office/powerpoint/2010/main" val="29146182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3BDB4-0859-D094-0587-4A842C0D4300}"/>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70D21A2-F1DD-CB33-A8B6-D07816658355}"/>
              </a:ext>
            </a:extLst>
          </p:cNvPr>
          <p:cNvCxnSpPr>
            <a:cxnSpLocks/>
          </p:cNvCxnSpPr>
          <p:nvPr/>
        </p:nvCxnSpPr>
        <p:spPr>
          <a:xfrm>
            <a:off x="4664676" y="94390"/>
            <a:ext cx="0" cy="662768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21BD6AE1-2942-DA11-691F-5657B371FB62}"/>
              </a:ext>
            </a:extLst>
          </p:cNvPr>
          <p:cNvSpPr txBox="1"/>
          <p:nvPr/>
        </p:nvSpPr>
        <p:spPr>
          <a:xfrm>
            <a:off x="1530204" y="716005"/>
            <a:ext cx="1513691" cy="461665"/>
          </a:xfrm>
          <a:prstGeom prst="rect">
            <a:avLst/>
          </a:prstGeom>
          <a:noFill/>
        </p:spPr>
        <p:txBody>
          <a:bodyPr wrap="square" rtlCol="0">
            <a:spAutoFit/>
          </a:bodyPr>
          <a:lstStyle/>
          <a:p>
            <a:r>
              <a:rPr lang="en-US" sz="2400" b="1" dirty="0">
                <a:solidFill>
                  <a:srgbClr val="7030A0"/>
                </a:solidFill>
              </a:rPr>
              <a:t>Phase 1</a:t>
            </a:r>
          </a:p>
        </p:txBody>
      </p:sp>
      <p:sp>
        <p:nvSpPr>
          <p:cNvPr id="8" name="TextBox 7">
            <a:extLst>
              <a:ext uri="{FF2B5EF4-FFF2-40B4-BE49-F238E27FC236}">
                <a16:creationId xmlns:a16="http://schemas.microsoft.com/office/drawing/2014/main" id="{94342506-19C1-9C9E-C9ED-1B6C90CA3B3C}"/>
              </a:ext>
            </a:extLst>
          </p:cNvPr>
          <p:cNvSpPr txBox="1"/>
          <p:nvPr/>
        </p:nvSpPr>
        <p:spPr>
          <a:xfrm>
            <a:off x="5882846" y="727673"/>
            <a:ext cx="2545492" cy="461665"/>
          </a:xfrm>
          <a:prstGeom prst="rect">
            <a:avLst/>
          </a:prstGeom>
          <a:noFill/>
        </p:spPr>
        <p:txBody>
          <a:bodyPr wrap="square" rtlCol="0">
            <a:spAutoFit/>
          </a:bodyPr>
          <a:lstStyle/>
          <a:p>
            <a:r>
              <a:rPr lang="en-US" sz="2400" b="1" dirty="0">
                <a:solidFill>
                  <a:srgbClr val="0070C0"/>
                </a:solidFill>
              </a:rPr>
              <a:t>Phase 2</a:t>
            </a:r>
          </a:p>
        </p:txBody>
      </p:sp>
      <p:sp>
        <p:nvSpPr>
          <p:cNvPr id="10" name="TextBox 9">
            <a:extLst>
              <a:ext uri="{FF2B5EF4-FFF2-40B4-BE49-F238E27FC236}">
                <a16:creationId xmlns:a16="http://schemas.microsoft.com/office/drawing/2014/main" id="{DD0DDF76-97F6-7A7D-90BA-D0C92164A474}"/>
              </a:ext>
            </a:extLst>
          </p:cNvPr>
          <p:cNvSpPr txBox="1"/>
          <p:nvPr/>
        </p:nvSpPr>
        <p:spPr>
          <a:xfrm>
            <a:off x="175081" y="94390"/>
            <a:ext cx="4736730" cy="461665"/>
          </a:xfrm>
          <a:prstGeom prst="rect">
            <a:avLst/>
          </a:prstGeom>
          <a:noFill/>
        </p:spPr>
        <p:txBody>
          <a:bodyPr wrap="square" rtlCol="0">
            <a:spAutoFit/>
          </a:bodyPr>
          <a:lstStyle/>
          <a:p>
            <a:r>
              <a:rPr lang="en-US" sz="2400" b="1" u="sng" dirty="0"/>
              <a:t>Binary Classifier (Perceived RD</a:t>
            </a:r>
            <a:r>
              <a:rPr lang="en-US" dirty="0"/>
              <a:t>)</a:t>
            </a:r>
          </a:p>
        </p:txBody>
      </p:sp>
      <p:sp>
        <p:nvSpPr>
          <p:cNvPr id="11" name="TextBox 10">
            <a:extLst>
              <a:ext uri="{FF2B5EF4-FFF2-40B4-BE49-F238E27FC236}">
                <a16:creationId xmlns:a16="http://schemas.microsoft.com/office/drawing/2014/main" id="{6F5302DD-4A3F-2C2D-0EBF-A9548863D990}"/>
              </a:ext>
            </a:extLst>
          </p:cNvPr>
          <p:cNvSpPr txBox="1"/>
          <p:nvPr/>
        </p:nvSpPr>
        <p:spPr>
          <a:xfrm>
            <a:off x="5225861" y="119103"/>
            <a:ext cx="5966239" cy="461665"/>
          </a:xfrm>
          <a:prstGeom prst="rect">
            <a:avLst/>
          </a:prstGeom>
          <a:noFill/>
        </p:spPr>
        <p:txBody>
          <a:bodyPr wrap="square" rtlCol="0">
            <a:spAutoFit/>
          </a:bodyPr>
          <a:lstStyle/>
          <a:p>
            <a:r>
              <a:rPr lang="en-US" sz="2400" b="1" u="sng" dirty="0"/>
              <a:t>Binary Classifier (Perceived RD Intensity)</a:t>
            </a:r>
          </a:p>
        </p:txBody>
      </p:sp>
      <p:sp>
        <p:nvSpPr>
          <p:cNvPr id="20" name="TextBox 19">
            <a:extLst>
              <a:ext uri="{FF2B5EF4-FFF2-40B4-BE49-F238E27FC236}">
                <a16:creationId xmlns:a16="http://schemas.microsoft.com/office/drawing/2014/main" id="{2D794E12-2674-2A80-A810-FAAF86A3D179}"/>
              </a:ext>
            </a:extLst>
          </p:cNvPr>
          <p:cNvSpPr txBox="1"/>
          <p:nvPr/>
        </p:nvSpPr>
        <p:spPr>
          <a:xfrm>
            <a:off x="9646508" y="716004"/>
            <a:ext cx="2545492" cy="461665"/>
          </a:xfrm>
          <a:prstGeom prst="rect">
            <a:avLst/>
          </a:prstGeom>
          <a:noFill/>
        </p:spPr>
        <p:txBody>
          <a:bodyPr wrap="square" rtlCol="0">
            <a:spAutoFit/>
          </a:bodyPr>
          <a:lstStyle/>
          <a:p>
            <a:r>
              <a:rPr lang="en-US" sz="2400" b="1" dirty="0">
                <a:solidFill>
                  <a:schemeClr val="accent2">
                    <a:lumMod val="75000"/>
                  </a:schemeClr>
                </a:solidFill>
              </a:rPr>
              <a:t>Phase 3</a:t>
            </a:r>
          </a:p>
        </p:txBody>
      </p:sp>
      <p:cxnSp>
        <p:nvCxnSpPr>
          <p:cNvPr id="21" name="Straight Connector 20">
            <a:extLst>
              <a:ext uri="{FF2B5EF4-FFF2-40B4-BE49-F238E27FC236}">
                <a16:creationId xmlns:a16="http://schemas.microsoft.com/office/drawing/2014/main" id="{119C4C72-D1A0-AA46-0727-C00F97FD5D36}"/>
              </a:ext>
            </a:extLst>
          </p:cNvPr>
          <p:cNvCxnSpPr>
            <a:cxnSpLocks/>
          </p:cNvCxnSpPr>
          <p:nvPr/>
        </p:nvCxnSpPr>
        <p:spPr>
          <a:xfrm>
            <a:off x="8399498" y="1177669"/>
            <a:ext cx="0" cy="568033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B6DBA540-4D31-765E-D176-FCE8D303AA9E}"/>
              </a:ext>
            </a:extLst>
          </p:cNvPr>
          <p:cNvCxnSpPr>
            <a:cxnSpLocks/>
          </p:cNvCxnSpPr>
          <p:nvPr/>
        </p:nvCxnSpPr>
        <p:spPr>
          <a:xfrm>
            <a:off x="175081" y="4152422"/>
            <a:ext cx="4489595" cy="0"/>
          </a:xfrm>
          <a:prstGeom prst="line">
            <a:avLst/>
          </a:prstGeom>
        </p:spPr>
        <p:style>
          <a:lnRef idx="2">
            <a:schemeClr val="dk1"/>
          </a:lnRef>
          <a:fillRef idx="0">
            <a:schemeClr val="dk1"/>
          </a:fillRef>
          <a:effectRef idx="1">
            <a:schemeClr val="dk1"/>
          </a:effectRef>
          <a:fontRef idx="minor">
            <a:schemeClr val="tx1"/>
          </a:fontRef>
        </p:style>
      </p:cxnSp>
      <p:sp>
        <p:nvSpPr>
          <p:cNvPr id="31" name="TextBox 30">
            <a:extLst>
              <a:ext uri="{FF2B5EF4-FFF2-40B4-BE49-F238E27FC236}">
                <a16:creationId xmlns:a16="http://schemas.microsoft.com/office/drawing/2014/main" id="{6D743295-CBA7-5330-55FD-AEB9B9338ABD}"/>
              </a:ext>
            </a:extLst>
          </p:cNvPr>
          <p:cNvSpPr txBox="1"/>
          <p:nvPr/>
        </p:nvSpPr>
        <p:spPr>
          <a:xfrm>
            <a:off x="1663032" y="4312372"/>
            <a:ext cx="1513691" cy="461665"/>
          </a:xfrm>
          <a:prstGeom prst="rect">
            <a:avLst/>
          </a:prstGeom>
          <a:noFill/>
        </p:spPr>
        <p:txBody>
          <a:bodyPr wrap="square" rtlCol="0">
            <a:spAutoFit/>
          </a:bodyPr>
          <a:lstStyle/>
          <a:p>
            <a:r>
              <a:rPr lang="en-US" sz="2400" b="1" dirty="0">
                <a:solidFill>
                  <a:schemeClr val="accent5">
                    <a:lumMod val="60000"/>
                    <a:lumOff val="40000"/>
                  </a:schemeClr>
                </a:solidFill>
              </a:rPr>
              <a:t>Phase 4</a:t>
            </a:r>
          </a:p>
        </p:txBody>
      </p:sp>
      <p:graphicFrame>
        <p:nvGraphicFramePr>
          <p:cNvPr id="2" name="Table 1">
            <a:extLst>
              <a:ext uri="{FF2B5EF4-FFF2-40B4-BE49-F238E27FC236}">
                <a16:creationId xmlns:a16="http://schemas.microsoft.com/office/drawing/2014/main" id="{81435FBC-9D8B-E1D5-7F7B-FB6E111C641D}"/>
              </a:ext>
            </a:extLst>
          </p:cNvPr>
          <p:cNvGraphicFramePr>
            <a:graphicFrameLocks noGrp="1"/>
          </p:cNvGraphicFramePr>
          <p:nvPr>
            <p:extLst>
              <p:ext uri="{D42A27DB-BD31-4B8C-83A1-F6EECF244321}">
                <p14:modId xmlns:p14="http://schemas.microsoft.com/office/powerpoint/2010/main" val="1527493822"/>
              </p:ext>
            </p:extLst>
          </p:nvPr>
        </p:nvGraphicFramePr>
        <p:xfrm>
          <a:off x="271500" y="1806793"/>
          <a:ext cx="4146039" cy="1396145"/>
        </p:xfrm>
        <a:graphic>
          <a:graphicData uri="http://schemas.openxmlformats.org/drawingml/2006/table">
            <a:tbl>
              <a:tblPr firstRow="1" bandRow="1">
                <a:tableStyleId>{5C22544A-7EE6-4342-B048-85BDC9FD1C3A}</a:tableStyleId>
              </a:tblPr>
              <a:tblGrid>
                <a:gridCol w="1382013">
                  <a:extLst>
                    <a:ext uri="{9D8B030D-6E8A-4147-A177-3AD203B41FA5}">
                      <a16:colId xmlns:a16="http://schemas.microsoft.com/office/drawing/2014/main" val="3455187838"/>
                    </a:ext>
                  </a:extLst>
                </a:gridCol>
                <a:gridCol w="1382013">
                  <a:extLst>
                    <a:ext uri="{9D8B030D-6E8A-4147-A177-3AD203B41FA5}">
                      <a16:colId xmlns:a16="http://schemas.microsoft.com/office/drawing/2014/main" val="3785453580"/>
                    </a:ext>
                  </a:extLst>
                </a:gridCol>
                <a:gridCol w="1382013">
                  <a:extLst>
                    <a:ext uri="{9D8B030D-6E8A-4147-A177-3AD203B41FA5}">
                      <a16:colId xmlns:a16="http://schemas.microsoft.com/office/drawing/2014/main" val="34122312"/>
                    </a:ext>
                  </a:extLst>
                </a:gridCol>
              </a:tblGrid>
              <a:tr h="899337">
                <a:tc>
                  <a:txBody>
                    <a:bodyPr/>
                    <a:lstStyle/>
                    <a:p>
                      <a:r>
                        <a:rPr lang="en-US" dirty="0"/>
                        <a:t>Mean ACC</a:t>
                      </a:r>
                    </a:p>
                  </a:txBody>
                  <a:tcPr/>
                </a:tc>
                <a:tc>
                  <a:txBody>
                    <a:bodyPr/>
                    <a:lstStyle/>
                    <a:p>
                      <a:r>
                        <a:rPr lang="en-US" dirty="0"/>
                        <a:t>SD ACC</a:t>
                      </a:r>
                    </a:p>
                  </a:txBody>
                  <a:tcPr/>
                </a:tc>
                <a:tc>
                  <a:txBody>
                    <a:bodyPr/>
                    <a:lstStyle/>
                    <a:p>
                      <a:r>
                        <a:rPr lang="en-US" dirty="0"/>
                        <a:t>Mean Weighted FI</a:t>
                      </a:r>
                    </a:p>
                  </a:txBody>
                  <a:tcPr/>
                </a:tc>
                <a:extLst>
                  <a:ext uri="{0D108BD9-81ED-4DB2-BD59-A6C34878D82A}">
                    <a16:rowId xmlns:a16="http://schemas.microsoft.com/office/drawing/2014/main" val="2431785769"/>
                  </a:ext>
                </a:extLst>
              </a:tr>
              <a:tr h="481745">
                <a:tc>
                  <a:txBody>
                    <a:bodyPr/>
                    <a:lstStyle/>
                    <a:p>
                      <a:r>
                        <a:rPr lang="en-US" sz="2400" dirty="0"/>
                        <a:t>0.688</a:t>
                      </a:r>
                    </a:p>
                  </a:txBody>
                  <a:tcPr/>
                </a:tc>
                <a:tc>
                  <a:txBody>
                    <a:bodyPr/>
                    <a:lstStyle/>
                    <a:p>
                      <a:r>
                        <a:rPr lang="en-US" sz="2400" dirty="0"/>
                        <a:t>0.077</a:t>
                      </a:r>
                    </a:p>
                  </a:txBody>
                  <a:tcPr/>
                </a:tc>
                <a:tc>
                  <a:txBody>
                    <a:bodyPr/>
                    <a:lstStyle/>
                    <a:p>
                      <a:r>
                        <a:rPr lang="en-US" sz="2400" dirty="0"/>
                        <a:t>0.653</a:t>
                      </a:r>
                    </a:p>
                  </a:txBody>
                  <a:tcPr/>
                </a:tc>
                <a:extLst>
                  <a:ext uri="{0D108BD9-81ED-4DB2-BD59-A6C34878D82A}">
                    <a16:rowId xmlns:a16="http://schemas.microsoft.com/office/drawing/2014/main" val="3588350188"/>
                  </a:ext>
                </a:extLst>
              </a:tr>
            </a:tbl>
          </a:graphicData>
        </a:graphic>
      </p:graphicFrame>
      <p:graphicFrame>
        <p:nvGraphicFramePr>
          <p:cNvPr id="3" name="Table 2">
            <a:extLst>
              <a:ext uri="{FF2B5EF4-FFF2-40B4-BE49-F238E27FC236}">
                <a16:creationId xmlns:a16="http://schemas.microsoft.com/office/drawing/2014/main" id="{EF13D40C-77D9-5CCC-9919-5CFE2F3BE736}"/>
              </a:ext>
            </a:extLst>
          </p:cNvPr>
          <p:cNvGraphicFramePr>
            <a:graphicFrameLocks noGrp="1"/>
          </p:cNvGraphicFramePr>
          <p:nvPr>
            <p:extLst>
              <p:ext uri="{D42A27DB-BD31-4B8C-83A1-F6EECF244321}">
                <p14:modId xmlns:p14="http://schemas.microsoft.com/office/powerpoint/2010/main" val="1880858371"/>
              </p:ext>
            </p:extLst>
          </p:nvPr>
        </p:nvGraphicFramePr>
        <p:xfrm>
          <a:off x="4911810" y="2780822"/>
          <a:ext cx="3516528" cy="1371600"/>
        </p:xfrm>
        <a:graphic>
          <a:graphicData uri="http://schemas.openxmlformats.org/drawingml/2006/table">
            <a:tbl>
              <a:tblPr firstRow="1" bandRow="1">
                <a:tableStyleId>{5C22544A-7EE6-4342-B048-85BDC9FD1C3A}</a:tableStyleId>
              </a:tblPr>
              <a:tblGrid>
                <a:gridCol w="1172176">
                  <a:extLst>
                    <a:ext uri="{9D8B030D-6E8A-4147-A177-3AD203B41FA5}">
                      <a16:colId xmlns:a16="http://schemas.microsoft.com/office/drawing/2014/main" val="3455187838"/>
                    </a:ext>
                  </a:extLst>
                </a:gridCol>
                <a:gridCol w="1172176">
                  <a:extLst>
                    <a:ext uri="{9D8B030D-6E8A-4147-A177-3AD203B41FA5}">
                      <a16:colId xmlns:a16="http://schemas.microsoft.com/office/drawing/2014/main" val="3785453580"/>
                    </a:ext>
                  </a:extLst>
                </a:gridCol>
                <a:gridCol w="1172176">
                  <a:extLst>
                    <a:ext uri="{9D8B030D-6E8A-4147-A177-3AD203B41FA5}">
                      <a16:colId xmlns:a16="http://schemas.microsoft.com/office/drawing/2014/main" val="34122312"/>
                    </a:ext>
                  </a:extLst>
                </a:gridCol>
              </a:tblGrid>
              <a:tr h="812406">
                <a:tc>
                  <a:txBody>
                    <a:bodyPr/>
                    <a:lstStyle/>
                    <a:p>
                      <a:r>
                        <a:rPr lang="en-US" dirty="0"/>
                        <a:t>Mean ACC</a:t>
                      </a:r>
                    </a:p>
                  </a:txBody>
                  <a:tcPr/>
                </a:tc>
                <a:tc>
                  <a:txBody>
                    <a:bodyPr/>
                    <a:lstStyle/>
                    <a:p>
                      <a:r>
                        <a:rPr lang="en-US" dirty="0"/>
                        <a:t>SD ACC</a:t>
                      </a:r>
                    </a:p>
                  </a:txBody>
                  <a:tcPr/>
                </a:tc>
                <a:tc>
                  <a:txBody>
                    <a:bodyPr/>
                    <a:lstStyle/>
                    <a:p>
                      <a:r>
                        <a:rPr lang="en-US" dirty="0"/>
                        <a:t>Mean Weighted FI</a:t>
                      </a:r>
                    </a:p>
                  </a:txBody>
                  <a:tcPr/>
                </a:tc>
                <a:extLst>
                  <a:ext uri="{0D108BD9-81ED-4DB2-BD59-A6C34878D82A}">
                    <a16:rowId xmlns:a16="http://schemas.microsoft.com/office/drawing/2014/main" val="2431785769"/>
                  </a:ext>
                </a:extLst>
              </a:tr>
              <a:tr h="428010">
                <a:tc>
                  <a:txBody>
                    <a:bodyPr/>
                    <a:lstStyle/>
                    <a:p>
                      <a:r>
                        <a:rPr lang="en-US" sz="2400" dirty="0"/>
                        <a:t>0.759</a:t>
                      </a:r>
                    </a:p>
                  </a:txBody>
                  <a:tcPr/>
                </a:tc>
                <a:tc>
                  <a:txBody>
                    <a:bodyPr/>
                    <a:lstStyle/>
                    <a:p>
                      <a:r>
                        <a:rPr lang="en-US" sz="2400" dirty="0"/>
                        <a:t>0.073</a:t>
                      </a:r>
                    </a:p>
                  </a:txBody>
                  <a:tcPr/>
                </a:tc>
                <a:tc>
                  <a:txBody>
                    <a:bodyPr/>
                    <a:lstStyle/>
                    <a:p>
                      <a:r>
                        <a:rPr lang="en-US" sz="2400" dirty="0"/>
                        <a:t>0.726</a:t>
                      </a:r>
                    </a:p>
                  </a:txBody>
                  <a:tcPr/>
                </a:tc>
                <a:extLst>
                  <a:ext uri="{0D108BD9-81ED-4DB2-BD59-A6C34878D82A}">
                    <a16:rowId xmlns:a16="http://schemas.microsoft.com/office/drawing/2014/main" val="3588350188"/>
                  </a:ext>
                </a:extLst>
              </a:tr>
            </a:tbl>
          </a:graphicData>
        </a:graphic>
      </p:graphicFrame>
      <p:graphicFrame>
        <p:nvGraphicFramePr>
          <p:cNvPr id="4" name="Table 3">
            <a:extLst>
              <a:ext uri="{FF2B5EF4-FFF2-40B4-BE49-F238E27FC236}">
                <a16:creationId xmlns:a16="http://schemas.microsoft.com/office/drawing/2014/main" id="{4C9C660A-F221-6E19-010D-BE8166DDD59A}"/>
              </a:ext>
            </a:extLst>
          </p:cNvPr>
          <p:cNvGraphicFramePr>
            <a:graphicFrameLocks noGrp="1"/>
          </p:cNvGraphicFramePr>
          <p:nvPr>
            <p:extLst>
              <p:ext uri="{D42A27DB-BD31-4B8C-83A1-F6EECF244321}">
                <p14:modId xmlns:p14="http://schemas.microsoft.com/office/powerpoint/2010/main" val="2957797948"/>
              </p:ext>
            </p:extLst>
          </p:nvPr>
        </p:nvGraphicFramePr>
        <p:xfrm>
          <a:off x="8428338" y="4152422"/>
          <a:ext cx="3763662" cy="1371600"/>
        </p:xfrm>
        <a:graphic>
          <a:graphicData uri="http://schemas.openxmlformats.org/drawingml/2006/table">
            <a:tbl>
              <a:tblPr firstRow="1" bandRow="1">
                <a:tableStyleId>{5C22544A-7EE6-4342-B048-85BDC9FD1C3A}</a:tableStyleId>
              </a:tblPr>
              <a:tblGrid>
                <a:gridCol w="1254554">
                  <a:extLst>
                    <a:ext uri="{9D8B030D-6E8A-4147-A177-3AD203B41FA5}">
                      <a16:colId xmlns:a16="http://schemas.microsoft.com/office/drawing/2014/main" val="3455187838"/>
                    </a:ext>
                  </a:extLst>
                </a:gridCol>
                <a:gridCol w="1254554">
                  <a:extLst>
                    <a:ext uri="{9D8B030D-6E8A-4147-A177-3AD203B41FA5}">
                      <a16:colId xmlns:a16="http://schemas.microsoft.com/office/drawing/2014/main" val="3785453580"/>
                    </a:ext>
                  </a:extLst>
                </a:gridCol>
                <a:gridCol w="1254554">
                  <a:extLst>
                    <a:ext uri="{9D8B030D-6E8A-4147-A177-3AD203B41FA5}">
                      <a16:colId xmlns:a16="http://schemas.microsoft.com/office/drawing/2014/main" val="34122312"/>
                    </a:ext>
                  </a:extLst>
                </a:gridCol>
              </a:tblGrid>
              <a:tr h="812406">
                <a:tc>
                  <a:txBody>
                    <a:bodyPr/>
                    <a:lstStyle/>
                    <a:p>
                      <a:r>
                        <a:rPr lang="en-US" dirty="0"/>
                        <a:t>Mean ACC</a:t>
                      </a:r>
                    </a:p>
                  </a:txBody>
                  <a:tcPr/>
                </a:tc>
                <a:tc>
                  <a:txBody>
                    <a:bodyPr/>
                    <a:lstStyle/>
                    <a:p>
                      <a:r>
                        <a:rPr lang="en-US" dirty="0"/>
                        <a:t>SD ACC</a:t>
                      </a:r>
                    </a:p>
                  </a:txBody>
                  <a:tcPr/>
                </a:tc>
                <a:tc>
                  <a:txBody>
                    <a:bodyPr/>
                    <a:lstStyle/>
                    <a:p>
                      <a:r>
                        <a:rPr lang="en-US" dirty="0"/>
                        <a:t>Mean Weighted FI</a:t>
                      </a:r>
                    </a:p>
                  </a:txBody>
                  <a:tcPr/>
                </a:tc>
                <a:extLst>
                  <a:ext uri="{0D108BD9-81ED-4DB2-BD59-A6C34878D82A}">
                    <a16:rowId xmlns:a16="http://schemas.microsoft.com/office/drawing/2014/main" val="2431785769"/>
                  </a:ext>
                </a:extLst>
              </a:tr>
              <a:tr h="428010">
                <a:tc>
                  <a:txBody>
                    <a:bodyPr/>
                    <a:lstStyle/>
                    <a:p>
                      <a:r>
                        <a:rPr lang="en-US" sz="2400" dirty="0"/>
                        <a:t>0.795</a:t>
                      </a:r>
                    </a:p>
                  </a:txBody>
                  <a:tcPr/>
                </a:tc>
                <a:tc>
                  <a:txBody>
                    <a:bodyPr/>
                    <a:lstStyle/>
                    <a:p>
                      <a:r>
                        <a:rPr lang="en-US" sz="2400" dirty="0"/>
                        <a:t>0.0390</a:t>
                      </a:r>
                    </a:p>
                  </a:txBody>
                  <a:tcPr/>
                </a:tc>
                <a:tc>
                  <a:txBody>
                    <a:bodyPr/>
                    <a:lstStyle/>
                    <a:p>
                      <a:r>
                        <a:rPr lang="en-US" sz="2400" dirty="0"/>
                        <a:t>0.7948</a:t>
                      </a:r>
                    </a:p>
                  </a:txBody>
                  <a:tcPr/>
                </a:tc>
                <a:extLst>
                  <a:ext uri="{0D108BD9-81ED-4DB2-BD59-A6C34878D82A}">
                    <a16:rowId xmlns:a16="http://schemas.microsoft.com/office/drawing/2014/main" val="3588350188"/>
                  </a:ext>
                </a:extLst>
              </a:tr>
            </a:tbl>
          </a:graphicData>
        </a:graphic>
      </p:graphicFrame>
      <p:graphicFrame>
        <p:nvGraphicFramePr>
          <p:cNvPr id="6" name="Table 5">
            <a:extLst>
              <a:ext uri="{FF2B5EF4-FFF2-40B4-BE49-F238E27FC236}">
                <a16:creationId xmlns:a16="http://schemas.microsoft.com/office/drawing/2014/main" id="{905AE460-7D19-0DC6-BFCC-CE97CB95A477}"/>
              </a:ext>
            </a:extLst>
          </p:cNvPr>
          <p:cNvGraphicFramePr>
            <a:graphicFrameLocks noGrp="1"/>
          </p:cNvGraphicFramePr>
          <p:nvPr>
            <p:extLst>
              <p:ext uri="{D42A27DB-BD31-4B8C-83A1-F6EECF244321}">
                <p14:modId xmlns:p14="http://schemas.microsoft.com/office/powerpoint/2010/main" val="627124882"/>
              </p:ext>
            </p:extLst>
          </p:nvPr>
        </p:nvGraphicFramePr>
        <p:xfrm>
          <a:off x="271499" y="4933986"/>
          <a:ext cx="4146036" cy="1590373"/>
        </p:xfrm>
        <a:graphic>
          <a:graphicData uri="http://schemas.openxmlformats.org/drawingml/2006/table">
            <a:tbl>
              <a:tblPr firstRow="1" bandRow="1">
                <a:tableStyleId>{5C22544A-7EE6-4342-B048-85BDC9FD1C3A}</a:tableStyleId>
              </a:tblPr>
              <a:tblGrid>
                <a:gridCol w="1382012">
                  <a:extLst>
                    <a:ext uri="{9D8B030D-6E8A-4147-A177-3AD203B41FA5}">
                      <a16:colId xmlns:a16="http://schemas.microsoft.com/office/drawing/2014/main" val="3455187838"/>
                    </a:ext>
                  </a:extLst>
                </a:gridCol>
                <a:gridCol w="1382012">
                  <a:extLst>
                    <a:ext uri="{9D8B030D-6E8A-4147-A177-3AD203B41FA5}">
                      <a16:colId xmlns:a16="http://schemas.microsoft.com/office/drawing/2014/main" val="3785453580"/>
                    </a:ext>
                  </a:extLst>
                </a:gridCol>
                <a:gridCol w="1382012">
                  <a:extLst>
                    <a:ext uri="{9D8B030D-6E8A-4147-A177-3AD203B41FA5}">
                      <a16:colId xmlns:a16="http://schemas.microsoft.com/office/drawing/2014/main" val="34122312"/>
                    </a:ext>
                  </a:extLst>
                </a:gridCol>
              </a:tblGrid>
              <a:tr h="1060248">
                <a:tc>
                  <a:txBody>
                    <a:bodyPr/>
                    <a:lstStyle/>
                    <a:p>
                      <a:r>
                        <a:rPr lang="en-US" dirty="0"/>
                        <a:t>Mean ACC</a:t>
                      </a:r>
                    </a:p>
                  </a:txBody>
                  <a:tcPr/>
                </a:tc>
                <a:tc>
                  <a:txBody>
                    <a:bodyPr/>
                    <a:lstStyle/>
                    <a:p>
                      <a:r>
                        <a:rPr lang="en-US" dirty="0"/>
                        <a:t>SD ACC</a:t>
                      </a:r>
                    </a:p>
                  </a:txBody>
                  <a:tcPr/>
                </a:tc>
                <a:tc>
                  <a:txBody>
                    <a:bodyPr/>
                    <a:lstStyle/>
                    <a:p>
                      <a:r>
                        <a:rPr lang="en-US" dirty="0"/>
                        <a:t>Mean Weighted FI</a:t>
                      </a:r>
                    </a:p>
                  </a:txBody>
                  <a:tcPr/>
                </a:tc>
                <a:extLst>
                  <a:ext uri="{0D108BD9-81ED-4DB2-BD59-A6C34878D82A}">
                    <a16:rowId xmlns:a16="http://schemas.microsoft.com/office/drawing/2014/main" val="2431785769"/>
                  </a:ext>
                </a:extLst>
              </a:tr>
              <a:tr h="530125">
                <a:tc>
                  <a:txBody>
                    <a:bodyPr/>
                    <a:lstStyle/>
                    <a:p>
                      <a:r>
                        <a:rPr lang="en-US" sz="2400" dirty="0"/>
                        <a:t>0.735</a:t>
                      </a:r>
                    </a:p>
                  </a:txBody>
                  <a:tcPr/>
                </a:tc>
                <a:tc>
                  <a:txBody>
                    <a:bodyPr/>
                    <a:lstStyle/>
                    <a:p>
                      <a:r>
                        <a:rPr lang="en-US" sz="2400" dirty="0"/>
                        <a:t>0.113</a:t>
                      </a:r>
                    </a:p>
                  </a:txBody>
                  <a:tcPr/>
                </a:tc>
                <a:tc>
                  <a:txBody>
                    <a:bodyPr/>
                    <a:lstStyle/>
                    <a:p>
                      <a:r>
                        <a:rPr lang="en-US" sz="2400" dirty="0"/>
                        <a:t>0.718</a:t>
                      </a:r>
                    </a:p>
                  </a:txBody>
                  <a:tcPr/>
                </a:tc>
                <a:extLst>
                  <a:ext uri="{0D108BD9-81ED-4DB2-BD59-A6C34878D82A}">
                    <a16:rowId xmlns:a16="http://schemas.microsoft.com/office/drawing/2014/main" val="3588350188"/>
                  </a:ext>
                </a:extLst>
              </a:tr>
            </a:tbl>
          </a:graphicData>
        </a:graphic>
      </p:graphicFrame>
      <p:sp>
        <p:nvSpPr>
          <p:cNvPr id="9" name="Slide Number Placeholder 8">
            <a:extLst>
              <a:ext uri="{FF2B5EF4-FFF2-40B4-BE49-F238E27FC236}">
                <a16:creationId xmlns:a16="http://schemas.microsoft.com/office/drawing/2014/main" id="{FA5D5CCD-FA17-780C-C96E-955AB6906D45}"/>
              </a:ext>
            </a:extLst>
          </p:cNvPr>
          <p:cNvSpPr>
            <a:spLocks noGrp="1"/>
          </p:cNvSpPr>
          <p:nvPr>
            <p:ph type="sldNum" sz="quarter" idx="12"/>
          </p:nvPr>
        </p:nvSpPr>
        <p:spPr/>
        <p:txBody>
          <a:bodyPr/>
          <a:lstStyle/>
          <a:p>
            <a:fld id="{0CB925E2-E8C9-4143-BCD5-4CDDC2142BEC}" type="slidenum">
              <a:rPr lang="en-US" smtClean="0"/>
              <a:t>30</a:t>
            </a:fld>
            <a:endParaRPr lang="en-US"/>
          </a:p>
        </p:txBody>
      </p:sp>
      <p:sp>
        <p:nvSpPr>
          <p:cNvPr id="14" name="TextBox 13">
            <a:extLst>
              <a:ext uri="{FF2B5EF4-FFF2-40B4-BE49-F238E27FC236}">
                <a16:creationId xmlns:a16="http://schemas.microsoft.com/office/drawing/2014/main" id="{8373D325-6850-761F-BDB4-88B85403354B}"/>
              </a:ext>
            </a:extLst>
          </p:cNvPr>
          <p:cNvSpPr txBox="1"/>
          <p:nvPr/>
        </p:nvSpPr>
        <p:spPr>
          <a:xfrm>
            <a:off x="5494921" y="4746008"/>
            <a:ext cx="1926772" cy="1754326"/>
          </a:xfrm>
          <a:prstGeom prst="rect">
            <a:avLst/>
          </a:prstGeom>
          <a:noFill/>
        </p:spPr>
        <p:txBody>
          <a:bodyPr wrap="square" rtlCol="0">
            <a:spAutoFit/>
          </a:bodyPr>
          <a:lstStyle/>
          <a:p>
            <a:r>
              <a:rPr lang="en-US" b="1" dirty="0">
                <a:highlight>
                  <a:srgbClr val="FFFF00"/>
                </a:highlight>
              </a:rPr>
              <a:t>Best Optimal Epoch within Each Fold</a:t>
            </a:r>
          </a:p>
          <a:p>
            <a:endParaRPr lang="en-US" b="1" dirty="0">
              <a:highlight>
                <a:srgbClr val="FFFF00"/>
              </a:highlight>
            </a:endParaRPr>
          </a:p>
          <a:p>
            <a:r>
              <a:rPr lang="en-US" b="1" dirty="0">
                <a:highlight>
                  <a:srgbClr val="FFFF00"/>
                </a:highlight>
              </a:rPr>
              <a:t>Epoch = 4, Fold = 5, Batch = 16</a:t>
            </a:r>
          </a:p>
        </p:txBody>
      </p:sp>
    </p:spTree>
    <p:extLst>
      <p:ext uri="{BB962C8B-B14F-4D97-AF65-F5344CB8AC3E}">
        <p14:creationId xmlns:p14="http://schemas.microsoft.com/office/powerpoint/2010/main" val="14742167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F5E94-FE78-9D2C-4E75-281701AC2342}"/>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00A1C7A8-0007-A009-5846-E09416657EAE}"/>
              </a:ext>
            </a:extLst>
          </p:cNvPr>
          <p:cNvCxnSpPr>
            <a:cxnSpLocks/>
          </p:cNvCxnSpPr>
          <p:nvPr/>
        </p:nvCxnSpPr>
        <p:spPr>
          <a:xfrm>
            <a:off x="4664676" y="94390"/>
            <a:ext cx="0" cy="662768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12C76327-BDC6-2BFE-A302-040D10B239D7}"/>
              </a:ext>
            </a:extLst>
          </p:cNvPr>
          <p:cNvSpPr txBox="1"/>
          <p:nvPr/>
        </p:nvSpPr>
        <p:spPr>
          <a:xfrm>
            <a:off x="1530204" y="716005"/>
            <a:ext cx="1513691" cy="461665"/>
          </a:xfrm>
          <a:prstGeom prst="rect">
            <a:avLst/>
          </a:prstGeom>
          <a:noFill/>
        </p:spPr>
        <p:txBody>
          <a:bodyPr wrap="square" rtlCol="0">
            <a:spAutoFit/>
          </a:bodyPr>
          <a:lstStyle/>
          <a:p>
            <a:r>
              <a:rPr lang="en-US" sz="2400" b="1" dirty="0">
                <a:solidFill>
                  <a:srgbClr val="7030A0"/>
                </a:solidFill>
              </a:rPr>
              <a:t>Phase 1</a:t>
            </a:r>
          </a:p>
        </p:txBody>
      </p:sp>
      <p:sp>
        <p:nvSpPr>
          <p:cNvPr id="8" name="TextBox 7">
            <a:extLst>
              <a:ext uri="{FF2B5EF4-FFF2-40B4-BE49-F238E27FC236}">
                <a16:creationId xmlns:a16="http://schemas.microsoft.com/office/drawing/2014/main" id="{19F6B4E7-E9C9-262C-2E26-BC4EA88A3E50}"/>
              </a:ext>
            </a:extLst>
          </p:cNvPr>
          <p:cNvSpPr txBox="1"/>
          <p:nvPr/>
        </p:nvSpPr>
        <p:spPr>
          <a:xfrm>
            <a:off x="5882846" y="727673"/>
            <a:ext cx="2545492" cy="461665"/>
          </a:xfrm>
          <a:prstGeom prst="rect">
            <a:avLst/>
          </a:prstGeom>
          <a:noFill/>
        </p:spPr>
        <p:txBody>
          <a:bodyPr wrap="square" rtlCol="0">
            <a:spAutoFit/>
          </a:bodyPr>
          <a:lstStyle/>
          <a:p>
            <a:r>
              <a:rPr lang="en-US" sz="2400" b="1" dirty="0">
                <a:solidFill>
                  <a:srgbClr val="0070C0"/>
                </a:solidFill>
              </a:rPr>
              <a:t>Phase 2</a:t>
            </a:r>
          </a:p>
        </p:txBody>
      </p:sp>
      <p:sp>
        <p:nvSpPr>
          <p:cNvPr id="10" name="TextBox 9">
            <a:extLst>
              <a:ext uri="{FF2B5EF4-FFF2-40B4-BE49-F238E27FC236}">
                <a16:creationId xmlns:a16="http://schemas.microsoft.com/office/drawing/2014/main" id="{60DF2FA4-7DDC-1392-E903-F40D044D43E4}"/>
              </a:ext>
            </a:extLst>
          </p:cNvPr>
          <p:cNvSpPr txBox="1"/>
          <p:nvPr/>
        </p:nvSpPr>
        <p:spPr>
          <a:xfrm>
            <a:off x="175081" y="94390"/>
            <a:ext cx="4736730" cy="461665"/>
          </a:xfrm>
          <a:prstGeom prst="rect">
            <a:avLst/>
          </a:prstGeom>
          <a:noFill/>
        </p:spPr>
        <p:txBody>
          <a:bodyPr wrap="square" rtlCol="0">
            <a:spAutoFit/>
          </a:bodyPr>
          <a:lstStyle/>
          <a:p>
            <a:r>
              <a:rPr lang="en-US" sz="2400" b="1" u="sng" dirty="0"/>
              <a:t>Binary Classifier (Perceived RD</a:t>
            </a:r>
            <a:r>
              <a:rPr lang="en-US" dirty="0"/>
              <a:t>)</a:t>
            </a:r>
          </a:p>
        </p:txBody>
      </p:sp>
      <p:sp>
        <p:nvSpPr>
          <p:cNvPr id="11" name="TextBox 10">
            <a:extLst>
              <a:ext uri="{FF2B5EF4-FFF2-40B4-BE49-F238E27FC236}">
                <a16:creationId xmlns:a16="http://schemas.microsoft.com/office/drawing/2014/main" id="{49E665FC-8FEE-D867-2164-E8E5C456890D}"/>
              </a:ext>
            </a:extLst>
          </p:cNvPr>
          <p:cNvSpPr txBox="1"/>
          <p:nvPr/>
        </p:nvSpPr>
        <p:spPr>
          <a:xfrm>
            <a:off x="5225861" y="119103"/>
            <a:ext cx="5966239" cy="461665"/>
          </a:xfrm>
          <a:prstGeom prst="rect">
            <a:avLst/>
          </a:prstGeom>
          <a:noFill/>
        </p:spPr>
        <p:txBody>
          <a:bodyPr wrap="square" rtlCol="0">
            <a:spAutoFit/>
          </a:bodyPr>
          <a:lstStyle/>
          <a:p>
            <a:r>
              <a:rPr lang="en-US" sz="2400" b="1" u="sng" dirty="0"/>
              <a:t>Binary Classifier (Perceived RD Intensity)</a:t>
            </a:r>
          </a:p>
        </p:txBody>
      </p:sp>
      <p:sp>
        <p:nvSpPr>
          <p:cNvPr id="20" name="TextBox 19">
            <a:extLst>
              <a:ext uri="{FF2B5EF4-FFF2-40B4-BE49-F238E27FC236}">
                <a16:creationId xmlns:a16="http://schemas.microsoft.com/office/drawing/2014/main" id="{55AA4548-B397-F329-BB47-10A765EA557E}"/>
              </a:ext>
            </a:extLst>
          </p:cNvPr>
          <p:cNvSpPr txBox="1"/>
          <p:nvPr/>
        </p:nvSpPr>
        <p:spPr>
          <a:xfrm>
            <a:off x="9646508" y="716004"/>
            <a:ext cx="2545492" cy="461665"/>
          </a:xfrm>
          <a:prstGeom prst="rect">
            <a:avLst/>
          </a:prstGeom>
          <a:noFill/>
        </p:spPr>
        <p:txBody>
          <a:bodyPr wrap="square" rtlCol="0">
            <a:spAutoFit/>
          </a:bodyPr>
          <a:lstStyle/>
          <a:p>
            <a:r>
              <a:rPr lang="en-US" sz="2400" b="1" dirty="0">
                <a:solidFill>
                  <a:schemeClr val="accent2">
                    <a:lumMod val="75000"/>
                  </a:schemeClr>
                </a:solidFill>
              </a:rPr>
              <a:t>Phase 3</a:t>
            </a:r>
          </a:p>
        </p:txBody>
      </p:sp>
      <p:cxnSp>
        <p:nvCxnSpPr>
          <p:cNvPr id="21" name="Straight Connector 20">
            <a:extLst>
              <a:ext uri="{FF2B5EF4-FFF2-40B4-BE49-F238E27FC236}">
                <a16:creationId xmlns:a16="http://schemas.microsoft.com/office/drawing/2014/main" id="{6502B855-B50B-CC5A-D3D9-5C29AAD3B35F}"/>
              </a:ext>
            </a:extLst>
          </p:cNvPr>
          <p:cNvCxnSpPr>
            <a:cxnSpLocks/>
          </p:cNvCxnSpPr>
          <p:nvPr/>
        </p:nvCxnSpPr>
        <p:spPr>
          <a:xfrm>
            <a:off x="8399498" y="1177669"/>
            <a:ext cx="0" cy="568033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7C518059-7D7D-C092-9B3E-953684C96F9B}"/>
              </a:ext>
            </a:extLst>
          </p:cNvPr>
          <p:cNvCxnSpPr>
            <a:cxnSpLocks/>
          </p:cNvCxnSpPr>
          <p:nvPr/>
        </p:nvCxnSpPr>
        <p:spPr>
          <a:xfrm>
            <a:off x="175081" y="4152422"/>
            <a:ext cx="4489595" cy="0"/>
          </a:xfrm>
          <a:prstGeom prst="line">
            <a:avLst/>
          </a:prstGeom>
        </p:spPr>
        <p:style>
          <a:lnRef idx="2">
            <a:schemeClr val="dk1"/>
          </a:lnRef>
          <a:fillRef idx="0">
            <a:schemeClr val="dk1"/>
          </a:fillRef>
          <a:effectRef idx="1">
            <a:schemeClr val="dk1"/>
          </a:effectRef>
          <a:fontRef idx="minor">
            <a:schemeClr val="tx1"/>
          </a:fontRef>
        </p:style>
      </p:cxnSp>
      <p:sp>
        <p:nvSpPr>
          <p:cNvPr id="31" name="TextBox 30">
            <a:extLst>
              <a:ext uri="{FF2B5EF4-FFF2-40B4-BE49-F238E27FC236}">
                <a16:creationId xmlns:a16="http://schemas.microsoft.com/office/drawing/2014/main" id="{D656C558-E549-8A4F-BF0A-15355FFB00B0}"/>
              </a:ext>
            </a:extLst>
          </p:cNvPr>
          <p:cNvSpPr txBox="1"/>
          <p:nvPr/>
        </p:nvSpPr>
        <p:spPr>
          <a:xfrm>
            <a:off x="1663032" y="4312372"/>
            <a:ext cx="1513691" cy="461665"/>
          </a:xfrm>
          <a:prstGeom prst="rect">
            <a:avLst/>
          </a:prstGeom>
          <a:noFill/>
        </p:spPr>
        <p:txBody>
          <a:bodyPr wrap="square" rtlCol="0">
            <a:spAutoFit/>
          </a:bodyPr>
          <a:lstStyle/>
          <a:p>
            <a:r>
              <a:rPr lang="en-US" sz="2400" b="1" dirty="0">
                <a:solidFill>
                  <a:schemeClr val="accent5">
                    <a:lumMod val="60000"/>
                    <a:lumOff val="40000"/>
                  </a:schemeClr>
                </a:solidFill>
              </a:rPr>
              <a:t>Phase 4</a:t>
            </a:r>
          </a:p>
        </p:txBody>
      </p:sp>
      <p:graphicFrame>
        <p:nvGraphicFramePr>
          <p:cNvPr id="2" name="Table 1">
            <a:extLst>
              <a:ext uri="{FF2B5EF4-FFF2-40B4-BE49-F238E27FC236}">
                <a16:creationId xmlns:a16="http://schemas.microsoft.com/office/drawing/2014/main" id="{6ED74241-EC21-2CD1-C940-DCD5E5487D2D}"/>
              </a:ext>
            </a:extLst>
          </p:cNvPr>
          <p:cNvGraphicFramePr>
            <a:graphicFrameLocks noGrp="1"/>
          </p:cNvGraphicFramePr>
          <p:nvPr>
            <p:extLst>
              <p:ext uri="{D42A27DB-BD31-4B8C-83A1-F6EECF244321}">
                <p14:modId xmlns:p14="http://schemas.microsoft.com/office/powerpoint/2010/main" val="1953521786"/>
              </p:ext>
            </p:extLst>
          </p:nvPr>
        </p:nvGraphicFramePr>
        <p:xfrm>
          <a:off x="271500" y="1806793"/>
          <a:ext cx="4146039" cy="1396145"/>
        </p:xfrm>
        <a:graphic>
          <a:graphicData uri="http://schemas.openxmlformats.org/drawingml/2006/table">
            <a:tbl>
              <a:tblPr firstRow="1" bandRow="1">
                <a:tableStyleId>{5C22544A-7EE6-4342-B048-85BDC9FD1C3A}</a:tableStyleId>
              </a:tblPr>
              <a:tblGrid>
                <a:gridCol w="1382013">
                  <a:extLst>
                    <a:ext uri="{9D8B030D-6E8A-4147-A177-3AD203B41FA5}">
                      <a16:colId xmlns:a16="http://schemas.microsoft.com/office/drawing/2014/main" val="3455187838"/>
                    </a:ext>
                  </a:extLst>
                </a:gridCol>
                <a:gridCol w="1382013">
                  <a:extLst>
                    <a:ext uri="{9D8B030D-6E8A-4147-A177-3AD203B41FA5}">
                      <a16:colId xmlns:a16="http://schemas.microsoft.com/office/drawing/2014/main" val="3785453580"/>
                    </a:ext>
                  </a:extLst>
                </a:gridCol>
                <a:gridCol w="1382013">
                  <a:extLst>
                    <a:ext uri="{9D8B030D-6E8A-4147-A177-3AD203B41FA5}">
                      <a16:colId xmlns:a16="http://schemas.microsoft.com/office/drawing/2014/main" val="34122312"/>
                    </a:ext>
                  </a:extLst>
                </a:gridCol>
              </a:tblGrid>
              <a:tr h="899337">
                <a:tc>
                  <a:txBody>
                    <a:bodyPr/>
                    <a:lstStyle/>
                    <a:p>
                      <a:r>
                        <a:rPr lang="en-US" dirty="0"/>
                        <a:t>Mean ACC</a:t>
                      </a:r>
                    </a:p>
                  </a:txBody>
                  <a:tcPr/>
                </a:tc>
                <a:tc>
                  <a:txBody>
                    <a:bodyPr/>
                    <a:lstStyle/>
                    <a:p>
                      <a:r>
                        <a:rPr lang="en-US" dirty="0"/>
                        <a:t>SD ACC</a:t>
                      </a:r>
                    </a:p>
                  </a:txBody>
                  <a:tcPr/>
                </a:tc>
                <a:tc>
                  <a:txBody>
                    <a:bodyPr/>
                    <a:lstStyle/>
                    <a:p>
                      <a:r>
                        <a:rPr lang="en-US" dirty="0"/>
                        <a:t>Mean Weighted FI</a:t>
                      </a:r>
                    </a:p>
                  </a:txBody>
                  <a:tcPr/>
                </a:tc>
                <a:extLst>
                  <a:ext uri="{0D108BD9-81ED-4DB2-BD59-A6C34878D82A}">
                    <a16:rowId xmlns:a16="http://schemas.microsoft.com/office/drawing/2014/main" val="2431785769"/>
                  </a:ext>
                </a:extLst>
              </a:tr>
              <a:tr h="481745">
                <a:tc>
                  <a:txBody>
                    <a:bodyPr/>
                    <a:lstStyle/>
                    <a:p>
                      <a:r>
                        <a:rPr lang="en-US" sz="2400" dirty="0"/>
                        <a:t>0.5621</a:t>
                      </a:r>
                    </a:p>
                  </a:txBody>
                  <a:tcPr/>
                </a:tc>
                <a:tc>
                  <a:txBody>
                    <a:bodyPr/>
                    <a:lstStyle/>
                    <a:p>
                      <a:r>
                        <a:rPr lang="en-US" sz="2400" dirty="0"/>
                        <a:t>0.0126</a:t>
                      </a:r>
                    </a:p>
                  </a:txBody>
                  <a:tcPr/>
                </a:tc>
                <a:tc>
                  <a:txBody>
                    <a:bodyPr/>
                    <a:lstStyle/>
                    <a:p>
                      <a:r>
                        <a:rPr lang="en-US" sz="2400" dirty="0"/>
                        <a:t>0.4053</a:t>
                      </a:r>
                    </a:p>
                  </a:txBody>
                  <a:tcPr/>
                </a:tc>
                <a:extLst>
                  <a:ext uri="{0D108BD9-81ED-4DB2-BD59-A6C34878D82A}">
                    <a16:rowId xmlns:a16="http://schemas.microsoft.com/office/drawing/2014/main" val="3588350188"/>
                  </a:ext>
                </a:extLst>
              </a:tr>
            </a:tbl>
          </a:graphicData>
        </a:graphic>
      </p:graphicFrame>
      <p:graphicFrame>
        <p:nvGraphicFramePr>
          <p:cNvPr id="3" name="Table 2">
            <a:extLst>
              <a:ext uri="{FF2B5EF4-FFF2-40B4-BE49-F238E27FC236}">
                <a16:creationId xmlns:a16="http://schemas.microsoft.com/office/drawing/2014/main" id="{1417D3FC-728C-8278-22B8-9A546128D86A}"/>
              </a:ext>
            </a:extLst>
          </p:cNvPr>
          <p:cNvGraphicFramePr>
            <a:graphicFrameLocks noGrp="1"/>
          </p:cNvGraphicFramePr>
          <p:nvPr>
            <p:extLst>
              <p:ext uri="{D42A27DB-BD31-4B8C-83A1-F6EECF244321}">
                <p14:modId xmlns:p14="http://schemas.microsoft.com/office/powerpoint/2010/main" val="3073757374"/>
              </p:ext>
            </p:extLst>
          </p:nvPr>
        </p:nvGraphicFramePr>
        <p:xfrm>
          <a:off x="4911810" y="2780822"/>
          <a:ext cx="3516528" cy="1371600"/>
        </p:xfrm>
        <a:graphic>
          <a:graphicData uri="http://schemas.openxmlformats.org/drawingml/2006/table">
            <a:tbl>
              <a:tblPr firstRow="1" bandRow="1">
                <a:tableStyleId>{5C22544A-7EE6-4342-B048-85BDC9FD1C3A}</a:tableStyleId>
              </a:tblPr>
              <a:tblGrid>
                <a:gridCol w="1172176">
                  <a:extLst>
                    <a:ext uri="{9D8B030D-6E8A-4147-A177-3AD203B41FA5}">
                      <a16:colId xmlns:a16="http://schemas.microsoft.com/office/drawing/2014/main" val="3455187838"/>
                    </a:ext>
                  </a:extLst>
                </a:gridCol>
                <a:gridCol w="1172176">
                  <a:extLst>
                    <a:ext uri="{9D8B030D-6E8A-4147-A177-3AD203B41FA5}">
                      <a16:colId xmlns:a16="http://schemas.microsoft.com/office/drawing/2014/main" val="3785453580"/>
                    </a:ext>
                  </a:extLst>
                </a:gridCol>
                <a:gridCol w="1172176">
                  <a:extLst>
                    <a:ext uri="{9D8B030D-6E8A-4147-A177-3AD203B41FA5}">
                      <a16:colId xmlns:a16="http://schemas.microsoft.com/office/drawing/2014/main" val="34122312"/>
                    </a:ext>
                  </a:extLst>
                </a:gridCol>
              </a:tblGrid>
              <a:tr h="812406">
                <a:tc>
                  <a:txBody>
                    <a:bodyPr/>
                    <a:lstStyle/>
                    <a:p>
                      <a:r>
                        <a:rPr lang="en-US" dirty="0"/>
                        <a:t>Mean ACC</a:t>
                      </a:r>
                    </a:p>
                  </a:txBody>
                  <a:tcPr/>
                </a:tc>
                <a:tc>
                  <a:txBody>
                    <a:bodyPr/>
                    <a:lstStyle/>
                    <a:p>
                      <a:r>
                        <a:rPr lang="en-US" dirty="0"/>
                        <a:t>SD ACC</a:t>
                      </a:r>
                    </a:p>
                  </a:txBody>
                  <a:tcPr/>
                </a:tc>
                <a:tc>
                  <a:txBody>
                    <a:bodyPr/>
                    <a:lstStyle/>
                    <a:p>
                      <a:r>
                        <a:rPr lang="en-US" dirty="0"/>
                        <a:t>Mean Weighted FI</a:t>
                      </a:r>
                    </a:p>
                  </a:txBody>
                  <a:tcPr/>
                </a:tc>
                <a:extLst>
                  <a:ext uri="{0D108BD9-81ED-4DB2-BD59-A6C34878D82A}">
                    <a16:rowId xmlns:a16="http://schemas.microsoft.com/office/drawing/2014/main" val="2431785769"/>
                  </a:ext>
                </a:extLst>
              </a:tr>
              <a:tr h="428010">
                <a:tc>
                  <a:txBody>
                    <a:bodyPr/>
                    <a:lstStyle/>
                    <a:p>
                      <a:r>
                        <a:rPr lang="en-US" sz="2400" dirty="0"/>
                        <a:t>0.7392</a:t>
                      </a:r>
                    </a:p>
                  </a:txBody>
                  <a:tcPr/>
                </a:tc>
                <a:tc>
                  <a:txBody>
                    <a:bodyPr/>
                    <a:lstStyle/>
                    <a:p>
                      <a:r>
                        <a:rPr lang="en-US" sz="2400" dirty="0"/>
                        <a:t>0.0766</a:t>
                      </a:r>
                    </a:p>
                  </a:txBody>
                  <a:tcPr/>
                </a:tc>
                <a:tc>
                  <a:txBody>
                    <a:bodyPr/>
                    <a:lstStyle/>
                    <a:p>
                      <a:r>
                        <a:rPr lang="en-US" sz="2400" dirty="0"/>
                        <a:t>0.7103</a:t>
                      </a:r>
                    </a:p>
                  </a:txBody>
                  <a:tcPr/>
                </a:tc>
                <a:extLst>
                  <a:ext uri="{0D108BD9-81ED-4DB2-BD59-A6C34878D82A}">
                    <a16:rowId xmlns:a16="http://schemas.microsoft.com/office/drawing/2014/main" val="3588350188"/>
                  </a:ext>
                </a:extLst>
              </a:tr>
            </a:tbl>
          </a:graphicData>
        </a:graphic>
      </p:graphicFrame>
      <p:graphicFrame>
        <p:nvGraphicFramePr>
          <p:cNvPr id="4" name="Table 3">
            <a:extLst>
              <a:ext uri="{FF2B5EF4-FFF2-40B4-BE49-F238E27FC236}">
                <a16:creationId xmlns:a16="http://schemas.microsoft.com/office/drawing/2014/main" id="{33917019-7BAC-49E2-3DC1-D1D5A9837855}"/>
              </a:ext>
            </a:extLst>
          </p:cNvPr>
          <p:cNvGraphicFramePr>
            <a:graphicFrameLocks noGrp="1"/>
          </p:cNvGraphicFramePr>
          <p:nvPr>
            <p:extLst>
              <p:ext uri="{D42A27DB-BD31-4B8C-83A1-F6EECF244321}">
                <p14:modId xmlns:p14="http://schemas.microsoft.com/office/powerpoint/2010/main" val="298600069"/>
              </p:ext>
            </p:extLst>
          </p:nvPr>
        </p:nvGraphicFramePr>
        <p:xfrm>
          <a:off x="8428338" y="4152422"/>
          <a:ext cx="3763662" cy="1371600"/>
        </p:xfrm>
        <a:graphic>
          <a:graphicData uri="http://schemas.openxmlformats.org/drawingml/2006/table">
            <a:tbl>
              <a:tblPr firstRow="1" bandRow="1">
                <a:tableStyleId>{5C22544A-7EE6-4342-B048-85BDC9FD1C3A}</a:tableStyleId>
              </a:tblPr>
              <a:tblGrid>
                <a:gridCol w="1254554">
                  <a:extLst>
                    <a:ext uri="{9D8B030D-6E8A-4147-A177-3AD203B41FA5}">
                      <a16:colId xmlns:a16="http://schemas.microsoft.com/office/drawing/2014/main" val="3455187838"/>
                    </a:ext>
                  </a:extLst>
                </a:gridCol>
                <a:gridCol w="1254554">
                  <a:extLst>
                    <a:ext uri="{9D8B030D-6E8A-4147-A177-3AD203B41FA5}">
                      <a16:colId xmlns:a16="http://schemas.microsoft.com/office/drawing/2014/main" val="3785453580"/>
                    </a:ext>
                  </a:extLst>
                </a:gridCol>
                <a:gridCol w="1254554">
                  <a:extLst>
                    <a:ext uri="{9D8B030D-6E8A-4147-A177-3AD203B41FA5}">
                      <a16:colId xmlns:a16="http://schemas.microsoft.com/office/drawing/2014/main" val="34122312"/>
                    </a:ext>
                  </a:extLst>
                </a:gridCol>
              </a:tblGrid>
              <a:tr h="812406">
                <a:tc>
                  <a:txBody>
                    <a:bodyPr/>
                    <a:lstStyle/>
                    <a:p>
                      <a:r>
                        <a:rPr lang="en-US" dirty="0"/>
                        <a:t>Mean ACC</a:t>
                      </a:r>
                    </a:p>
                  </a:txBody>
                  <a:tcPr/>
                </a:tc>
                <a:tc>
                  <a:txBody>
                    <a:bodyPr/>
                    <a:lstStyle/>
                    <a:p>
                      <a:r>
                        <a:rPr lang="en-US" dirty="0"/>
                        <a:t>SD ACC</a:t>
                      </a:r>
                    </a:p>
                  </a:txBody>
                  <a:tcPr/>
                </a:tc>
                <a:tc>
                  <a:txBody>
                    <a:bodyPr/>
                    <a:lstStyle/>
                    <a:p>
                      <a:r>
                        <a:rPr lang="en-US" dirty="0"/>
                        <a:t>Mean Weighted FI</a:t>
                      </a:r>
                    </a:p>
                  </a:txBody>
                  <a:tcPr/>
                </a:tc>
                <a:extLst>
                  <a:ext uri="{0D108BD9-81ED-4DB2-BD59-A6C34878D82A}">
                    <a16:rowId xmlns:a16="http://schemas.microsoft.com/office/drawing/2014/main" val="2431785769"/>
                  </a:ext>
                </a:extLst>
              </a:tr>
              <a:tr h="428010">
                <a:tc>
                  <a:txBody>
                    <a:bodyPr/>
                    <a:lstStyle/>
                    <a:p>
                      <a:r>
                        <a:rPr lang="en-US" sz="2400" dirty="0"/>
                        <a:t>0.7410</a:t>
                      </a:r>
                    </a:p>
                  </a:txBody>
                  <a:tcPr/>
                </a:tc>
                <a:tc>
                  <a:txBody>
                    <a:bodyPr/>
                    <a:lstStyle/>
                    <a:p>
                      <a:r>
                        <a:rPr lang="en-US" sz="2400" dirty="0"/>
                        <a:t>0.0705</a:t>
                      </a:r>
                    </a:p>
                  </a:txBody>
                  <a:tcPr/>
                </a:tc>
                <a:tc>
                  <a:txBody>
                    <a:bodyPr/>
                    <a:lstStyle/>
                    <a:p>
                      <a:r>
                        <a:rPr lang="en-US" sz="2400" dirty="0"/>
                        <a:t>0.7205</a:t>
                      </a:r>
                    </a:p>
                  </a:txBody>
                  <a:tcPr/>
                </a:tc>
                <a:extLst>
                  <a:ext uri="{0D108BD9-81ED-4DB2-BD59-A6C34878D82A}">
                    <a16:rowId xmlns:a16="http://schemas.microsoft.com/office/drawing/2014/main" val="3588350188"/>
                  </a:ext>
                </a:extLst>
              </a:tr>
            </a:tbl>
          </a:graphicData>
        </a:graphic>
      </p:graphicFrame>
      <p:graphicFrame>
        <p:nvGraphicFramePr>
          <p:cNvPr id="6" name="Table 5">
            <a:extLst>
              <a:ext uri="{FF2B5EF4-FFF2-40B4-BE49-F238E27FC236}">
                <a16:creationId xmlns:a16="http://schemas.microsoft.com/office/drawing/2014/main" id="{1ECB1DEF-93CF-8DA0-D7AB-DC8EBAE75A8F}"/>
              </a:ext>
            </a:extLst>
          </p:cNvPr>
          <p:cNvGraphicFramePr>
            <a:graphicFrameLocks noGrp="1"/>
          </p:cNvGraphicFramePr>
          <p:nvPr>
            <p:extLst>
              <p:ext uri="{D42A27DB-BD31-4B8C-83A1-F6EECF244321}">
                <p14:modId xmlns:p14="http://schemas.microsoft.com/office/powerpoint/2010/main" val="2107425410"/>
              </p:ext>
            </p:extLst>
          </p:nvPr>
        </p:nvGraphicFramePr>
        <p:xfrm>
          <a:off x="271499" y="4933986"/>
          <a:ext cx="4146036" cy="1590373"/>
        </p:xfrm>
        <a:graphic>
          <a:graphicData uri="http://schemas.openxmlformats.org/drawingml/2006/table">
            <a:tbl>
              <a:tblPr firstRow="1" bandRow="1">
                <a:tableStyleId>{5C22544A-7EE6-4342-B048-85BDC9FD1C3A}</a:tableStyleId>
              </a:tblPr>
              <a:tblGrid>
                <a:gridCol w="1382012">
                  <a:extLst>
                    <a:ext uri="{9D8B030D-6E8A-4147-A177-3AD203B41FA5}">
                      <a16:colId xmlns:a16="http://schemas.microsoft.com/office/drawing/2014/main" val="3455187838"/>
                    </a:ext>
                  </a:extLst>
                </a:gridCol>
                <a:gridCol w="1382012">
                  <a:extLst>
                    <a:ext uri="{9D8B030D-6E8A-4147-A177-3AD203B41FA5}">
                      <a16:colId xmlns:a16="http://schemas.microsoft.com/office/drawing/2014/main" val="3785453580"/>
                    </a:ext>
                  </a:extLst>
                </a:gridCol>
                <a:gridCol w="1382012">
                  <a:extLst>
                    <a:ext uri="{9D8B030D-6E8A-4147-A177-3AD203B41FA5}">
                      <a16:colId xmlns:a16="http://schemas.microsoft.com/office/drawing/2014/main" val="34122312"/>
                    </a:ext>
                  </a:extLst>
                </a:gridCol>
              </a:tblGrid>
              <a:tr h="1060248">
                <a:tc>
                  <a:txBody>
                    <a:bodyPr/>
                    <a:lstStyle/>
                    <a:p>
                      <a:r>
                        <a:rPr lang="en-US" dirty="0"/>
                        <a:t>Mean ACC</a:t>
                      </a:r>
                    </a:p>
                  </a:txBody>
                  <a:tcPr/>
                </a:tc>
                <a:tc>
                  <a:txBody>
                    <a:bodyPr/>
                    <a:lstStyle/>
                    <a:p>
                      <a:r>
                        <a:rPr lang="en-US" dirty="0"/>
                        <a:t>SD ACC</a:t>
                      </a:r>
                    </a:p>
                  </a:txBody>
                  <a:tcPr/>
                </a:tc>
                <a:tc>
                  <a:txBody>
                    <a:bodyPr/>
                    <a:lstStyle/>
                    <a:p>
                      <a:r>
                        <a:rPr lang="en-US" dirty="0"/>
                        <a:t>Mean Weighted FI</a:t>
                      </a:r>
                    </a:p>
                  </a:txBody>
                  <a:tcPr/>
                </a:tc>
                <a:extLst>
                  <a:ext uri="{0D108BD9-81ED-4DB2-BD59-A6C34878D82A}">
                    <a16:rowId xmlns:a16="http://schemas.microsoft.com/office/drawing/2014/main" val="2431785769"/>
                  </a:ext>
                </a:extLst>
              </a:tr>
              <a:tr h="530125">
                <a:tc>
                  <a:txBody>
                    <a:bodyPr/>
                    <a:lstStyle/>
                    <a:p>
                      <a:r>
                        <a:rPr lang="en-US" sz="2400" dirty="0"/>
                        <a:t>0.656</a:t>
                      </a:r>
                    </a:p>
                  </a:txBody>
                  <a:tcPr/>
                </a:tc>
                <a:tc>
                  <a:txBody>
                    <a:bodyPr/>
                    <a:lstStyle/>
                    <a:p>
                      <a:r>
                        <a:rPr lang="en-US" sz="2400" dirty="0"/>
                        <a:t>0.106</a:t>
                      </a:r>
                    </a:p>
                  </a:txBody>
                  <a:tcPr/>
                </a:tc>
                <a:tc>
                  <a:txBody>
                    <a:bodyPr/>
                    <a:lstStyle/>
                    <a:p>
                      <a:r>
                        <a:rPr lang="en-US" sz="2400" dirty="0"/>
                        <a:t>0.603</a:t>
                      </a:r>
                    </a:p>
                  </a:txBody>
                  <a:tcPr/>
                </a:tc>
                <a:extLst>
                  <a:ext uri="{0D108BD9-81ED-4DB2-BD59-A6C34878D82A}">
                    <a16:rowId xmlns:a16="http://schemas.microsoft.com/office/drawing/2014/main" val="3588350188"/>
                  </a:ext>
                </a:extLst>
              </a:tr>
            </a:tbl>
          </a:graphicData>
        </a:graphic>
      </p:graphicFrame>
      <p:sp>
        <p:nvSpPr>
          <p:cNvPr id="9" name="Slide Number Placeholder 8">
            <a:extLst>
              <a:ext uri="{FF2B5EF4-FFF2-40B4-BE49-F238E27FC236}">
                <a16:creationId xmlns:a16="http://schemas.microsoft.com/office/drawing/2014/main" id="{BA6E4053-ED4B-E705-820F-B27A2E112CB6}"/>
              </a:ext>
            </a:extLst>
          </p:cNvPr>
          <p:cNvSpPr>
            <a:spLocks noGrp="1"/>
          </p:cNvSpPr>
          <p:nvPr>
            <p:ph type="sldNum" sz="quarter" idx="12"/>
          </p:nvPr>
        </p:nvSpPr>
        <p:spPr/>
        <p:txBody>
          <a:bodyPr/>
          <a:lstStyle/>
          <a:p>
            <a:fld id="{0CB925E2-E8C9-4143-BCD5-4CDDC2142BEC}" type="slidenum">
              <a:rPr lang="en-US" smtClean="0"/>
              <a:t>31</a:t>
            </a:fld>
            <a:endParaRPr lang="en-US"/>
          </a:p>
        </p:txBody>
      </p:sp>
      <p:sp>
        <p:nvSpPr>
          <p:cNvPr id="14" name="TextBox 13">
            <a:extLst>
              <a:ext uri="{FF2B5EF4-FFF2-40B4-BE49-F238E27FC236}">
                <a16:creationId xmlns:a16="http://schemas.microsoft.com/office/drawing/2014/main" id="{ACEDEE76-16F4-7922-F487-1F7CEBCA2308}"/>
              </a:ext>
            </a:extLst>
          </p:cNvPr>
          <p:cNvSpPr txBox="1"/>
          <p:nvPr/>
        </p:nvSpPr>
        <p:spPr>
          <a:xfrm>
            <a:off x="5494920" y="4746008"/>
            <a:ext cx="2657434" cy="1477328"/>
          </a:xfrm>
          <a:prstGeom prst="rect">
            <a:avLst/>
          </a:prstGeom>
          <a:noFill/>
        </p:spPr>
        <p:txBody>
          <a:bodyPr wrap="square" rtlCol="0">
            <a:spAutoFit/>
          </a:bodyPr>
          <a:lstStyle/>
          <a:p>
            <a:r>
              <a:rPr lang="en-US" b="1" dirty="0">
                <a:highlight>
                  <a:srgbClr val="FFFF00"/>
                </a:highlight>
              </a:rPr>
              <a:t>Best Optimal Epoch within Each Fold</a:t>
            </a:r>
          </a:p>
          <a:p>
            <a:endParaRPr lang="en-US" b="1" dirty="0">
              <a:highlight>
                <a:srgbClr val="FFFF00"/>
              </a:highlight>
            </a:endParaRPr>
          </a:p>
          <a:p>
            <a:r>
              <a:rPr lang="en-US" b="1" dirty="0">
                <a:highlight>
                  <a:srgbClr val="FFFF00"/>
                </a:highlight>
              </a:rPr>
              <a:t>Epoch = 3 or 4, Fold = 10, Batch = 32</a:t>
            </a:r>
          </a:p>
        </p:txBody>
      </p:sp>
    </p:spTree>
    <p:extLst>
      <p:ext uri="{BB962C8B-B14F-4D97-AF65-F5344CB8AC3E}">
        <p14:creationId xmlns:p14="http://schemas.microsoft.com/office/powerpoint/2010/main" val="32281587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CC1F6-8A7C-0767-3DEF-00203CB06B93}"/>
              </a:ext>
            </a:extLst>
          </p:cNvPr>
          <p:cNvSpPr>
            <a:spLocks noGrp="1"/>
          </p:cNvSpPr>
          <p:nvPr>
            <p:ph type="title"/>
          </p:nvPr>
        </p:nvSpPr>
        <p:spPr/>
        <p:txBody>
          <a:bodyPr/>
          <a:lstStyle/>
          <a:p>
            <a:r>
              <a:rPr lang="en-US" dirty="0"/>
              <a:t>Challenges &amp; Adjustments</a:t>
            </a:r>
          </a:p>
        </p:txBody>
      </p:sp>
      <p:sp>
        <p:nvSpPr>
          <p:cNvPr id="3" name="Content Placeholder 2">
            <a:extLst>
              <a:ext uri="{FF2B5EF4-FFF2-40B4-BE49-F238E27FC236}">
                <a16:creationId xmlns:a16="http://schemas.microsoft.com/office/drawing/2014/main" id="{BA4C6B61-FD4A-8DD2-3068-C2BC271DE1F7}"/>
              </a:ext>
            </a:extLst>
          </p:cNvPr>
          <p:cNvSpPr>
            <a:spLocks noGrp="1"/>
          </p:cNvSpPr>
          <p:nvPr>
            <p:ph idx="1"/>
          </p:nvPr>
        </p:nvSpPr>
        <p:spPr>
          <a:xfrm>
            <a:off x="838200" y="1825625"/>
            <a:ext cx="10515600" cy="4667250"/>
          </a:xfrm>
        </p:spPr>
        <p:txBody>
          <a:bodyPr>
            <a:normAutofit fontScale="92500" lnSpcReduction="20000"/>
          </a:bodyPr>
          <a:lstStyle/>
          <a:p>
            <a:r>
              <a:rPr lang="en-US" b="1" dirty="0"/>
              <a:t>Issues:</a:t>
            </a:r>
          </a:p>
          <a:p>
            <a:pPr lvl="1"/>
            <a:r>
              <a:rPr lang="en-US" dirty="0"/>
              <a:t>Folds collapsing to one category (Low Mean Weighted F1, Mean F1, Mean F0)</a:t>
            </a:r>
          </a:p>
          <a:p>
            <a:pPr lvl="2"/>
            <a:r>
              <a:rPr lang="en-US" dirty="0"/>
              <a:t>Sample Size</a:t>
            </a:r>
          </a:p>
          <a:p>
            <a:pPr lvl="2"/>
            <a:r>
              <a:rPr lang="en-US" dirty="0"/>
              <a:t>Weak Signal</a:t>
            </a:r>
          </a:p>
          <a:p>
            <a:pPr lvl="1"/>
            <a:r>
              <a:rPr lang="en-US" dirty="0"/>
              <a:t>Time consuming to build Class 1 (High PRD)</a:t>
            </a:r>
          </a:p>
          <a:p>
            <a:pPr lvl="1"/>
            <a:r>
              <a:rPr lang="en-US" dirty="0"/>
              <a:t>Re-classifying codes regularly in earlier stages</a:t>
            </a:r>
          </a:p>
          <a:p>
            <a:pPr lvl="1"/>
            <a:r>
              <a:rPr lang="en-US" dirty="0"/>
              <a:t>Sentence level versus paragraph level as unit of analysis</a:t>
            </a:r>
          </a:p>
          <a:p>
            <a:pPr lvl="1"/>
            <a:endParaRPr lang="en-US" dirty="0"/>
          </a:p>
          <a:p>
            <a:pPr marL="457200" lvl="1" indent="0">
              <a:buNone/>
            </a:pPr>
            <a:endParaRPr lang="en-US" dirty="0"/>
          </a:p>
          <a:p>
            <a:r>
              <a:rPr lang="en-US" b="1" dirty="0"/>
              <a:t>Changes:</a:t>
            </a:r>
          </a:p>
          <a:p>
            <a:pPr lvl="1"/>
            <a:r>
              <a:rPr lang="en-US" dirty="0"/>
              <a:t>Class Weighted Loss</a:t>
            </a:r>
          </a:p>
          <a:p>
            <a:pPr lvl="1"/>
            <a:r>
              <a:rPr lang="en-US" dirty="0"/>
              <a:t>Weighted Sampling within Folds</a:t>
            </a:r>
          </a:p>
          <a:p>
            <a:pPr lvl="1"/>
            <a:r>
              <a:rPr lang="en-US" dirty="0"/>
              <a:t>Stratified K Fold</a:t>
            </a:r>
          </a:p>
          <a:p>
            <a:pPr lvl="1"/>
            <a:r>
              <a:rPr lang="en-US" dirty="0"/>
              <a:t>Epoch = 4</a:t>
            </a:r>
          </a:p>
          <a:p>
            <a:pPr lvl="1"/>
            <a:r>
              <a:rPr lang="en-US" dirty="0"/>
              <a:t>Learning Rate</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E6BFAFDE-2353-988C-44E4-EDE6CDEBD2B5}"/>
                  </a:ext>
                </a:extLst>
              </p14:cNvPr>
              <p14:cNvContentPartPr/>
              <p14:nvPr/>
            </p14:nvContentPartPr>
            <p14:xfrm>
              <a:off x="1186086" y="-548735"/>
              <a:ext cx="360" cy="360"/>
            </p14:xfrm>
          </p:contentPart>
        </mc:Choice>
        <mc:Fallback xmlns="">
          <p:pic>
            <p:nvPicPr>
              <p:cNvPr id="4" name="Ink 3">
                <a:extLst>
                  <a:ext uri="{FF2B5EF4-FFF2-40B4-BE49-F238E27FC236}">
                    <a16:creationId xmlns:a16="http://schemas.microsoft.com/office/drawing/2014/main" id="{E6BFAFDE-2353-988C-44E4-EDE6CDEBD2B5}"/>
                  </a:ext>
                </a:extLst>
              </p:cNvPr>
              <p:cNvPicPr/>
              <p:nvPr/>
            </p:nvPicPr>
            <p:blipFill>
              <a:blip r:embed="rId3"/>
              <a:stretch>
                <a:fillRect/>
              </a:stretch>
            </p:blipFill>
            <p:spPr>
              <a:xfrm>
                <a:off x="1132446" y="-656735"/>
                <a:ext cx="108000" cy="216000"/>
              </a:xfrm>
              <a:prstGeom prst="rect">
                <a:avLst/>
              </a:prstGeom>
            </p:spPr>
          </p:pic>
        </mc:Fallback>
      </mc:AlternateContent>
      <p:sp>
        <p:nvSpPr>
          <p:cNvPr id="5" name="Slide Number Placeholder 4">
            <a:extLst>
              <a:ext uri="{FF2B5EF4-FFF2-40B4-BE49-F238E27FC236}">
                <a16:creationId xmlns:a16="http://schemas.microsoft.com/office/drawing/2014/main" id="{E8057120-9F59-96D2-6B70-262DFF92BD69}"/>
              </a:ext>
            </a:extLst>
          </p:cNvPr>
          <p:cNvSpPr>
            <a:spLocks noGrp="1"/>
          </p:cNvSpPr>
          <p:nvPr>
            <p:ph type="sldNum" sz="quarter" idx="12"/>
          </p:nvPr>
        </p:nvSpPr>
        <p:spPr/>
        <p:txBody>
          <a:bodyPr/>
          <a:lstStyle/>
          <a:p>
            <a:fld id="{0CB925E2-E8C9-4143-BCD5-4CDDC2142BEC}" type="slidenum">
              <a:rPr lang="en-US" smtClean="0"/>
              <a:t>32</a:t>
            </a:fld>
            <a:endParaRPr lang="en-US"/>
          </a:p>
        </p:txBody>
      </p:sp>
    </p:spTree>
    <p:extLst>
      <p:ext uri="{BB962C8B-B14F-4D97-AF65-F5344CB8AC3E}">
        <p14:creationId xmlns:p14="http://schemas.microsoft.com/office/powerpoint/2010/main" val="2567629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3167A-D350-E2D7-F16F-A48166F9055C}"/>
              </a:ext>
            </a:extLst>
          </p:cNvPr>
          <p:cNvSpPr>
            <a:spLocks noGrp="1"/>
          </p:cNvSpPr>
          <p:nvPr>
            <p:ph type="title"/>
          </p:nvPr>
        </p:nvSpPr>
        <p:spPr/>
        <p:txBody>
          <a:bodyPr/>
          <a:lstStyle/>
          <a:p>
            <a:r>
              <a:rPr lang="en-US" dirty="0"/>
              <a:t>Future Applications and Next Steps</a:t>
            </a:r>
          </a:p>
        </p:txBody>
      </p:sp>
      <p:sp>
        <p:nvSpPr>
          <p:cNvPr id="3" name="Content Placeholder 2">
            <a:extLst>
              <a:ext uri="{FF2B5EF4-FFF2-40B4-BE49-F238E27FC236}">
                <a16:creationId xmlns:a16="http://schemas.microsoft.com/office/drawing/2014/main" id="{44E4ABFE-874C-A968-512F-3BCDDC1256B6}"/>
              </a:ext>
            </a:extLst>
          </p:cNvPr>
          <p:cNvSpPr>
            <a:spLocks noGrp="1"/>
          </p:cNvSpPr>
          <p:nvPr>
            <p:ph idx="1"/>
          </p:nvPr>
        </p:nvSpPr>
        <p:spPr>
          <a:xfrm>
            <a:off x="838200" y="1974480"/>
            <a:ext cx="10857614" cy="4351338"/>
          </a:xfrm>
        </p:spPr>
        <p:txBody>
          <a:bodyPr/>
          <a:lstStyle/>
          <a:p>
            <a:pPr marL="514350" indent="-514350">
              <a:buFont typeface="+mj-lt"/>
              <a:buAutoNum type="arabicParenR"/>
            </a:pPr>
            <a:r>
              <a:rPr lang="en-US" b="1" dirty="0"/>
              <a:t>Analyze changes in perceived resource dependence (pre/post 2019)</a:t>
            </a:r>
          </a:p>
          <a:p>
            <a:pPr marL="514350" indent="-514350">
              <a:buFont typeface="+mj-lt"/>
              <a:buAutoNum type="arabicParenR"/>
            </a:pPr>
            <a:endParaRPr lang="en-US" b="1" dirty="0"/>
          </a:p>
          <a:p>
            <a:pPr marL="514350" indent="-514350">
              <a:buFont typeface="+mj-lt"/>
              <a:buAutoNum type="arabicParenR"/>
            </a:pPr>
            <a:r>
              <a:rPr lang="en-US" b="1" dirty="0"/>
              <a:t>Link to financial performance (t +1)</a:t>
            </a:r>
          </a:p>
          <a:p>
            <a:pPr marL="514350" indent="-514350">
              <a:buFont typeface="+mj-lt"/>
              <a:buAutoNum type="arabicParenR"/>
            </a:pPr>
            <a:endParaRPr lang="en-US" b="1" dirty="0"/>
          </a:p>
          <a:p>
            <a:pPr marL="514350" indent="-514350">
              <a:buFont typeface="+mj-lt"/>
              <a:buAutoNum type="arabicParenR"/>
            </a:pPr>
            <a:r>
              <a:rPr lang="en-US" b="1" dirty="0"/>
              <a:t>Link to leadership succession (background and frequency of change)</a:t>
            </a:r>
          </a:p>
          <a:p>
            <a:pPr marL="514350" indent="-514350">
              <a:buFont typeface="+mj-lt"/>
              <a:buAutoNum type="arabicParenR"/>
            </a:pPr>
            <a:endParaRPr lang="en-US" b="1" dirty="0"/>
          </a:p>
          <a:p>
            <a:pPr marL="514350" indent="-514350">
              <a:buFont typeface="+mj-lt"/>
              <a:buAutoNum type="arabicParenR"/>
            </a:pPr>
            <a:r>
              <a:rPr lang="en-US" b="1" dirty="0"/>
              <a:t>Predict on universities outside of Ontario (</a:t>
            </a:r>
            <a:r>
              <a:rPr lang="en-US" b="1" dirty="0" err="1"/>
              <a:t>i.e</a:t>
            </a:r>
            <a:r>
              <a:rPr lang="en-US" b="1" dirty="0"/>
              <a:t> Nova Scotia)</a:t>
            </a:r>
          </a:p>
          <a:p>
            <a:endParaRPr lang="en-US" dirty="0"/>
          </a:p>
        </p:txBody>
      </p:sp>
      <p:sp>
        <p:nvSpPr>
          <p:cNvPr id="4" name="Slide Number Placeholder 3">
            <a:extLst>
              <a:ext uri="{FF2B5EF4-FFF2-40B4-BE49-F238E27FC236}">
                <a16:creationId xmlns:a16="http://schemas.microsoft.com/office/drawing/2014/main" id="{67BE8762-1A24-9B3C-AD61-DD41E258E870}"/>
              </a:ext>
            </a:extLst>
          </p:cNvPr>
          <p:cNvSpPr>
            <a:spLocks noGrp="1"/>
          </p:cNvSpPr>
          <p:nvPr>
            <p:ph type="sldNum" sz="quarter" idx="12"/>
          </p:nvPr>
        </p:nvSpPr>
        <p:spPr/>
        <p:txBody>
          <a:bodyPr/>
          <a:lstStyle/>
          <a:p>
            <a:fld id="{0CB925E2-E8C9-4143-BCD5-4CDDC2142BEC}" type="slidenum">
              <a:rPr lang="en-US" smtClean="0"/>
              <a:t>33</a:t>
            </a:fld>
            <a:endParaRPr lang="en-US"/>
          </a:p>
        </p:txBody>
      </p:sp>
    </p:spTree>
    <p:extLst>
      <p:ext uri="{BB962C8B-B14F-4D97-AF65-F5344CB8AC3E}">
        <p14:creationId xmlns:p14="http://schemas.microsoft.com/office/powerpoint/2010/main" val="469381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14659-BD1C-C7D5-9817-D32DF7A21D2B}"/>
              </a:ext>
            </a:extLst>
          </p:cNvPr>
          <p:cNvSpPr>
            <a:spLocks noGrp="1"/>
          </p:cNvSpPr>
          <p:nvPr>
            <p:ph type="title"/>
          </p:nvPr>
        </p:nvSpPr>
        <p:spPr/>
        <p:txBody>
          <a:bodyPr/>
          <a:lstStyle/>
          <a:p>
            <a:r>
              <a:rPr lang="en-US" dirty="0"/>
              <a:t>Main Takeaways</a:t>
            </a:r>
          </a:p>
        </p:txBody>
      </p:sp>
      <p:sp>
        <p:nvSpPr>
          <p:cNvPr id="3" name="Content Placeholder 2">
            <a:extLst>
              <a:ext uri="{FF2B5EF4-FFF2-40B4-BE49-F238E27FC236}">
                <a16:creationId xmlns:a16="http://schemas.microsoft.com/office/drawing/2014/main" id="{44817E7A-6881-872F-18BF-B8633BF37580}"/>
              </a:ext>
            </a:extLst>
          </p:cNvPr>
          <p:cNvSpPr>
            <a:spLocks noGrp="1"/>
          </p:cNvSpPr>
          <p:nvPr>
            <p:ph idx="1"/>
          </p:nvPr>
        </p:nvSpPr>
        <p:spPr>
          <a:xfrm>
            <a:off x="838200" y="1974481"/>
            <a:ext cx="10515600" cy="4351338"/>
          </a:xfrm>
        </p:spPr>
        <p:txBody>
          <a:bodyPr/>
          <a:lstStyle/>
          <a:p>
            <a:r>
              <a:rPr lang="en-US" b="1" dirty="0"/>
              <a:t>Validate! </a:t>
            </a:r>
          </a:p>
          <a:p>
            <a:pPr lvl="1"/>
            <a:r>
              <a:rPr lang="en-US" dirty="0"/>
              <a:t>A computer can’t do what humans can’t do</a:t>
            </a:r>
          </a:p>
          <a:p>
            <a:endParaRPr lang="en-US" dirty="0"/>
          </a:p>
          <a:p>
            <a:r>
              <a:rPr lang="en-US" b="1" dirty="0"/>
              <a:t>Need a strong signal between classes within text</a:t>
            </a:r>
          </a:p>
          <a:p>
            <a:endParaRPr lang="en-US" dirty="0"/>
          </a:p>
          <a:p>
            <a:r>
              <a:rPr lang="en-US" b="1" dirty="0"/>
              <a:t>Need sufficient sample size in each class</a:t>
            </a:r>
          </a:p>
        </p:txBody>
      </p:sp>
      <p:sp>
        <p:nvSpPr>
          <p:cNvPr id="4" name="Slide Number Placeholder 3">
            <a:extLst>
              <a:ext uri="{FF2B5EF4-FFF2-40B4-BE49-F238E27FC236}">
                <a16:creationId xmlns:a16="http://schemas.microsoft.com/office/drawing/2014/main" id="{95B6EBF1-FEE2-EEF9-4E03-D54BB4568208}"/>
              </a:ext>
            </a:extLst>
          </p:cNvPr>
          <p:cNvSpPr>
            <a:spLocks noGrp="1"/>
          </p:cNvSpPr>
          <p:nvPr>
            <p:ph type="sldNum" sz="quarter" idx="12"/>
          </p:nvPr>
        </p:nvSpPr>
        <p:spPr/>
        <p:txBody>
          <a:bodyPr/>
          <a:lstStyle/>
          <a:p>
            <a:fld id="{0CB925E2-E8C9-4143-BCD5-4CDDC2142BEC}" type="slidenum">
              <a:rPr lang="en-US" smtClean="0"/>
              <a:t>34</a:t>
            </a:fld>
            <a:endParaRPr lang="en-US"/>
          </a:p>
        </p:txBody>
      </p:sp>
    </p:spTree>
    <p:extLst>
      <p:ext uri="{BB962C8B-B14F-4D97-AF65-F5344CB8AC3E}">
        <p14:creationId xmlns:p14="http://schemas.microsoft.com/office/powerpoint/2010/main" val="6928999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838</TotalTime>
  <Words>2495</Words>
  <Application>Microsoft Macintosh PowerPoint</Application>
  <PresentationFormat>Widescreen</PresentationFormat>
  <Paragraphs>1049</Paragraphs>
  <Slides>34</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-webkit-standard</vt:lpstr>
      <vt:lpstr>Aptos</vt:lpstr>
      <vt:lpstr>Aptos Display</vt:lpstr>
      <vt:lpstr>Arial</vt:lpstr>
      <vt:lpstr>Times New Roman</vt:lpstr>
      <vt:lpstr>Office Theme</vt:lpstr>
      <vt:lpstr>Perceived “Resource Dependence” and Canadian Public Universities</vt:lpstr>
      <vt:lpstr>Overview</vt:lpstr>
      <vt:lpstr>Context:</vt:lpstr>
      <vt:lpstr>PowerPoint Presentation</vt:lpstr>
      <vt:lpstr>PowerPoint Presentation</vt:lpstr>
      <vt:lpstr>PowerPoint Presentation</vt:lpstr>
      <vt:lpstr>Construct:</vt:lpstr>
      <vt:lpstr>Resource Dependence</vt:lpstr>
      <vt:lpstr>Research Questions:</vt:lpstr>
      <vt:lpstr>Research Questions</vt:lpstr>
      <vt:lpstr>Data Collection, Processing &amp; Sampling</vt:lpstr>
      <vt:lpstr>Data: Original Plan</vt:lpstr>
      <vt:lpstr>Building My Corpora</vt:lpstr>
      <vt:lpstr>Variables &amp; Codebook: Fine Tuner (1)</vt:lpstr>
      <vt:lpstr>Variables &amp; Codebook: Fine Tuner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Challenges &amp; Adjustments</vt:lpstr>
      <vt:lpstr>Future Applications and Next Steps</vt:lpstr>
      <vt:lpstr>Main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 Murphy</dc:creator>
  <cp:lastModifiedBy>Sara Murphy</cp:lastModifiedBy>
  <cp:revision>98</cp:revision>
  <dcterms:created xsi:type="dcterms:W3CDTF">2026-04-12T03:08:24Z</dcterms:created>
  <dcterms:modified xsi:type="dcterms:W3CDTF">2026-04-18T02:03:23Z</dcterms:modified>
</cp:coreProperties>
</file>